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9" r:id="rId2"/>
    <p:sldId id="278" r:id="rId3"/>
    <p:sldId id="261" r:id="rId4"/>
    <p:sldId id="262" r:id="rId5"/>
    <p:sldId id="263" r:id="rId6"/>
    <p:sldId id="264" r:id="rId7"/>
    <p:sldId id="265" r:id="rId8"/>
    <p:sldId id="266" r:id="rId9"/>
    <p:sldId id="267" r:id="rId10"/>
    <p:sldId id="270" r:id="rId11"/>
    <p:sldId id="271" r:id="rId12"/>
    <p:sldId id="272" r:id="rId13"/>
    <p:sldId id="273" r:id="rId14"/>
    <p:sldId id="277" r:id="rId15"/>
    <p:sldId id="279" r:id="rId16"/>
    <p:sldId id="280" r:id="rId17"/>
    <p:sldId id="26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D4444"/>
    <a:srgbClr val="51808E"/>
    <a:srgbClr val="96D9F3"/>
    <a:srgbClr val="EFB05C"/>
    <a:srgbClr val="D0D0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142" autoAdjust="0"/>
    <p:restoredTop sz="94655"/>
  </p:normalViewPr>
  <p:slideViewPr>
    <p:cSldViewPr snapToGrid="0" showGuides="1">
      <p:cViewPr varScale="1">
        <p:scale>
          <a:sx n="104" d="100"/>
          <a:sy n="104" d="100"/>
        </p:scale>
        <p:origin x="112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0385577095408536E-2"/>
          <c:y val="7.2666366707672625E-2"/>
          <c:w val="0.96961442290459143"/>
          <c:h val="0.68069607825288625"/>
        </c:manualLayout>
      </c:layout>
      <c:barChart>
        <c:barDir val="bar"/>
        <c:grouping val="clustered"/>
        <c:varyColors val="0"/>
        <c:ser>
          <c:idx val="0"/>
          <c:order val="0"/>
          <c:tx>
            <c:strRef>
              <c:f>Sheet1!$B$1</c:f>
              <c:strCache>
                <c:ptCount val="1"/>
                <c:pt idx="0">
                  <c:v>Data 1</c:v>
                </c:pt>
              </c:strCache>
            </c:strRef>
          </c:tx>
          <c:spPr>
            <a:solidFill>
              <a:schemeClr val="accent1"/>
            </a:solidFill>
            <a:ln>
              <a:noFill/>
            </a:ln>
            <a:effectLst/>
          </c:spPr>
          <c:invertIfNegative val="0"/>
          <c:cat>
            <c:strRef>
              <c:f>Sheet1!$A$2</c:f>
              <c:strCache>
                <c:ptCount val="1"/>
                <c:pt idx="0">
                  <c:v>Category 1</c:v>
                </c:pt>
              </c:strCache>
            </c:strRef>
          </c:cat>
          <c:val>
            <c:numRef>
              <c:f>Sheet1!$B$2</c:f>
              <c:numCache>
                <c:formatCode>General</c:formatCode>
                <c:ptCount val="1"/>
                <c:pt idx="0">
                  <c:v>4</c:v>
                </c:pt>
              </c:numCache>
            </c:numRef>
          </c:val>
          <c:extLst>
            <c:ext xmlns:c16="http://schemas.microsoft.com/office/drawing/2014/chart" uri="{C3380CC4-5D6E-409C-BE32-E72D297353CC}">
              <c16:uniqueId val="{00000000-CF26-4B81-8908-1C29AF530115}"/>
            </c:ext>
          </c:extLst>
        </c:ser>
        <c:ser>
          <c:idx val="1"/>
          <c:order val="1"/>
          <c:tx>
            <c:strRef>
              <c:f>Sheet1!$C$1</c:f>
              <c:strCache>
                <c:ptCount val="1"/>
                <c:pt idx="0">
                  <c:v>Data 2 </c:v>
                </c:pt>
              </c:strCache>
            </c:strRef>
          </c:tx>
          <c:spPr>
            <a:solidFill>
              <a:schemeClr val="accent2"/>
            </a:solidFill>
            <a:ln>
              <a:noFill/>
            </a:ln>
            <a:effectLst/>
          </c:spPr>
          <c:invertIfNegative val="0"/>
          <c:cat>
            <c:strRef>
              <c:f>Sheet1!$A$2</c:f>
              <c:strCache>
                <c:ptCount val="1"/>
                <c:pt idx="0">
                  <c:v>Category 1</c:v>
                </c:pt>
              </c:strCache>
            </c:strRef>
          </c:cat>
          <c:val>
            <c:numRef>
              <c:f>Sheet1!$C$2</c:f>
              <c:numCache>
                <c:formatCode>General</c:formatCode>
                <c:ptCount val="1"/>
                <c:pt idx="0">
                  <c:v>2.4</c:v>
                </c:pt>
              </c:numCache>
            </c:numRef>
          </c:val>
          <c:extLst>
            <c:ext xmlns:c16="http://schemas.microsoft.com/office/drawing/2014/chart" uri="{C3380CC4-5D6E-409C-BE32-E72D297353CC}">
              <c16:uniqueId val="{00000001-CF26-4B81-8908-1C29AF530115}"/>
            </c:ext>
          </c:extLst>
        </c:ser>
        <c:ser>
          <c:idx val="2"/>
          <c:order val="2"/>
          <c:tx>
            <c:strRef>
              <c:f>Sheet1!$D$1</c:f>
              <c:strCache>
                <c:ptCount val="1"/>
                <c:pt idx="0">
                  <c:v>Data 3 </c:v>
                </c:pt>
              </c:strCache>
            </c:strRef>
          </c:tx>
          <c:spPr>
            <a:solidFill>
              <a:schemeClr val="accent3"/>
            </a:solidFill>
            <a:ln>
              <a:noFill/>
            </a:ln>
            <a:effectLst/>
          </c:spPr>
          <c:invertIfNegative val="0"/>
          <c:cat>
            <c:strRef>
              <c:f>Sheet1!$A$2</c:f>
              <c:strCache>
                <c:ptCount val="1"/>
                <c:pt idx="0">
                  <c:v>Category 1</c:v>
                </c:pt>
              </c:strCache>
            </c:strRef>
          </c:cat>
          <c:val>
            <c:numRef>
              <c:f>Sheet1!$D$2</c:f>
              <c:numCache>
                <c:formatCode>General</c:formatCode>
                <c:ptCount val="1"/>
                <c:pt idx="0">
                  <c:v>3.5</c:v>
                </c:pt>
              </c:numCache>
            </c:numRef>
          </c:val>
          <c:extLst>
            <c:ext xmlns:c16="http://schemas.microsoft.com/office/drawing/2014/chart" uri="{C3380CC4-5D6E-409C-BE32-E72D297353CC}">
              <c16:uniqueId val="{00000002-CF26-4B81-8908-1C29AF530115}"/>
            </c:ext>
          </c:extLst>
        </c:ser>
        <c:ser>
          <c:idx val="3"/>
          <c:order val="3"/>
          <c:tx>
            <c:strRef>
              <c:f>Sheet1!$E$1</c:f>
              <c:strCache>
                <c:ptCount val="1"/>
                <c:pt idx="0">
                  <c:v>Data 4</c:v>
                </c:pt>
              </c:strCache>
            </c:strRef>
          </c:tx>
          <c:spPr>
            <a:solidFill>
              <a:schemeClr val="accent4"/>
            </a:solidFill>
            <a:ln>
              <a:noFill/>
            </a:ln>
            <a:effectLst/>
          </c:spPr>
          <c:invertIfNegative val="0"/>
          <c:cat>
            <c:strRef>
              <c:f>Sheet1!$A$2</c:f>
              <c:strCache>
                <c:ptCount val="1"/>
                <c:pt idx="0">
                  <c:v>Category 1</c:v>
                </c:pt>
              </c:strCache>
            </c:strRef>
          </c:cat>
          <c:val>
            <c:numRef>
              <c:f>Sheet1!$E$2</c:f>
              <c:numCache>
                <c:formatCode>General</c:formatCode>
                <c:ptCount val="1"/>
                <c:pt idx="0">
                  <c:v>2</c:v>
                </c:pt>
              </c:numCache>
            </c:numRef>
          </c:val>
          <c:extLst>
            <c:ext xmlns:c16="http://schemas.microsoft.com/office/drawing/2014/chart" uri="{C3380CC4-5D6E-409C-BE32-E72D297353CC}">
              <c16:uniqueId val="{00000003-CF26-4B81-8908-1C29AF530115}"/>
            </c:ext>
          </c:extLst>
        </c:ser>
        <c:dLbls>
          <c:showLegendKey val="0"/>
          <c:showVal val="0"/>
          <c:showCatName val="0"/>
          <c:showSerName val="0"/>
          <c:showPercent val="0"/>
          <c:showBubbleSize val="0"/>
        </c:dLbls>
        <c:gapWidth val="182"/>
        <c:axId val="2098638752"/>
        <c:axId val="2098650752"/>
      </c:barChart>
      <c:catAx>
        <c:axId val="2098638752"/>
        <c:scaling>
          <c:orientation val="minMax"/>
        </c:scaling>
        <c:delete val="1"/>
        <c:axPos val="l"/>
        <c:numFmt formatCode="General" sourceLinked="1"/>
        <c:majorTickMark val="none"/>
        <c:minorTickMark val="none"/>
        <c:tickLblPos val="nextTo"/>
        <c:crossAx val="2098650752"/>
        <c:crosses val="autoZero"/>
        <c:auto val="1"/>
        <c:lblAlgn val="ctr"/>
        <c:lblOffset val="100"/>
        <c:noMultiLvlLbl val="0"/>
      </c:catAx>
      <c:valAx>
        <c:axId val="2098650752"/>
        <c:scaling>
          <c:orientation val="minMax"/>
        </c:scaling>
        <c:delete val="1"/>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2098638752"/>
        <c:crosses val="autoZero"/>
        <c:crossBetween val="between"/>
      </c:valAx>
      <c:spPr>
        <a:noFill/>
        <a:ln>
          <a:noFill/>
        </a:ln>
        <a:effectLst/>
      </c:spPr>
    </c:plotArea>
    <c:legend>
      <c:legendPos val="r"/>
      <c:layout>
        <c:manualLayout>
          <c:xMode val="edge"/>
          <c:yMode val="edge"/>
          <c:x val="0.83454668663881815"/>
          <c:y val="0.14384155236720206"/>
          <c:w val="0.14694541627674823"/>
          <c:h val="0.48550389520543819"/>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A47FFA-5C99-48BF-AAC3-EB359F186262}" type="datetimeFigureOut">
              <a:rPr lang="en-ID" smtClean="0"/>
              <a:t>19/02/2026</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4AF114-D05F-4E29-8E00-4E388109966D}" type="slidenum">
              <a:rPr lang="en-ID" smtClean="0"/>
              <a:t>‹#›</a:t>
            </a:fld>
            <a:endParaRPr lang="en-ID"/>
          </a:p>
        </p:txBody>
      </p:sp>
    </p:spTree>
    <p:extLst>
      <p:ext uri="{BB962C8B-B14F-4D97-AF65-F5344CB8AC3E}">
        <p14:creationId xmlns:p14="http://schemas.microsoft.com/office/powerpoint/2010/main" val="31882300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004AF114-D05F-4E29-8E00-4E388109966D}" type="slidenum">
              <a:rPr lang="en-ID" smtClean="0"/>
              <a:t>7</a:t>
            </a:fld>
            <a:endParaRPr lang="en-ID"/>
          </a:p>
        </p:txBody>
      </p:sp>
    </p:spTree>
    <p:extLst>
      <p:ext uri="{BB962C8B-B14F-4D97-AF65-F5344CB8AC3E}">
        <p14:creationId xmlns:p14="http://schemas.microsoft.com/office/powerpoint/2010/main" val="6517084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80DC48-1756-19BA-20CC-13D74B86A869}"/>
              </a:ext>
            </a:extLst>
          </p:cNvPr>
          <p:cNvSpPr/>
          <p:nvPr userDrawn="1"/>
        </p:nvSpPr>
        <p:spPr>
          <a:xfrm>
            <a:off x="623887" y="1888213"/>
            <a:ext cx="10944226" cy="4367046"/>
          </a:xfrm>
          <a:prstGeom prst="rect">
            <a:avLst/>
          </a:prstGeom>
          <a:solidFill>
            <a:srgbClr val="9D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7" name="Picture 6" descr="A black and white pattern&#10;&#10;AI-generated content may be incorrect.">
            <a:extLst>
              <a:ext uri="{FF2B5EF4-FFF2-40B4-BE49-F238E27FC236}">
                <a16:creationId xmlns:a16="http://schemas.microsoft.com/office/drawing/2014/main" id="{F4DD2C4E-1720-AC34-85B5-FAD5FE86040E}"/>
              </a:ext>
            </a:extLst>
          </p:cNvPr>
          <p:cNvPicPr/>
          <p:nvPr userDrawn="1"/>
        </p:nvPicPr>
        <p:blipFill>
          <a:blip r:embed="rId2">
            <a:alphaModFix amt="4000"/>
            <a:extLst>
              <a:ext uri="{28A0092B-C50C-407E-A947-70E740481C1C}">
                <a14:useLocalDpi xmlns:a14="http://schemas.microsoft.com/office/drawing/2010/main" val="0"/>
              </a:ext>
            </a:extLst>
          </a:blip>
          <a:srcRect l="4557" t="41068" r="5117" b="33607"/>
          <a:stretch>
            <a:fillRect/>
          </a:stretch>
        </p:blipFill>
        <p:spPr>
          <a:xfrm>
            <a:off x="555476" y="1907161"/>
            <a:ext cx="11012637" cy="4366639"/>
          </a:xfrm>
          <a:prstGeom prst="rect">
            <a:avLst/>
          </a:prstGeom>
        </p:spPr>
      </p:pic>
      <p:sp>
        <p:nvSpPr>
          <p:cNvPr id="3" name="Text Placeholder 2">
            <a:extLst>
              <a:ext uri="{FF2B5EF4-FFF2-40B4-BE49-F238E27FC236}">
                <a16:creationId xmlns:a16="http://schemas.microsoft.com/office/drawing/2014/main" id="{69D17894-3339-086B-7710-B9A8D293A7C0}"/>
              </a:ext>
            </a:extLst>
          </p:cNvPr>
          <p:cNvSpPr>
            <a:spLocks noGrp="1"/>
          </p:cNvSpPr>
          <p:nvPr>
            <p:ph type="body" sz="quarter" idx="10" hasCustomPrompt="1"/>
          </p:nvPr>
        </p:nvSpPr>
        <p:spPr>
          <a:xfrm>
            <a:off x="3216769" y="2679231"/>
            <a:ext cx="5437187" cy="2068320"/>
          </a:xfrm>
          <a:prstGeom prst="rect">
            <a:avLst/>
          </a:prstGeom>
        </p:spPr>
        <p:txBody>
          <a:bodyPr/>
          <a:lstStyle>
            <a:lvl1pPr marL="9525" indent="-9525" algn="ctr">
              <a:lnSpc>
                <a:spcPct val="67321"/>
              </a:lnSpc>
              <a:buNone/>
              <a:tabLst/>
              <a:defRPr sz="8000" b="0">
                <a:solidFill>
                  <a:schemeClr val="bg1"/>
                </a:solidFill>
                <a:latin typeface="+mj-lt"/>
              </a:defRPr>
            </a:lvl1pPr>
            <a:lvl2pPr marL="9525" indent="-9525">
              <a:buNone/>
              <a:tabLst/>
              <a:defRPr b="1">
                <a:latin typeface="+mj-lt"/>
              </a:defRPr>
            </a:lvl2pPr>
            <a:lvl3pPr marL="9525" indent="-9525">
              <a:buNone/>
              <a:tabLst/>
              <a:defRPr b="1">
                <a:latin typeface="+mj-lt"/>
              </a:defRPr>
            </a:lvl3pPr>
            <a:lvl4pPr marL="9525" indent="-9525">
              <a:buNone/>
              <a:tabLst/>
              <a:defRPr b="1">
                <a:latin typeface="+mj-lt"/>
              </a:defRPr>
            </a:lvl4pPr>
            <a:lvl5pPr marL="9525" indent="-9525">
              <a:buNone/>
              <a:tabLst/>
              <a:defRPr b="1">
                <a:latin typeface="+mj-lt"/>
              </a:defRPr>
            </a:lvl5pPr>
          </a:lstStyle>
          <a:p>
            <a:pPr lvl="0"/>
            <a:r>
              <a:rPr lang="en-US" dirty="0"/>
              <a:t>Slide Title</a:t>
            </a:r>
          </a:p>
          <a:p>
            <a:pPr lvl="0"/>
            <a:r>
              <a:rPr lang="en-US" dirty="0"/>
              <a:t>Goes Here</a:t>
            </a:r>
          </a:p>
        </p:txBody>
      </p:sp>
      <p:sp>
        <p:nvSpPr>
          <p:cNvPr id="4" name="Text Placeholder 5">
            <a:extLst>
              <a:ext uri="{FF2B5EF4-FFF2-40B4-BE49-F238E27FC236}">
                <a16:creationId xmlns:a16="http://schemas.microsoft.com/office/drawing/2014/main" id="{32741F3E-95FD-D7A7-4A42-2F8329ABD09B}"/>
              </a:ext>
            </a:extLst>
          </p:cNvPr>
          <p:cNvSpPr>
            <a:spLocks noGrp="1"/>
          </p:cNvSpPr>
          <p:nvPr>
            <p:ph type="body" sz="quarter" idx="11" hasCustomPrompt="1"/>
          </p:nvPr>
        </p:nvSpPr>
        <p:spPr>
          <a:xfrm>
            <a:off x="3150867" y="5105897"/>
            <a:ext cx="5568992" cy="692751"/>
          </a:xfrm>
          <a:prstGeom prst="rect">
            <a:avLst/>
          </a:prstGeom>
        </p:spPr>
        <p:txBody>
          <a:bodyPr/>
          <a:lstStyle>
            <a:lvl1pPr algn="ctr">
              <a:buNone/>
              <a:defRPr>
                <a:solidFill>
                  <a:schemeClr val="bg1"/>
                </a:solidFill>
              </a:defRPr>
            </a:lvl1pPr>
          </a:lstStyle>
          <a:p>
            <a:pPr lvl="0"/>
            <a:r>
              <a:rPr lang="en-US" dirty="0"/>
              <a:t>Theme/ Presenter Info</a:t>
            </a:r>
          </a:p>
        </p:txBody>
      </p:sp>
      <p:pic>
        <p:nvPicPr>
          <p:cNvPr id="6" name="Picture 5" descr="A black and red logo&#10;&#10;AI-generated content may be incorrect.">
            <a:extLst>
              <a:ext uri="{FF2B5EF4-FFF2-40B4-BE49-F238E27FC236}">
                <a16:creationId xmlns:a16="http://schemas.microsoft.com/office/drawing/2014/main" id="{F2501EA3-EBC4-2EA6-26A0-F42BD7D59EA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292635" y="459623"/>
            <a:ext cx="1606729" cy="1242177"/>
          </a:xfrm>
          <a:prstGeom prst="rect">
            <a:avLst/>
          </a:prstGeom>
        </p:spPr>
      </p:pic>
    </p:spTree>
    <p:extLst>
      <p:ext uri="{BB962C8B-B14F-4D97-AF65-F5344CB8AC3E}">
        <p14:creationId xmlns:p14="http://schemas.microsoft.com/office/powerpoint/2010/main" val="42004143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1139B6-4FF5-1B8C-E335-7E704BE7E464}"/>
              </a:ext>
            </a:extLst>
          </p:cNvPr>
          <p:cNvSpPr>
            <a:spLocks noGrp="1" noRot="1" noMove="1" noResize="1" noEditPoints="1" noAdjustHandles="1" noChangeArrowheads="1" noChangeShapeType="1"/>
          </p:cNvSpPr>
          <p:nvPr userDrawn="1"/>
        </p:nvSpPr>
        <p:spPr>
          <a:xfrm>
            <a:off x="0" y="0"/>
            <a:ext cx="12192000" cy="6858000"/>
          </a:xfrm>
          <a:prstGeom prst="rect">
            <a:avLst/>
          </a:prstGeom>
          <a:solidFill>
            <a:srgbClr val="9D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67321"/>
              </a:lnSpc>
            </a:pPr>
            <a:endParaRPr lang="en-ID" dirty="0"/>
          </a:p>
        </p:txBody>
      </p:sp>
      <p:pic>
        <p:nvPicPr>
          <p:cNvPr id="9" name="Picture 8" descr="A black and white pattern&#10;&#10;AI-generated content may be incorrect.">
            <a:extLst>
              <a:ext uri="{FF2B5EF4-FFF2-40B4-BE49-F238E27FC236}">
                <a16:creationId xmlns:a16="http://schemas.microsoft.com/office/drawing/2014/main" id="{87228C34-794D-46B0-71D2-6C5C7292C0F8}"/>
              </a:ext>
            </a:extLst>
          </p:cNvPr>
          <p:cNvPicPr>
            <a:picLocks noGrp="1" noRot="1" noMove="1" noResize="1" noEditPoints="1" noAdjustHandles="1" noChangeArrowheads="1" noChangeShapeType="1" noCrop="1"/>
          </p:cNvPicPr>
          <p:nvPr userDrawn="1"/>
        </p:nvPicPr>
        <p:blipFill>
          <a:blip r:embed="rId2">
            <a:alphaModFix amt="4000"/>
            <a:extLst>
              <a:ext uri="{28A0092B-C50C-407E-A947-70E740481C1C}">
                <a14:useLocalDpi xmlns:a14="http://schemas.microsoft.com/office/drawing/2010/main" val="0"/>
              </a:ext>
            </a:extLst>
          </a:blip>
          <a:srcRect t="30114" b="30111"/>
          <a:stretch>
            <a:fillRect/>
          </a:stretch>
        </p:blipFill>
        <p:spPr>
          <a:xfrm>
            <a:off x="0" y="0"/>
            <a:ext cx="12192000" cy="6858000"/>
          </a:xfrm>
          <a:prstGeom prst="rect">
            <a:avLst/>
          </a:prstGeom>
        </p:spPr>
      </p:pic>
      <p:sp>
        <p:nvSpPr>
          <p:cNvPr id="3" name="Text Placeholder 2">
            <a:extLst>
              <a:ext uri="{FF2B5EF4-FFF2-40B4-BE49-F238E27FC236}">
                <a16:creationId xmlns:a16="http://schemas.microsoft.com/office/drawing/2014/main" id="{B6A677EF-DF4A-C685-7644-4C3CF203280B}"/>
              </a:ext>
            </a:extLst>
          </p:cNvPr>
          <p:cNvSpPr>
            <a:spLocks noGrp="1"/>
          </p:cNvSpPr>
          <p:nvPr>
            <p:ph type="body" sz="quarter" idx="10" hasCustomPrompt="1"/>
          </p:nvPr>
        </p:nvSpPr>
        <p:spPr>
          <a:xfrm>
            <a:off x="658813" y="2394840"/>
            <a:ext cx="5437187" cy="2068320"/>
          </a:xfrm>
          <a:prstGeom prst="rect">
            <a:avLst/>
          </a:prstGeom>
        </p:spPr>
        <p:txBody>
          <a:bodyPr/>
          <a:lstStyle>
            <a:lvl1pPr marL="9525" indent="-9525">
              <a:lnSpc>
                <a:spcPct val="67321"/>
              </a:lnSpc>
              <a:buNone/>
              <a:tabLst/>
              <a:defRPr sz="8000" b="0">
                <a:latin typeface="+mj-lt"/>
              </a:defRPr>
            </a:lvl1pPr>
            <a:lvl2pPr marL="9525" indent="-9525">
              <a:buNone/>
              <a:tabLst/>
              <a:defRPr b="1">
                <a:latin typeface="+mj-lt"/>
              </a:defRPr>
            </a:lvl2pPr>
            <a:lvl3pPr marL="9525" indent="-9525">
              <a:buNone/>
              <a:tabLst/>
              <a:defRPr b="1">
                <a:latin typeface="+mj-lt"/>
              </a:defRPr>
            </a:lvl3pPr>
            <a:lvl4pPr marL="9525" indent="-9525">
              <a:buNone/>
              <a:tabLst/>
              <a:defRPr b="1">
                <a:latin typeface="+mj-lt"/>
              </a:defRPr>
            </a:lvl4pPr>
            <a:lvl5pPr marL="9525" indent="-9525">
              <a:buNone/>
              <a:tabLst/>
              <a:defRPr b="1">
                <a:latin typeface="+mj-lt"/>
              </a:defRPr>
            </a:lvl5pPr>
          </a:lstStyle>
          <a:p>
            <a:pPr lvl="0"/>
            <a:r>
              <a:rPr lang="en-US" dirty="0"/>
              <a:t>Slide Title</a:t>
            </a:r>
          </a:p>
          <a:p>
            <a:pPr lvl="0"/>
            <a:r>
              <a:rPr lang="en-US" dirty="0"/>
              <a:t>Goes Here</a:t>
            </a:r>
          </a:p>
        </p:txBody>
      </p:sp>
      <p:sp>
        <p:nvSpPr>
          <p:cNvPr id="6" name="Text Placeholder 5">
            <a:extLst>
              <a:ext uri="{FF2B5EF4-FFF2-40B4-BE49-F238E27FC236}">
                <a16:creationId xmlns:a16="http://schemas.microsoft.com/office/drawing/2014/main" id="{7BE6E4B6-B775-E8D8-94EE-65602BEF154E}"/>
              </a:ext>
            </a:extLst>
          </p:cNvPr>
          <p:cNvSpPr>
            <a:spLocks noGrp="1"/>
          </p:cNvSpPr>
          <p:nvPr>
            <p:ph type="body" sz="quarter" idx="11" hasCustomPrompt="1"/>
          </p:nvPr>
        </p:nvSpPr>
        <p:spPr>
          <a:xfrm>
            <a:off x="658814" y="4821506"/>
            <a:ext cx="5568992" cy="692751"/>
          </a:xfrm>
          <a:prstGeom prst="rect">
            <a:avLst/>
          </a:prstGeom>
        </p:spPr>
        <p:txBody>
          <a:bodyPr/>
          <a:lstStyle>
            <a:lvl1pPr>
              <a:buNone/>
              <a:defRPr/>
            </a:lvl1pPr>
          </a:lstStyle>
          <a:p>
            <a:pPr lvl="0"/>
            <a:r>
              <a:rPr lang="en-US" dirty="0"/>
              <a:t>Theme/ Presenter Info</a:t>
            </a:r>
          </a:p>
        </p:txBody>
      </p:sp>
      <p:pic>
        <p:nvPicPr>
          <p:cNvPr id="8" name="Picture 7" descr="A white text on a black background&#10;&#10;AI-generated content may be incorrect.">
            <a:extLst>
              <a:ext uri="{FF2B5EF4-FFF2-40B4-BE49-F238E27FC236}">
                <a16:creationId xmlns:a16="http://schemas.microsoft.com/office/drawing/2014/main" id="{10E0074E-DA18-1830-813E-291C34E98B0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8813" y="584200"/>
            <a:ext cx="2235200" cy="856330"/>
          </a:xfrm>
          <a:prstGeom prst="rect">
            <a:avLst/>
          </a:prstGeom>
        </p:spPr>
      </p:pic>
    </p:spTree>
    <p:extLst>
      <p:ext uri="{BB962C8B-B14F-4D97-AF65-F5344CB8AC3E}">
        <p14:creationId xmlns:p14="http://schemas.microsoft.com/office/powerpoint/2010/main" val="12745043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age">
    <p:spTree>
      <p:nvGrpSpPr>
        <p:cNvPr id="1" name=""/>
        <p:cNvGrpSpPr/>
        <p:nvPr/>
      </p:nvGrpSpPr>
      <p:grpSpPr>
        <a:xfrm>
          <a:off x="0" y="0"/>
          <a:ext cx="0" cy="0"/>
          <a:chOff x="0" y="0"/>
          <a:chExt cx="0" cy="0"/>
        </a:xfrm>
      </p:grpSpPr>
      <p:pic>
        <p:nvPicPr>
          <p:cNvPr id="3" name="Picture 2" descr="A person standing in front of a black background&#10;&#10;AI-generated content may be incorrect.">
            <a:extLst>
              <a:ext uri="{FF2B5EF4-FFF2-40B4-BE49-F238E27FC236}">
                <a16:creationId xmlns:a16="http://schemas.microsoft.com/office/drawing/2014/main" id="{78969DAC-0D21-EDE9-CBCE-7E6C4B1911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35677" y="404813"/>
            <a:ext cx="2059421" cy="788987"/>
          </a:xfrm>
          <a:prstGeom prst="rect">
            <a:avLst/>
          </a:prstGeom>
        </p:spPr>
      </p:pic>
    </p:spTree>
    <p:extLst>
      <p:ext uri="{BB962C8B-B14F-4D97-AF65-F5344CB8AC3E}">
        <p14:creationId xmlns:p14="http://schemas.microsoft.com/office/powerpoint/2010/main" val="301368234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Heavy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EBD4026-C919-EE4A-191D-43A1B427443F}"/>
              </a:ext>
            </a:extLst>
          </p:cNvPr>
          <p:cNvSpPr>
            <a:spLocks noGrp="1" noRot="1" noMove="1" noResize="1" noEditPoints="1" noAdjustHandles="1" noChangeArrowheads="1" noChangeShapeType="1"/>
          </p:cNvSpPr>
          <p:nvPr userDrawn="1"/>
        </p:nvSpPr>
        <p:spPr>
          <a:xfrm>
            <a:off x="0" y="2517569"/>
            <a:ext cx="12206820" cy="4340431"/>
          </a:xfrm>
          <a:prstGeom prst="rect">
            <a:avLst/>
          </a:prstGeom>
          <a:solidFill>
            <a:srgbClr val="9D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8" name="Picture 7" descr="A black and white pattern&#10;&#10;AI-generated content may be incorrect.">
            <a:extLst>
              <a:ext uri="{FF2B5EF4-FFF2-40B4-BE49-F238E27FC236}">
                <a16:creationId xmlns:a16="http://schemas.microsoft.com/office/drawing/2014/main" id="{9028FEE1-ABC9-8095-77AD-F391D77E5D92}"/>
              </a:ext>
            </a:extLst>
          </p:cNvPr>
          <p:cNvPicPr>
            <a:picLocks noGrp="1" noRot="1" noChangeAspect="1" noMove="1" noResize="1" noEditPoints="1" noAdjustHandles="1" noChangeArrowheads="1" noChangeShapeType="1" noCrop="1"/>
          </p:cNvPicPr>
          <p:nvPr userDrawn="1"/>
        </p:nvPicPr>
        <p:blipFill>
          <a:blip r:embed="rId2">
            <a:alphaModFix amt="4000"/>
            <a:extLst>
              <a:ext uri="{28A0092B-C50C-407E-A947-70E740481C1C}">
                <a14:useLocalDpi xmlns:a14="http://schemas.microsoft.com/office/drawing/2010/main" val="0"/>
              </a:ext>
            </a:extLst>
          </a:blip>
          <a:srcRect t="44714" b="30113"/>
          <a:stretch>
            <a:fillRect/>
          </a:stretch>
        </p:blipFill>
        <p:spPr>
          <a:xfrm>
            <a:off x="0" y="2517569"/>
            <a:ext cx="12192000" cy="4340431"/>
          </a:xfrm>
          <a:prstGeom prst="rect">
            <a:avLst/>
          </a:prstGeom>
        </p:spPr>
      </p:pic>
      <p:sp>
        <p:nvSpPr>
          <p:cNvPr id="5" name="Text Placeholder 4">
            <a:extLst>
              <a:ext uri="{FF2B5EF4-FFF2-40B4-BE49-F238E27FC236}">
                <a16:creationId xmlns:a16="http://schemas.microsoft.com/office/drawing/2014/main" id="{2DE4F260-1F04-8DE7-528C-0B56CC44FA21}"/>
              </a:ext>
            </a:extLst>
          </p:cNvPr>
          <p:cNvSpPr>
            <a:spLocks noGrp="1"/>
          </p:cNvSpPr>
          <p:nvPr>
            <p:ph type="body" sz="quarter" idx="11" hasCustomPrompt="1"/>
          </p:nvPr>
        </p:nvSpPr>
        <p:spPr>
          <a:xfrm>
            <a:off x="658813" y="3028208"/>
            <a:ext cx="10909300" cy="3245592"/>
          </a:xfrm>
          <a:prstGeom prst="rect">
            <a:avLst/>
          </a:prstGeom>
        </p:spPr>
        <p:txBody>
          <a:bodyPr/>
          <a:lstStyle>
            <a:lvl1pPr marL="11113" indent="-11113">
              <a:buNone/>
              <a:tabLst/>
              <a:defRPr sz="2400">
                <a:solidFill>
                  <a:schemeClr val="bg1"/>
                </a:solidFill>
              </a:defRPr>
            </a:lvl1pPr>
            <a:lvl2pPr marL="11113" indent="-11113">
              <a:buNone/>
              <a:tabLst/>
              <a:defRPr/>
            </a:lvl2pPr>
            <a:lvl3pPr marL="11113" indent="-11113">
              <a:buNone/>
              <a:tabLst/>
              <a:defRPr/>
            </a:lvl3pPr>
            <a:lvl4pPr marL="11113" indent="-11113">
              <a:buNone/>
              <a:tabLst/>
              <a:defRPr/>
            </a:lvl4pPr>
            <a:lvl5pPr marL="11113" indent="-11113">
              <a:buNone/>
              <a:tabLst/>
              <a:defRPr/>
            </a:lvl5pPr>
          </a:lstStyle>
          <a:p>
            <a:pPr lvl="0"/>
            <a:r>
              <a:rPr lang="en-US" dirty="0"/>
              <a:t>Lorem ipsum dolor sit amet, consectetuer adipiscing elit. Maecenas porttitor congue massa. Fusce posuere, magna sed pulvinar ultricies, purus lectus malesuada libero, sit amet commodo magna eros quis urna.</a:t>
            </a:r>
          </a:p>
          <a:p>
            <a:pPr lvl="0"/>
            <a:endParaRPr lang="en-US" dirty="0"/>
          </a:p>
          <a:p>
            <a:pPr lvl="0"/>
            <a:r>
              <a:rPr lang="en-US" dirty="0"/>
              <a:t>Nunc viverra imperdiet enim. Fusce est. Vivamus a </a:t>
            </a:r>
            <a:r>
              <a:rPr lang="en-US" dirty="0" err="1"/>
              <a:t>tellus</a:t>
            </a:r>
            <a:r>
              <a:rPr lang="en-US" dirty="0"/>
              <a:t>.</a:t>
            </a:r>
          </a:p>
        </p:txBody>
      </p:sp>
      <p:sp>
        <p:nvSpPr>
          <p:cNvPr id="6" name="Text Placeholder 2">
            <a:extLst>
              <a:ext uri="{FF2B5EF4-FFF2-40B4-BE49-F238E27FC236}">
                <a16:creationId xmlns:a16="http://schemas.microsoft.com/office/drawing/2014/main" id="{260F4A7A-8490-1FF4-8B90-AF2146B92E21}"/>
              </a:ext>
            </a:extLst>
          </p:cNvPr>
          <p:cNvSpPr>
            <a:spLocks noGrp="1"/>
          </p:cNvSpPr>
          <p:nvPr>
            <p:ph type="body" sz="quarter" idx="10" hasCustomPrompt="1"/>
          </p:nvPr>
        </p:nvSpPr>
        <p:spPr>
          <a:xfrm>
            <a:off x="658814" y="584200"/>
            <a:ext cx="5173576" cy="1470231"/>
          </a:xfrm>
          <a:prstGeom prst="rect">
            <a:avLst/>
          </a:prstGeom>
        </p:spPr>
        <p:txBody>
          <a:bodyPr/>
          <a:lstStyle>
            <a:lvl1pPr marL="11113" indent="-11113">
              <a:lnSpc>
                <a:spcPct val="79821"/>
              </a:lnSpc>
              <a:spcBef>
                <a:spcPts val="1000"/>
              </a:spcBef>
              <a:spcAft>
                <a:spcPts val="0"/>
              </a:spcAft>
              <a:buNone/>
              <a:tabLst/>
              <a:defRPr sz="4800" b="0" spc="0">
                <a:solidFill>
                  <a:schemeClr val="tx1"/>
                </a:solidFill>
                <a:latin typeface="+mj-lt"/>
              </a:defRPr>
            </a:lvl1pPr>
            <a:lvl2pPr marL="9525" indent="-9525">
              <a:buNone/>
              <a:tabLst/>
              <a:defRPr b="1">
                <a:latin typeface="+mj-lt"/>
              </a:defRPr>
            </a:lvl2pPr>
            <a:lvl3pPr marL="9525" indent="-9525">
              <a:buNone/>
              <a:tabLst/>
              <a:defRPr b="1">
                <a:latin typeface="+mj-lt"/>
              </a:defRPr>
            </a:lvl3pPr>
            <a:lvl4pPr marL="9525" indent="-9525">
              <a:buNone/>
              <a:tabLst/>
              <a:defRPr b="1">
                <a:latin typeface="+mj-lt"/>
              </a:defRPr>
            </a:lvl4pPr>
            <a:lvl5pPr marL="9525" indent="-9525">
              <a:buNone/>
              <a:tabLst/>
              <a:defRPr b="1">
                <a:latin typeface="+mj-lt"/>
              </a:defRPr>
            </a:lvl5pPr>
          </a:lstStyle>
          <a:p>
            <a:pPr lvl="0"/>
            <a:r>
              <a:rPr lang="en-US" dirty="0"/>
              <a:t>Page Title</a:t>
            </a:r>
          </a:p>
          <a:p>
            <a:pPr lvl="0"/>
            <a:r>
              <a:rPr lang="en-US" dirty="0"/>
              <a:t>Goes Here</a:t>
            </a:r>
          </a:p>
        </p:txBody>
      </p:sp>
      <p:pic>
        <p:nvPicPr>
          <p:cNvPr id="10" name="Picture 9" descr="A person standing in front of a black background&#10;&#10;AI-generated content may be incorrect.">
            <a:extLst>
              <a:ext uri="{FF2B5EF4-FFF2-40B4-BE49-F238E27FC236}">
                <a16:creationId xmlns:a16="http://schemas.microsoft.com/office/drawing/2014/main" id="{855E07E4-9DDC-F76E-3389-EFCF19E96E2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35677" y="404813"/>
            <a:ext cx="2059421" cy="788987"/>
          </a:xfrm>
          <a:prstGeom prst="rect">
            <a:avLst/>
          </a:prstGeom>
        </p:spPr>
      </p:pic>
    </p:spTree>
    <p:extLst>
      <p:ext uri="{BB962C8B-B14F-4D97-AF65-F5344CB8AC3E}">
        <p14:creationId xmlns:p14="http://schemas.microsoft.com/office/powerpoint/2010/main" val="32208055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Heavy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5C83AB5-C268-C3D0-9F45-4FADD8B004E0}"/>
              </a:ext>
            </a:extLst>
          </p:cNvPr>
          <p:cNvSpPr>
            <a:spLocks noGrp="1" noRot="1" noMove="1" noResize="1" noEditPoints="1" noAdjustHandles="1" noChangeArrowheads="1" noChangeShapeType="1"/>
          </p:cNvSpPr>
          <p:nvPr userDrawn="1"/>
        </p:nvSpPr>
        <p:spPr>
          <a:xfrm>
            <a:off x="0" y="0"/>
            <a:ext cx="6096000" cy="6858000"/>
          </a:xfrm>
          <a:prstGeom prst="rect">
            <a:avLst/>
          </a:prstGeom>
          <a:solidFill>
            <a:srgbClr val="9D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2" name="Picture 11" descr="A black and white pattern&#10;&#10;AI-generated content may be incorrect.">
            <a:extLst>
              <a:ext uri="{FF2B5EF4-FFF2-40B4-BE49-F238E27FC236}">
                <a16:creationId xmlns:a16="http://schemas.microsoft.com/office/drawing/2014/main" id="{DC042103-2B8E-5889-7EEE-135E13DB4E24}"/>
              </a:ext>
            </a:extLst>
          </p:cNvPr>
          <p:cNvPicPr>
            <a:picLocks noGrp="1" noRot="1" noChangeAspect="1" noMove="1" noResize="1" noEditPoints="1" noAdjustHandles="1" noChangeArrowheads="1" noChangeShapeType="1" noCrop="1"/>
          </p:cNvPicPr>
          <p:nvPr userDrawn="1"/>
        </p:nvPicPr>
        <p:blipFill>
          <a:blip r:embed="rId2">
            <a:alphaModFix amt="4000"/>
            <a:extLst>
              <a:ext uri="{28A0092B-C50C-407E-A947-70E740481C1C}">
                <a14:useLocalDpi xmlns:a14="http://schemas.microsoft.com/office/drawing/2010/main" val="0"/>
              </a:ext>
            </a:extLst>
          </a:blip>
          <a:srcRect t="30114" r="50000" b="30111"/>
          <a:stretch>
            <a:fillRect/>
          </a:stretch>
        </p:blipFill>
        <p:spPr>
          <a:xfrm>
            <a:off x="0" y="0"/>
            <a:ext cx="6096000" cy="6858000"/>
          </a:xfrm>
          <a:prstGeom prst="rect">
            <a:avLst/>
          </a:prstGeom>
        </p:spPr>
      </p:pic>
      <p:sp>
        <p:nvSpPr>
          <p:cNvPr id="5" name="Text Placeholder 4">
            <a:extLst>
              <a:ext uri="{FF2B5EF4-FFF2-40B4-BE49-F238E27FC236}">
                <a16:creationId xmlns:a16="http://schemas.microsoft.com/office/drawing/2014/main" id="{0C104EAA-9BB3-1CC5-FA05-1C2C5EF45764}"/>
              </a:ext>
            </a:extLst>
          </p:cNvPr>
          <p:cNvSpPr>
            <a:spLocks noGrp="1"/>
          </p:cNvSpPr>
          <p:nvPr>
            <p:ph type="body" sz="quarter" idx="11" hasCustomPrompt="1"/>
          </p:nvPr>
        </p:nvSpPr>
        <p:spPr>
          <a:xfrm>
            <a:off x="6253163" y="1536700"/>
            <a:ext cx="5314950" cy="4737100"/>
          </a:xfrm>
          <a:prstGeom prst="rect">
            <a:avLst/>
          </a:prstGeom>
        </p:spPr>
        <p:txBody>
          <a:bodyPr/>
          <a:lstStyle>
            <a:lvl1pPr marL="11113" indent="-11113">
              <a:buFont typeface="Arial" panose="020B0604020202020204" pitchFamily="34" charset="0"/>
              <a:buNone/>
              <a:tabLst/>
              <a:defRPr sz="2400"/>
            </a:lvl1pPr>
            <a:lvl2pPr marL="11113" indent="-11113">
              <a:buFont typeface="Arial" panose="020B0604020202020204" pitchFamily="34" charset="0"/>
              <a:buNone/>
              <a:tabLst/>
              <a:defRPr/>
            </a:lvl2pPr>
            <a:lvl3pPr marL="11113" indent="-11113">
              <a:buFont typeface="Arial" panose="020B0604020202020204" pitchFamily="34" charset="0"/>
              <a:buNone/>
              <a:tabLst/>
              <a:defRPr/>
            </a:lvl3pPr>
            <a:lvl4pPr marL="11113" indent="-11113">
              <a:buFont typeface="Arial" panose="020B0604020202020204" pitchFamily="34" charset="0"/>
              <a:buNone/>
              <a:tabLst/>
              <a:defRPr/>
            </a:lvl4pPr>
            <a:lvl5pPr marL="11113" indent="-11113">
              <a:buFont typeface="Arial" panose="020B0604020202020204" pitchFamily="34" charset="0"/>
              <a:buNone/>
              <a:tabLst/>
              <a:defRPr/>
            </a:lvl5pPr>
          </a:lstStyle>
          <a:p>
            <a:pPr lvl="0"/>
            <a:r>
              <a:rPr lang="en-US" dirty="0"/>
              <a:t>Lorem ipsum dolor sit amet, consectetuer adipiscing elit. Maecenas porttitor congue massa. Fusce posuere, magna sed pulvinar ultricies, purus lectus malesuada libero, sit amet commodo magna eros quis </a:t>
            </a:r>
            <a:r>
              <a:rPr lang="en-US" dirty="0" err="1"/>
              <a:t>urna</a:t>
            </a:r>
            <a:r>
              <a:rPr lang="en-US" dirty="0"/>
              <a:t>. Nunc viverra imperdiet enim. Fusce est. Vivamus a tellus.</a:t>
            </a:r>
          </a:p>
          <a:p>
            <a:pPr lvl="0"/>
            <a:endParaRPr lang="en-US" dirty="0"/>
          </a:p>
          <a:p>
            <a:pPr lvl="0"/>
            <a:r>
              <a:rPr lang="en-US" dirty="0"/>
              <a:t>Pellentesque habitant morbi tristique senectus et netus et malesuada fames ac turpis egestas. Proin pharetra </a:t>
            </a:r>
            <a:r>
              <a:rPr lang="en-US" dirty="0" err="1"/>
              <a:t>nonumm</a:t>
            </a:r>
            <a:r>
              <a:rPr lang="en-US" dirty="0"/>
              <a:t>.</a:t>
            </a:r>
          </a:p>
        </p:txBody>
      </p:sp>
      <p:sp>
        <p:nvSpPr>
          <p:cNvPr id="11" name="Text Placeholder 2">
            <a:extLst>
              <a:ext uri="{FF2B5EF4-FFF2-40B4-BE49-F238E27FC236}">
                <a16:creationId xmlns:a16="http://schemas.microsoft.com/office/drawing/2014/main" id="{ECA464A3-B29B-71D2-D6BC-1CDBA27E4B3C}"/>
              </a:ext>
            </a:extLst>
          </p:cNvPr>
          <p:cNvSpPr>
            <a:spLocks noGrp="1"/>
          </p:cNvSpPr>
          <p:nvPr>
            <p:ph type="body" sz="quarter" idx="10" hasCustomPrompt="1"/>
          </p:nvPr>
        </p:nvSpPr>
        <p:spPr>
          <a:xfrm>
            <a:off x="658814" y="2693884"/>
            <a:ext cx="5173576" cy="1470231"/>
          </a:xfrm>
          <a:prstGeom prst="rect">
            <a:avLst/>
          </a:prstGeom>
        </p:spPr>
        <p:txBody>
          <a:bodyPr/>
          <a:lstStyle>
            <a:lvl1pPr marL="11113" indent="-11113">
              <a:lnSpc>
                <a:spcPct val="79821"/>
              </a:lnSpc>
              <a:spcBef>
                <a:spcPts val="1000"/>
              </a:spcBef>
              <a:spcAft>
                <a:spcPts val="0"/>
              </a:spcAft>
              <a:buNone/>
              <a:tabLst/>
              <a:defRPr sz="4800" b="0" spc="0">
                <a:solidFill>
                  <a:schemeClr val="bg1"/>
                </a:solidFill>
                <a:latin typeface="+mj-lt"/>
              </a:defRPr>
            </a:lvl1pPr>
            <a:lvl2pPr marL="9525" indent="-9525">
              <a:buNone/>
              <a:tabLst/>
              <a:defRPr b="1">
                <a:latin typeface="+mj-lt"/>
              </a:defRPr>
            </a:lvl2pPr>
            <a:lvl3pPr marL="9525" indent="-9525">
              <a:buNone/>
              <a:tabLst/>
              <a:defRPr b="1">
                <a:latin typeface="+mj-lt"/>
              </a:defRPr>
            </a:lvl3pPr>
            <a:lvl4pPr marL="9525" indent="-9525">
              <a:buNone/>
              <a:tabLst/>
              <a:defRPr b="1">
                <a:latin typeface="+mj-lt"/>
              </a:defRPr>
            </a:lvl4pPr>
            <a:lvl5pPr marL="9525" indent="-9525">
              <a:buNone/>
              <a:tabLst/>
              <a:defRPr b="1">
                <a:latin typeface="+mj-lt"/>
              </a:defRPr>
            </a:lvl5pPr>
          </a:lstStyle>
          <a:p>
            <a:pPr lvl="0"/>
            <a:r>
              <a:rPr lang="en-US" dirty="0"/>
              <a:t>Page Title</a:t>
            </a:r>
          </a:p>
          <a:p>
            <a:pPr lvl="0"/>
            <a:r>
              <a:rPr lang="en-US" dirty="0"/>
              <a:t>Goes Here</a:t>
            </a:r>
          </a:p>
        </p:txBody>
      </p:sp>
      <p:pic>
        <p:nvPicPr>
          <p:cNvPr id="13" name="Picture 12" descr="A person standing in front of a black background&#10;&#10;AI-generated content may be incorrect.">
            <a:extLst>
              <a:ext uri="{FF2B5EF4-FFF2-40B4-BE49-F238E27FC236}">
                <a16:creationId xmlns:a16="http://schemas.microsoft.com/office/drawing/2014/main" id="{4F1BB5F5-CD4A-4BB0-E5DE-5B9BF911BB1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35677" y="404813"/>
            <a:ext cx="2059421" cy="788987"/>
          </a:xfrm>
          <a:prstGeom prst="rect">
            <a:avLst/>
          </a:prstGeom>
        </p:spPr>
      </p:pic>
    </p:spTree>
    <p:extLst>
      <p:ext uri="{BB962C8B-B14F-4D97-AF65-F5344CB8AC3E}">
        <p14:creationId xmlns:p14="http://schemas.microsoft.com/office/powerpoint/2010/main" val="425216549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0CD5A32-1DD9-9F1F-05C0-62028B8E6AE1}"/>
              </a:ext>
            </a:extLst>
          </p:cNvPr>
          <p:cNvGrpSpPr>
            <a:grpSpLocks noGrp="1" noUngrp="1" noRot="1" noMove="1" noResize="1"/>
          </p:cNvGrpSpPr>
          <p:nvPr userDrawn="1"/>
        </p:nvGrpSpPr>
        <p:grpSpPr>
          <a:xfrm>
            <a:off x="0" y="0"/>
            <a:ext cx="8542944" cy="6858000"/>
            <a:chOff x="-1881188" y="0"/>
            <a:chExt cx="8542944" cy="6858000"/>
          </a:xfrm>
        </p:grpSpPr>
        <p:sp>
          <p:nvSpPr>
            <p:cNvPr id="4" name="Rectangle 3">
              <a:extLst>
                <a:ext uri="{FF2B5EF4-FFF2-40B4-BE49-F238E27FC236}">
                  <a16:creationId xmlns:a16="http://schemas.microsoft.com/office/drawing/2014/main" id="{B1E196AE-C545-48EB-65BB-7F435BB28361}"/>
                </a:ext>
              </a:extLst>
            </p:cNvPr>
            <p:cNvSpPr>
              <a:spLocks noGrp="1" noRot="1" noMove="1" noResize="1" noEditPoints="1" noAdjustHandles="1" noChangeArrowheads="1" noChangeShapeType="1"/>
            </p:cNvSpPr>
            <p:nvPr/>
          </p:nvSpPr>
          <p:spPr>
            <a:xfrm>
              <a:off x="-1881188" y="0"/>
              <a:ext cx="7977188" cy="6858000"/>
            </a:xfrm>
            <a:prstGeom prst="rect">
              <a:avLst/>
            </a:prstGeom>
            <a:solidFill>
              <a:srgbClr val="9D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5" name="Rectangle 4">
              <a:extLst>
                <a:ext uri="{FF2B5EF4-FFF2-40B4-BE49-F238E27FC236}">
                  <a16:creationId xmlns:a16="http://schemas.microsoft.com/office/drawing/2014/main" id="{8D961646-C8EB-A2AB-D03E-3C196062442B}"/>
                </a:ext>
              </a:extLst>
            </p:cNvPr>
            <p:cNvSpPr>
              <a:spLocks noGrp="1" noRot="1" noMove="1" noResize="1" noEditPoints="1" noAdjustHandles="1" noChangeArrowheads="1" noChangeShapeType="1"/>
            </p:cNvSpPr>
            <p:nvPr/>
          </p:nvSpPr>
          <p:spPr>
            <a:xfrm rot="2700000">
              <a:off x="5530244" y="2863244"/>
              <a:ext cx="1131512" cy="11315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grpSp>
      <p:pic>
        <p:nvPicPr>
          <p:cNvPr id="9" name="Picture 8" descr="A black and white pattern&#10;&#10;AI-generated content may be incorrect.">
            <a:extLst>
              <a:ext uri="{FF2B5EF4-FFF2-40B4-BE49-F238E27FC236}">
                <a16:creationId xmlns:a16="http://schemas.microsoft.com/office/drawing/2014/main" id="{A2DABCA7-E86F-CA3E-2DBE-230D0EBC5919}"/>
              </a:ext>
            </a:extLst>
          </p:cNvPr>
          <p:cNvPicPr>
            <a:picLocks noGrp="1" noRot="1" noChangeAspect="1" noMove="1" noResize="1" noEditPoints="1" noAdjustHandles="1" noChangeArrowheads="1" noChangeShapeType="1" noCrop="1"/>
          </p:cNvPicPr>
          <p:nvPr userDrawn="1"/>
        </p:nvPicPr>
        <p:blipFill>
          <a:blip r:embed="rId2">
            <a:alphaModFix amt="4000"/>
            <a:extLst>
              <a:ext uri="{28A0092B-C50C-407E-A947-70E740481C1C}">
                <a14:useLocalDpi xmlns:a14="http://schemas.microsoft.com/office/drawing/2010/main" val="0"/>
              </a:ext>
            </a:extLst>
          </a:blip>
          <a:srcRect t="30114" r="34570" b="30111"/>
          <a:stretch>
            <a:fillRect/>
          </a:stretch>
        </p:blipFill>
        <p:spPr>
          <a:xfrm>
            <a:off x="0" y="0"/>
            <a:ext cx="7977188" cy="6858000"/>
          </a:xfrm>
          <a:prstGeom prst="rect">
            <a:avLst/>
          </a:prstGeom>
        </p:spPr>
      </p:pic>
      <p:sp>
        <p:nvSpPr>
          <p:cNvPr id="7" name="Text Placeholder 4">
            <a:extLst>
              <a:ext uri="{FF2B5EF4-FFF2-40B4-BE49-F238E27FC236}">
                <a16:creationId xmlns:a16="http://schemas.microsoft.com/office/drawing/2014/main" id="{40D34FD8-31A6-AED1-1EE1-5B86A69410DF}"/>
              </a:ext>
            </a:extLst>
          </p:cNvPr>
          <p:cNvSpPr>
            <a:spLocks noGrp="1"/>
          </p:cNvSpPr>
          <p:nvPr>
            <p:ph type="body" sz="quarter" idx="11" hasCustomPrompt="1"/>
          </p:nvPr>
        </p:nvSpPr>
        <p:spPr>
          <a:xfrm>
            <a:off x="8292028" y="1801340"/>
            <a:ext cx="3063832" cy="3839519"/>
          </a:xfrm>
          <a:prstGeom prst="rect">
            <a:avLst/>
          </a:prstGeom>
        </p:spPr>
        <p:txBody>
          <a:bodyPr/>
          <a:lstStyle>
            <a:lvl1pPr marL="11113" indent="-11113">
              <a:buFont typeface="Arial" panose="020B0604020202020204" pitchFamily="34" charset="0"/>
              <a:buNone/>
              <a:tabLst/>
              <a:defRPr sz="2400"/>
            </a:lvl1pPr>
            <a:lvl2pPr marL="11113" indent="-11113">
              <a:buFont typeface="Arial" panose="020B0604020202020204" pitchFamily="34" charset="0"/>
              <a:buNone/>
              <a:tabLst/>
              <a:defRPr/>
            </a:lvl2pPr>
            <a:lvl3pPr marL="11113" indent="-11113">
              <a:buFont typeface="Arial" panose="020B0604020202020204" pitchFamily="34" charset="0"/>
              <a:buNone/>
              <a:tabLst/>
              <a:defRPr/>
            </a:lvl3pPr>
            <a:lvl4pPr marL="11113" indent="-11113">
              <a:buFont typeface="Arial" panose="020B0604020202020204" pitchFamily="34" charset="0"/>
              <a:buNone/>
              <a:tabLst/>
              <a:defRPr/>
            </a:lvl4pPr>
            <a:lvl5pPr marL="11113" indent="-11113">
              <a:buFont typeface="Arial" panose="020B0604020202020204" pitchFamily="34" charset="0"/>
              <a:buNone/>
              <a:tabLst/>
              <a:defRPr/>
            </a:lvl5pPr>
          </a:lstStyle>
          <a:p>
            <a:pPr lvl="0"/>
            <a:r>
              <a:rPr lang="en-US" dirty="0"/>
              <a:t>Lorem ipsum dolor sit amet, consectetuer adipiscing elit. Maecenas porttitor congue massa. Fusce posuere, magna sed pulvinar ultricies, purus lectus malesuada libero, sit amet commodo magna eros quis </a:t>
            </a:r>
            <a:r>
              <a:rPr lang="en-US" dirty="0" err="1"/>
              <a:t>urna</a:t>
            </a:r>
            <a:r>
              <a:rPr lang="en-US" dirty="0"/>
              <a:t>. </a:t>
            </a:r>
          </a:p>
        </p:txBody>
      </p:sp>
      <p:sp>
        <p:nvSpPr>
          <p:cNvPr id="8" name="Text Placeholder 2">
            <a:extLst>
              <a:ext uri="{FF2B5EF4-FFF2-40B4-BE49-F238E27FC236}">
                <a16:creationId xmlns:a16="http://schemas.microsoft.com/office/drawing/2014/main" id="{63BD8136-34B5-7256-4633-D42AA01DC540}"/>
              </a:ext>
            </a:extLst>
          </p:cNvPr>
          <p:cNvSpPr>
            <a:spLocks noGrp="1"/>
          </p:cNvSpPr>
          <p:nvPr>
            <p:ph type="body" sz="quarter" idx="10" hasCustomPrompt="1"/>
          </p:nvPr>
        </p:nvSpPr>
        <p:spPr>
          <a:xfrm>
            <a:off x="658814" y="2758869"/>
            <a:ext cx="5173576" cy="1470231"/>
          </a:xfrm>
          <a:prstGeom prst="rect">
            <a:avLst/>
          </a:prstGeom>
        </p:spPr>
        <p:txBody>
          <a:bodyPr/>
          <a:lstStyle>
            <a:lvl1pPr marL="11113" indent="-11113">
              <a:lnSpc>
                <a:spcPct val="79821"/>
              </a:lnSpc>
              <a:spcBef>
                <a:spcPts val="1000"/>
              </a:spcBef>
              <a:spcAft>
                <a:spcPts val="0"/>
              </a:spcAft>
              <a:buNone/>
              <a:tabLst/>
              <a:defRPr sz="4800" b="0" spc="0">
                <a:solidFill>
                  <a:schemeClr val="bg1"/>
                </a:solidFill>
                <a:latin typeface="+mj-lt"/>
              </a:defRPr>
            </a:lvl1pPr>
            <a:lvl2pPr marL="9525" indent="-9525">
              <a:buNone/>
              <a:tabLst/>
              <a:defRPr b="1">
                <a:latin typeface="+mj-lt"/>
              </a:defRPr>
            </a:lvl2pPr>
            <a:lvl3pPr marL="9525" indent="-9525">
              <a:buNone/>
              <a:tabLst/>
              <a:defRPr b="1">
                <a:latin typeface="+mj-lt"/>
              </a:defRPr>
            </a:lvl3pPr>
            <a:lvl4pPr marL="9525" indent="-9525">
              <a:buNone/>
              <a:tabLst/>
              <a:defRPr b="1">
                <a:latin typeface="+mj-lt"/>
              </a:defRPr>
            </a:lvl4pPr>
            <a:lvl5pPr marL="9525" indent="-9525">
              <a:buNone/>
              <a:tabLst/>
              <a:defRPr b="1">
                <a:latin typeface="+mj-lt"/>
              </a:defRPr>
            </a:lvl5pPr>
          </a:lstStyle>
          <a:p>
            <a:pPr lvl="0"/>
            <a:r>
              <a:rPr lang="en-US" dirty="0"/>
              <a:t>Page Title</a:t>
            </a:r>
          </a:p>
          <a:p>
            <a:pPr lvl="0"/>
            <a:r>
              <a:rPr lang="en-US" dirty="0"/>
              <a:t>Goes Here</a:t>
            </a:r>
          </a:p>
        </p:txBody>
      </p:sp>
      <p:pic>
        <p:nvPicPr>
          <p:cNvPr id="10" name="Picture 9" descr="A person standing in front of a black background&#10;&#10;AI-generated content may be incorrect.">
            <a:extLst>
              <a:ext uri="{FF2B5EF4-FFF2-40B4-BE49-F238E27FC236}">
                <a16:creationId xmlns:a16="http://schemas.microsoft.com/office/drawing/2014/main" id="{5736BFB4-E079-77CD-4EB8-2CBE3C09433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35677" y="404813"/>
            <a:ext cx="2059421" cy="788987"/>
          </a:xfrm>
          <a:prstGeom prst="rect">
            <a:avLst/>
          </a:prstGeom>
        </p:spPr>
      </p:pic>
    </p:spTree>
    <p:extLst>
      <p:ext uri="{BB962C8B-B14F-4D97-AF65-F5344CB8AC3E}">
        <p14:creationId xmlns:p14="http://schemas.microsoft.com/office/powerpoint/2010/main" val="27047709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Heavy 3">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1139B6-4FF5-1B8C-E335-7E704BE7E464}"/>
              </a:ext>
            </a:extLst>
          </p:cNvPr>
          <p:cNvSpPr/>
          <p:nvPr userDrawn="1"/>
        </p:nvSpPr>
        <p:spPr>
          <a:xfrm>
            <a:off x="0" y="0"/>
            <a:ext cx="12192000" cy="6858000"/>
          </a:xfrm>
          <a:prstGeom prst="rect">
            <a:avLst/>
          </a:prstGeom>
          <a:solidFill>
            <a:srgbClr val="9D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pic>
        <p:nvPicPr>
          <p:cNvPr id="10" name="Picture 9" descr="A black and white pattern&#10;&#10;AI-generated content may be incorrect.">
            <a:extLst>
              <a:ext uri="{FF2B5EF4-FFF2-40B4-BE49-F238E27FC236}">
                <a16:creationId xmlns:a16="http://schemas.microsoft.com/office/drawing/2014/main" id="{63313BFF-E328-5EFC-04CC-CDBFFC030F53}"/>
              </a:ext>
            </a:extLst>
          </p:cNvPr>
          <p:cNvPicPr>
            <a:picLocks noGrp="1" noRot="1" noChangeAspect="1" noMove="1" noResize="1" noEditPoints="1" noAdjustHandles="1" noChangeArrowheads="1" noChangeShapeType="1" noCrop="1"/>
          </p:cNvPicPr>
          <p:nvPr userDrawn="1"/>
        </p:nvPicPr>
        <p:blipFill>
          <a:blip r:embed="rId2">
            <a:alphaModFix amt="4000"/>
            <a:extLst>
              <a:ext uri="{28A0092B-C50C-407E-A947-70E740481C1C}">
                <a14:useLocalDpi xmlns:a14="http://schemas.microsoft.com/office/drawing/2010/main" val="0"/>
              </a:ext>
            </a:extLst>
          </a:blip>
          <a:srcRect t="30114" b="30111"/>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BC2CBAEF-2698-DE72-B8C5-FE34EFB2D537}"/>
              </a:ext>
            </a:extLst>
          </p:cNvPr>
          <p:cNvSpPr/>
          <p:nvPr userDrawn="1"/>
        </p:nvSpPr>
        <p:spPr>
          <a:xfrm>
            <a:off x="6096000" y="1895955"/>
            <a:ext cx="5472113" cy="437784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 name="Text Placeholder 5">
            <a:extLst>
              <a:ext uri="{FF2B5EF4-FFF2-40B4-BE49-F238E27FC236}">
                <a16:creationId xmlns:a16="http://schemas.microsoft.com/office/drawing/2014/main" id="{22969233-E687-61C1-3DB0-09DFCED15EA4}"/>
              </a:ext>
            </a:extLst>
          </p:cNvPr>
          <p:cNvSpPr>
            <a:spLocks noGrp="1"/>
          </p:cNvSpPr>
          <p:nvPr>
            <p:ph type="body" sz="quarter" idx="11"/>
          </p:nvPr>
        </p:nvSpPr>
        <p:spPr>
          <a:xfrm>
            <a:off x="658813" y="2434443"/>
            <a:ext cx="5235575" cy="3839358"/>
          </a:xfrm>
          <a:prstGeom prst="rect">
            <a:avLst/>
          </a:prstGeom>
        </p:spPr>
        <p:txBody>
          <a:bodyPr/>
          <a:lstStyle>
            <a:lvl1pPr marL="11113" indent="-11113">
              <a:buNone/>
              <a:tabLst/>
              <a:defRPr/>
            </a:lvl1pPr>
            <a:lvl2pPr marL="11113" indent="-11113">
              <a:buNone/>
              <a:tabLst/>
              <a:defRPr/>
            </a:lvl2pPr>
            <a:lvl3pPr marL="11113" indent="-11113">
              <a:buNone/>
              <a:tabLst/>
              <a:defRPr/>
            </a:lvl3pPr>
            <a:lvl4pPr marL="11113" indent="-11113">
              <a:buNone/>
              <a:tabLst/>
              <a:defRPr/>
            </a:lvl4pPr>
            <a:lvl5pPr marL="11113" indent="-11113">
              <a:buNone/>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a:extLst>
              <a:ext uri="{FF2B5EF4-FFF2-40B4-BE49-F238E27FC236}">
                <a16:creationId xmlns:a16="http://schemas.microsoft.com/office/drawing/2014/main" id="{C4E5F0FF-8F91-EACB-9103-DE2B6EA37776}"/>
              </a:ext>
            </a:extLst>
          </p:cNvPr>
          <p:cNvSpPr>
            <a:spLocks noGrp="1"/>
          </p:cNvSpPr>
          <p:nvPr>
            <p:ph type="body" sz="quarter" idx="12"/>
          </p:nvPr>
        </p:nvSpPr>
        <p:spPr>
          <a:xfrm>
            <a:off x="6400800" y="2019882"/>
            <a:ext cx="4905375" cy="3962796"/>
          </a:xfrm>
          <a:prstGeom prst="rect">
            <a:avLst/>
          </a:prstGeom>
        </p:spPr>
        <p:txBody>
          <a:bodyPr/>
          <a:lstStyle>
            <a:lvl1pPr marL="233363" indent="-233363">
              <a:tabLst/>
              <a:defRPr>
                <a:solidFill>
                  <a:schemeClr val="bg1"/>
                </a:solidFill>
              </a:defRPr>
            </a:lvl1pPr>
            <a:lvl2pPr marL="233363" indent="-233363">
              <a:tabLst/>
              <a:defRPr>
                <a:solidFill>
                  <a:schemeClr val="bg1"/>
                </a:solidFill>
              </a:defRPr>
            </a:lvl2pPr>
            <a:lvl3pPr marL="233363" indent="-233363">
              <a:tabLst/>
              <a:defRPr>
                <a:solidFill>
                  <a:schemeClr val="bg1"/>
                </a:solidFill>
              </a:defRPr>
            </a:lvl3pPr>
            <a:lvl4pPr marL="233363" indent="-233363">
              <a:tabLst/>
              <a:defRPr>
                <a:solidFill>
                  <a:schemeClr val="bg1"/>
                </a:solidFill>
              </a:defRPr>
            </a:lvl4pPr>
            <a:lvl5pPr marL="233363" indent="-233363">
              <a:tabLst/>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2">
            <a:extLst>
              <a:ext uri="{FF2B5EF4-FFF2-40B4-BE49-F238E27FC236}">
                <a16:creationId xmlns:a16="http://schemas.microsoft.com/office/drawing/2014/main" id="{BEA3524F-8DF7-B839-9217-232253390546}"/>
              </a:ext>
            </a:extLst>
          </p:cNvPr>
          <p:cNvSpPr>
            <a:spLocks noGrp="1"/>
          </p:cNvSpPr>
          <p:nvPr>
            <p:ph type="body" sz="quarter" idx="10" hasCustomPrompt="1"/>
          </p:nvPr>
        </p:nvSpPr>
        <p:spPr>
          <a:xfrm>
            <a:off x="658814" y="584200"/>
            <a:ext cx="5173576" cy="1470231"/>
          </a:xfrm>
          <a:prstGeom prst="rect">
            <a:avLst/>
          </a:prstGeom>
        </p:spPr>
        <p:txBody>
          <a:bodyPr/>
          <a:lstStyle>
            <a:lvl1pPr marL="11113" indent="-11113">
              <a:lnSpc>
                <a:spcPct val="79821"/>
              </a:lnSpc>
              <a:spcBef>
                <a:spcPts val="1000"/>
              </a:spcBef>
              <a:spcAft>
                <a:spcPts val="0"/>
              </a:spcAft>
              <a:buNone/>
              <a:tabLst/>
              <a:defRPr sz="4800" b="0" spc="0">
                <a:solidFill>
                  <a:schemeClr val="tx1"/>
                </a:solidFill>
                <a:latin typeface="+mj-lt"/>
              </a:defRPr>
            </a:lvl1pPr>
            <a:lvl2pPr marL="9525" indent="-9525">
              <a:buNone/>
              <a:tabLst/>
              <a:defRPr b="1">
                <a:latin typeface="+mj-lt"/>
              </a:defRPr>
            </a:lvl2pPr>
            <a:lvl3pPr marL="9525" indent="-9525">
              <a:buNone/>
              <a:tabLst/>
              <a:defRPr b="1">
                <a:latin typeface="+mj-lt"/>
              </a:defRPr>
            </a:lvl3pPr>
            <a:lvl4pPr marL="9525" indent="-9525">
              <a:buNone/>
              <a:tabLst/>
              <a:defRPr b="1">
                <a:latin typeface="+mj-lt"/>
              </a:defRPr>
            </a:lvl4pPr>
            <a:lvl5pPr marL="9525" indent="-9525">
              <a:buNone/>
              <a:tabLst/>
              <a:defRPr b="1">
                <a:latin typeface="+mj-lt"/>
              </a:defRPr>
            </a:lvl5pPr>
          </a:lstStyle>
          <a:p>
            <a:pPr lvl="0"/>
            <a:r>
              <a:rPr lang="en-US" dirty="0"/>
              <a:t>Page Title</a:t>
            </a:r>
          </a:p>
          <a:p>
            <a:pPr lvl="0"/>
            <a:r>
              <a:rPr lang="en-US" dirty="0"/>
              <a:t>Goes Here</a:t>
            </a:r>
          </a:p>
        </p:txBody>
      </p:sp>
      <p:pic>
        <p:nvPicPr>
          <p:cNvPr id="13" name="Picture 12" descr="A white text on a black background&#10;&#10;AI-generated content may be incorrect.">
            <a:extLst>
              <a:ext uri="{FF2B5EF4-FFF2-40B4-BE49-F238E27FC236}">
                <a16:creationId xmlns:a16="http://schemas.microsoft.com/office/drawing/2014/main" id="{211ABDBD-2A42-3166-D520-C668F620813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13888" y="412185"/>
            <a:ext cx="2144712" cy="821663"/>
          </a:xfrm>
          <a:prstGeom prst="rect">
            <a:avLst/>
          </a:prstGeom>
        </p:spPr>
      </p:pic>
    </p:spTree>
    <p:extLst>
      <p:ext uri="{BB962C8B-B14F-4D97-AF65-F5344CB8AC3E}">
        <p14:creationId xmlns:p14="http://schemas.microsoft.com/office/powerpoint/2010/main" val="10949545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 Imag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1139B6-4FF5-1B8C-E335-7E704BE7E464}"/>
              </a:ext>
            </a:extLst>
          </p:cNvPr>
          <p:cNvSpPr/>
          <p:nvPr userDrawn="1"/>
        </p:nvSpPr>
        <p:spPr>
          <a:xfrm>
            <a:off x="0" y="0"/>
            <a:ext cx="12192000" cy="6858000"/>
          </a:xfrm>
          <a:prstGeom prst="rect">
            <a:avLst/>
          </a:prstGeom>
          <a:solidFill>
            <a:srgbClr val="9D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pic>
        <p:nvPicPr>
          <p:cNvPr id="10" name="Picture 9" descr="A black and white pattern&#10;&#10;AI-generated content may be incorrect.">
            <a:extLst>
              <a:ext uri="{FF2B5EF4-FFF2-40B4-BE49-F238E27FC236}">
                <a16:creationId xmlns:a16="http://schemas.microsoft.com/office/drawing/2014/main" id="{42B98892-3637-C0C4-F6E9-1BC2F7A614A2}"/>
              </a:ext>
            </a:extLst>
          </p:cNvPr>
          <p:cNvPicPr>
            <a:picLocks noGrp="1" noRot="1" noChangeAspect="1" noMove="1" noResize="1" noEditPoints="1" noAdjustHandles="1" noChangeArrowheads="1" noChangeShapeType="1" noCrop="1"/>
          </p:cNvPicPr>
          <p:nvPr userDrawn="1"/>
        </p:nvPicPr>
        <p:blipFill>
          <a:blip r:embed="rId2">
            <a:alphaModFix amt="4000"/>
            <a:extLst>
              <a:ext uri="{28A0092B-C50C-407E-A947-70E740481C1C}">
                <a14:useLocalDpi xmlns:a14="http://schemas.microsoft.com/office/drawing/2010/main" val="0"/>
              </a:ext>
            </a:extLst>
          </a:blip>
          <a:srcRect t="30114" b="30111"/>
          <a:stretch>
            <a:fillRect/>
          </a:stretch>
        </p:blipFill>
        <p:spPr>
          <a:xfrm>
            <a:off x="0" y="-6350"/>
            <a:ext cx="12192000" cy="6858000"/>
          </a:xfrm>
          <a:prstGeom prst="rect">
            <a:avLst/>
          </a:prstGeom>
        </p:spPr>
      </p:pic>
      <p:sp>
        <p:nvSpPr>
          <p:cNvPr id="2" name="Rectangle 1">
            <a:extLst>
              <a:ext uri="{FF2B5EF4-FFF2-40B4-BE49-F238E27FC236}">
                <a16:creationId xmlns:a16="http://schemas.microsoft.com/office/drawing/2014/main" id="{BC2CBAEF-2698-DE72-B8C5-FE34EFB2D537}"/>
              </a:ext>
            </a:extLst>
          </p:cNvPr>
          <p:cNvSpPr/>
          <p:nvPr userDrawn="1"/>
        </p:nvSpPr>
        <p:spPr>
          <a:xfrm>
            <a:off x="6491204" y="1741584"/>
            <a:ext cx="5076909" cy="453221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 name="Text Placeholder 5">
            <a:extLst>
              <a:ext uri="{FF2B5EF4-FFF2-40B4-BE49-F238E27FC236}">
                <a16:creationId xmlns:a16="http://schemas.microsoft.com/office/drawing/2014/main" id="{22969233-E687-61C1-3DB0-09DFCED15EA4}"/>
              </a:ext>
            </a:extLst>
          </p:cNvPr>
          <p:cNvSpPr>
            <a:spLocks noGrp="1"/>
          </p:cNvSpPr>
          <p:nvPr>
            <p:ph type="body" sz="quarter" idx="11"/>
          </p:nvPr>
        </p:nvSpPr>
        <p:spPr>
          <a:xfrm>
            <a:off x="658813" y="2470069"/>
            <a:ext cx="5235575" cy="3803732"/>
          </a:xfrm>
          <a:prstGeom prst="rect">
            <a:avLst/>
          </a:prstGeom>
        </p:spPr>
        <p:txBody>
          <a:bodyPr/>
          <a:lstStyle>
            <a:lvl1pPr marL="11113" indent="-11113">
              <a:buNone/>
              <a:tabLst/>
              <a:defRPr/>
            </a:lvl1pPr>
            <a:lvl2pPr marL="11113" indent="-11113">
              <a:buNone/>
              <a:tabLst/>
              <a:defRPr/>
            </a:lvl2pPr>
            <a:lvl3pPr marL="11113" indent="-11113">
              <a:buNone/>
              <a:tabLst/>
              <a:defRPr/>
            </a:lvl3pPr>
            <a:lvl4pPr marL="11113" indent="-11113">
              <a:buNone/>
              <a:tabLst/>
              <a:defRPr/>
            </a:lvl4pPr>
            <a:lvl5pPr marL="11113" indent="-11113">
              <a:buNone/>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icture Placeholder 6">
            <a:extLst>
              <a:ext uri="{FF2B5EF4-FFF2-40B4-BE49-F238E27FC236}">
                <a16:creationId xmlns:a16="http://schemas.microsoft.com/office/drawing/2014/main" id="{C49956EF-E86E-049A-F201-6004B6AA9979}"/>
              </a:ext>
            </a:extLst>
          </p:cNvPr>
          <p:cNvSpPr>
            <a:spLocks noGrp="1"/>
          </p:cNvSpPr>
          <p:nvPr>
            <p:ph type="pic" sz="quarter" idx="12"/>
          </p:nvPr>
        </p:nvSpPr>
        <p:spPr>
          <a:xfrm>
            <a:off x="6653231" y="1879600"/>
            <a:ext cx="4738670" cy="4275138"/>
          </a:xfrm>
          <a:prstGeom prst="rect">
            <a:avLst/>
          </a:prstGeom>
        </p:spPr>
        <p:txBody>
          <a:bodyPr/>
          <a:lstStyle/>
          <a:p>
            <a:endParaRPr lang="en-US"/>
          </a:p>
        </p:txBody>
      </p:sp>
      <p:sp>
        <p:nvSpPr>
          <p:cNvPr id="9" name="Text Placeholder 2">
            <a:extLst>
              <a:ext uri="{FF2B5EF4-FFF2-40B4-BE49-F238E27FC236}">
                <a16:creationId xmlns:a16="http://schemas.microsoft.com/office/drawing/2014/main" id="{02C5F2F8-125F-8237-6491-4D00E5B8FC5D}"/>
              </a:ext>
            </a:extLst>
          </p:cNvPr>
          <p:cNvSpPr>
            <a:spLocks noGrp="1"/>
          </p:cNvSpPr>
          <p:nvPr>
            <p:ph type="body" sz="quarter" idx="10" hasCustomPrompt="1"/>
          </p:nvPr>
        </p:nvSpPr>
        <p:spPr>
          <a:xfrm>
            <a:off x="658814" y="584200"/>
            <a:ext cx="5173576" cy="1470231"/>
          </a:xfrm>
          <a:prstGeom prst="rect">
            <a:avLst/>
          </a:prstGeom>
        </p:spPr>
        <p:txBody>
          <a:bodyPr/>
          <a:lstStyle>
            <a:lvl1pPr marL="11113" indent="-11113">
              <a:lnSpc>
                <a:spcPct val="79821"/>
              </a:lnSpc>
              <a:spcBef>
                <a:spcPts val="1000"/>
              </a:spcBef>
              <a:spcAft>
                <a:spcPts val="0"/>
              </a:spcAft>
              <a:buNone/>
              <a:tabLst/>
              <a:defRPr sz="4800" b="0" spc="0">
                <a:solidFill>
                  <a:schemeClr val="tx1"/>
                </a:solidFill>
                <a:latin typeface="+mj-lt"/>
              </a:defRPr>
            </a:lvl1pPr>
            <a:lvl2pPr marL="9525" indent="-9525">
              <a:buNone/>
              <a:tabLst/>
              <a:defRPr b="1">
                <a:latin typeface="+mj-lt"/>
              </a:defRPr>
            </a:lvl2pPr>
            <a:lvl3pPr marL="9525" indent="-9525">
              <a:buNone/>
              <a:tabLst/>
              <a:defRPr b="1">
                <a:latin typeface="+mj-lt"/>
              </a:defRPr>
            </a:lvl3pPr>
            <a:lvl4pPr marL="9525" indent="-9525">
              <a:buNone/>
              <a:tabLst/>
              <a:defRPr b="1">
                <a:latin typeface="+mj-lt"/>
              </a:defRPr>
            </a:lvl4pPr>
            <a:lvl5pPr marL="9525" indent="-9525">
              <a:buNone/>
              <a:tabLst/>
              <a:defRPr b="1">
                <a:latin typeface="+mj-lt"/>
              </a:defRPr>
            </a:lvl5pPr>
          </a:lstStyle>
          <a:p>
            <a:pPr lvl="0"/>
            <a:r>
              <a:rPr lang="en-US" dirty="0"/>
              <a:t>Page Title</a:t>
            </a:r>
          </a:p>
          <a:p>
            <a:pPr lvl="0"/>
            <a:r>
              <a:rPr lang="en-US" dirty="0"/>
              <a:t>Goes Here</a:t>
            </a:r>
          </a:p>
        </p:txBody>
      </p:sp>
      <p:pic>
        <p:nvPicPr>
          <p:cNvPr id="11" name="Picture 10" descr="A white text on a black background&#10;&#10;AI-generated content may be incorrect.">
            <a:extLst>
              <a:ext uri="{FF2B5EF4-FFF2-40B4-BE49-F238E27FC236}">
                <a16:creationId xmlns:a16="http://schemas.microsoft.com/office/drawing/2014/main" id="{BAC113E1-4FAB-52AD-97ED-88EA198A7D6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13888" y="412185"/>
            <a:ext cx="2144712" cy="821663"/>
          </a:xfrm>
          <a:prstGeom prst="rect">
            <a:avLst/>
          </a:prstGeom>
        </p:spPr>
      </p:pic>
    </p:spTree>
    <p:extLst>
      <p:ext uri="{BB962C8B-B14F-4D97-AF65-F5344CB8AC3E}">
        <p14:creationId xmlns:p14="http://schemas.microsoft.com/office/powerpoint/2010/main" val="23449444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lor Tribloc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277B1B8-A6FC-2A3D-42F9-54003F312D55}"/>
              </a:ext>
            </a:extLst>
          </p:cNvPr>
          <p:cNvSpPr/>
          <p:nvPr userDrawn="1"/>
        </p:nvSpPr>
        <p:spPr>
          <a:xfrm>
            <a:off x="623888" y="2452914"/>
            <a:ext cx="3294969" cy="3820886"/>
          </a:xfrm>
          <a:prstGeom prst="rect">
            <a:avLst/>
          </a:prstGeom>
          <a:solidFill>
            <a:srgbClr val="9D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Rectangle 3">
            <a:extLst>
              <a:ext uri="{FF2B5EF4-FFF2-40B4-BE49-F238E27FC236}">
                <a16:creationId xmlns:a16="http://schemas.microsoft.com/office/drawing/2014/main" id="{278D37FD-2E9F-5582-B340-666698C29C8C}"/>
              </a:ext>
            </a:extLst>
          </p:cNvPr>
          <p:cNvSpPr/>
          <p:nvPr userDrawn="1"/>
        </p:nvSpPr>
        <p:spPr>
          <a:xfrm>
            <a:off x="4448515" y="2452914"/>
            <a:ext cx="3294969" cy="3820886"/>
          </a:xfrm>
          <a:prstGeom prst="rect">
            <a:avLst/>
          </a:prstGeom>
          <a:solidFill>
            <a:srgbClr val="EFB0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5" name="Rectangle 4">
            <a:extLst>
              <a:ext uri="{FF2B5EF4-FFF2-40B4-BE49-F238E27FC236}">
                <a16:creationId xmlns:a16="http://schemas.microsoft.com/office/drawing/2014/main" id="{BB5DAE3B-92F6-766A-C683-DFE154882992}"/>
              </a:ext>
            </a:extLst>
          </p:cNvPr>
          <p:cNvSpPr/>
          <p:nvPr userDrawn="1"/>
        </p:nvSpPr>
        <p:spPr>
          <a:xfrm>
            <a:off x="8273142" y="2452914"/>
            <a:ext cx="3294969" cy="3820886"/>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Text Placeholder 2">
            <a:extLst>
              <a:ext uri="{FF2B5EF4-FFF2-40B4-BE49-F238E27FC236}">
                <a16:creationId xmlns:a16="http://schemas.microsoft.com/office/drawing/2014/main" id="{F047797D-7096-1217-9706-056455DB29E3}"/>
              </a:ext>
            </a:extLst>
          </p:cNvPr>
          <p:cNvSpPr>
            <a:spLocks noGrp="1"/>
          </p:cNvSpPr>
          <p:nvPr>
            <p:ph type="body" sz="quarter" idx="10" hasCustomPrompt="1"/>
          </p:nvPr>
        </p:nvSpPr>
        <p:spPr>
          <a:xfrm>
            <a:off x="658814" y="584200"/>
            <a:ext cx="5173576" cy="1470231"/>
          </a:xfrm>
          <a:prstGeom prst="rect">
            <a:avLst/>
          </a:prstGeom>
        </p:spPr>
        <p:txBody>
          <a:bodyPr/>
          <a:lstStyle>
            <a:lvl1pPr marL="11113" indent="-11113">
              <a:lnSpc>
                <a:spcPct val="79821"/>
              </a:lnSpc>
              <a:spcBef>
                <a:spcPts val="1000"/>
              </a:spcBef>
              <a:spcAft>
                <a:spcPts val="0"/>
              </a:spcAft>
              <a:buNone/>
              <a:tabLst/>
              <a:defRPr sz="4800" b="0" spc="0">
                <a:solidFill>
                  <a:schemeClr val="tx1"/>
                </a:solidFill>
                <a:latin typeface="+mj-lt"/>
              </a:defRPr>
            </a:lvl1pPr>
            <a:lvl2pPr marL="9525" indent="-9525">
              <a:buNone/>
              <a:tabLst/>
              <a:defRPr b="1">
                <a:latin typeface="+mj-lt"/>
              </a:defRPr>
            </a:lvl2pPr>
            <a:lvl3pPr marL="9525" indent="-9525">
              <a:buNone/>
              <a:tabLst/>
              <a:defRPr b="1">
                <a:latin typeface="+mj-lt"/>
              </a:defRPr>
            </a:lvl3pPr>
            <a:lvl4pPr marL="9525" indent="-9525">
              <a:buNone/>
              <a:tabLst/>
              <a:defRPr b="1">
                <a:latin typeface="+mj-lt"/>
              </a:defRPr>
            </a:lvl4pPr>
            <a:lvl5pPr marL="9525" indent="-9525">
              <a:buNone/>
              <a:tabLst/>
              <a:defRPr b="1">
                <a:latin typeface="+mj-lt"/>
              </a:defRPr>
            </a:lvl5pPr>
          </a:lstStyle>
          <a:p>
            <a:pPr lvl="0"/>
            <a:r>
              <a:rPr lang="en-US" dirty="0"/>
              <a:t>Page Title</a:t>
            </a:r>
          </a:p>
          <a:p>
            <a:pPr lvl="0"/>
            <a:r>
              <a:rPr lang="en-US" dirty="0"/>
              <a:t>Goes Here</a:t>
            </a:r>
          </a:p>
        </p:txBody>
      </p:sp>
      <p:pic>
        <p:nvPicPr>
          <p:cNvPr id="10" name="Picture 9" descr="A person standing in front of a black background&#10;&#10;AI-generated content may be incorrect.">
            <a:extLst>
              <a:ext uri="{FF2B5EF4-FFF2-40B4-BE49-F238E27FC236}">
                <a16:creationId xmlns:a16="http://schemas.microsoft.com/office/drawing/2014/main" id="{C62E6B74-4FA6-E592-4D14-BCC3295F3FC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35677" y="404813"/>
            <a:ext cx="2059421" cy="788987"/>
          </a:xfrm>
          <a:prstGeom prst="rect">
            <a:avLst/>
          </a:prstGeom>
        </p:spPr>
      </p:pic>
    </p:spTree>
    <p:extLst>
      <p:ext uri="{BB962C8B-B14F-4D97-AF65-F5344CB8AC3E}">
        <p14:creationId xmlns:p14="http://schemas.microsoft.com/office/powerpoint/2010/main" val="41920189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 Imag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03C07F9-785E-45AC-2B9C-DA447F5D2326}"/>
              </a:ext>
            </a:extLst>
          </p:cNvPr>
          <p:cNvSpPr/>
          <p:nvPr userDrawn="1"/>
        </p:nvSpPr>
        <p:spPr>
          <a:xfrm>
            <a:off x="5705390" y="4351072"/>
            <a:ext cx="6502951" cy="1922728"/>
          </a:xfrm>
          <a:prstGeom prst="rect">
            <a:avLst/>
          </a:prstGeom>
          <a:solidFill>
            <a:srgbClr val="9D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pic>
        <p:nvPicPr>
          <p:cNvPr id="7" name="Picture 6" descr="A black and white pattern&#10;&#10;AI-generated content may be incorrect.">
            <a:extLst>
              <a:ext uri="{FF2B5EF4-FFF2-40B4-BE49-F238E27FC236}">
                <a16:creationId xmlns:a16="http://schemas.microsoft.com/office/drawing/2014/main" id="{9677EAA7-6E13-FBCE-9D68-3E8902788FB0}"/>
              </a:ext>
            </a:extLst>
          </p:cNvPr>
          <p:cNvPicPr>
            <a:picLocks noGrp="1" noRot="1" noChangeAspect="1" noMove="1" noResize="1" noEditPoints="1" noAdjustHandles="1" noChangeArrowheads="1" noChangeShapeType="1" noCrop="1"/>
          </p:cNvPicPr>
          <p:nvPr userDrawn="1"/>
        </p:nvPicPr>
        <p:blipFill>
          <a:blip r:embed="rId2">
            <a:alphaModFix amt="4000"/>
            <a:extLst>
              <a:ext uri="{28A0092B-C50C-407E-A947-70E740481C1C}">
                <a14:useLocalDpi xmlns:a14="http://schemas.microsoft.com/office/drawing/2010/main" val="0"/>
              </a:ext>
            </a:extLst>
          </a:blip>
          <a:srcRect l="46662" t="55349" b="33500"/>
          <a:stretch>
            <a:fillRect/>
          </a:stretch>
        </p:blipFill>
        <p:spPr>
          <a:xfrm>
            <a:off x="5689048" y="4351072"/>
            <a:ext cx="6502951" cy="1922728"/>
          </a:xfrm>
          <a:prstGeom prst="rect">
            <a:avLst/>
          </a:prstGeom>
        </p:spPr>
      </p:pic>
      <p:sp>
        <p:nvSpPr>
          <p:cNvPr id="11" name="Picture Placeholder 10">
            <a:extLst>
              <a:ext uri="{FF2B5EF4-FFF2-40B4-BE49-F238E27FC236}">
                <a16:creationId xmlns:a16="http://schemas.microsoft.com/office/drawing/2014/main" id="{416A7A9B-8B10-2BA3-9E9F-21264DE48FA7}"/>
              </a:ext>
            </a:extLst>
          </p:cNvPr>
          <p:cNvSpPr>
            <a:spLocks noGrp="1"/>
          </p:cNvSpPr>
          <p:nvPr>
            <p:ph type="pic" sz="quarter" idx="12"/>
          </p:nvPr>
        </p:nvSpPr>
        <p:spPr>
          <a:xfrm>
            <a:off x="623888" y="584200"/>
            <a:ext cx="4291012" cy="5689600"/>
          </a:xfrm>
          <a:custGeom>
            <a:avLst/>
            <a:gdLst>
              <a:gd name="connsiteX0" fmla="*/ 0 w 2320486"/>
              <a:gd name="connsiteY0" fmla="*/ 0 h 4114800"/>
              <a:gd name="connsiteX1" fmla="*/ 2320486 w 2320486"/>
              <a:gd name="connsiteY1" fmla="*/ 0 h 4114800"/>
              <a:gd name="connsiteX2" fmla="*/ 2320486 w 2320486"/>
              <a:gd name="connsiteY2" fmla="*/ 4114800 h 4114800"/>
              <a:gd name="connsiteX3" fmla="*/ 0 w 2320486"/>
              <a:gd name="connsiteY3" fmla="*/ 4114800 h 4114800"/>
            </a:gdLst>
            <a:ahLst/>
            <a:cxnLst>
              <a:cxn ang="0">
                <a:pos x="connsiteX0" y="connsiteY0"/>
              </a:cxn>
              <a:cxn ang="0">
                <a:pos x="connsiteX1" y="connsiteY1"/>
              </a:cxn>
              <a:cxn ang="0">
                <a:pos x="connsiteX2" y="connsiteY2"/>
              </a:cxn>
              <a:cxn ang="0">
                <a:pos x="connsiteX3" y="connsiteY3"/>
              </a:cxn>
            </a:cxnLst>
            <a:rect l="l" t="t" r="r" b="b"/>
            <a:pathLst>
              <a:path w="2320486" h="4114800">
                <a:moveTo>
                  <a:pt x="0" y="0"/>
                </a:moveTo>
                <a:lnTo>
                  <a:pt x="2320486" y="0"/>
                </a:lnTo>
                <a:lnTo>
                  <a:pt x="2320486" y="4114800"/>
                </a:lnTo>
                <a:lnTo>
                  <a:pt x="0" y="4114800"/>
                </a:lnTo>
                <a:close/>
              </a:path>
            </a:pathLst>
          </a:custGeom>
          <a:solidFill>
            <a:schemeClr val="bg1">
              <a:lumMod val="85000"/>
            </a:schemeClr>
          </a:solidFill>
        </p:spPr>
        <p:txBody>
          <a:bodyPr/>
          <a:lstStyle/>
          <a:p>
            <a:endParaRPr lang="en-ID" dirty="0"/>
          </a:p>
        </p:txBody>
      </p:sp>
      <p:sp>
        <p:nvSpPr>
          <p:cNvPr id="4" name="Text Placeholder 2">
            <a:extLst>
              <a:ext uri="{FF2B5EF4-FFF2-40B4-BE49-F238E27FC236}">
                <a16:creationId xmlns:a16="http://schemas.microsoft.com/office/drawing/2014/main" id="{682C764B-2F82-384A-6CBD-89851CAB6C18}"/>
              </a:ext>
            </a:extLst>
          </p:cNvPr>
          <p:cNvSpPr>
            <a:spLocks noGrp="1"/>
          </p:cNvSpPr>
          <p:nvPr>
            <p:ph type="body" sz="quarter" idx="10" hasCustomPrompt="1"/>
          </p:nvPr>
        </p:nvSpPr>
        <p:spPr>
          <a:xfrm>
            <a:off x="6096000" y="1229650"/>
            <a:ext cx="5173576" cy="1470231"/>
          </a:xfrm>
          <a:prstGeom prst="rect">
            <a:avLst/>
          </a:prstGeom>
        </p:spPr>
        <p:txBody>
          <a:bodyPr/>
          <a:lstStyle>
            <a:lvl1pPr marL="11113" indent="-11113">
              <a:lnSpc>
                <a:spcPct val="79821"/>
              </a:lnSpc>
              <a:spcBef>
                <a:spcPts val="1000"/>
              </a:spcBef>
              <a:spcAft>
                <a:spcPts val="0"/>
              </a:spcAft>
              <a:buNone/>
              <a:tabLst/>
              <a:defRPr sz="4800" b="0" spc="0">
                <a:solidFill>
                  <a:schemeClr val="tx1"/>
                </a:solidFill>
                <a:latin typeface="+mj-lt"/>
              </a:defRPr>
            </a:lvl1pPr>
            <a:lvl2pPr marL="9525" indent="-9525">
              <a:buNone/>
              <a:tabLst/>
              <a:defRPr b="1">
                <a:latin typeface="+mj-lt"/>
              </a:defRPr>
            </a:lvl2pPr>
            <a:lvl3pPr marL="9525" indent="-9525">
              <a:buNone/>
              <a:tabLst/>
              <a:defRPr b="1">
                <a:latin typeface="+mj-lt"/>
              </a:defRPr>
            </a:lvl3pPr>
            <a:lvl4pPr marL="9525" indent="-9525">
              <a:buNone/>
              <a:tabLst/>
              <a:defRPr b="1">
                <a:latin typeface="+mj-lt"/>
              </a:defRPr>
            </a:lvl4pPr>
            <a:lvl5pPr marL="9525" indent="-9525">
              <a:buNone/>
              <a:tabLst/>
              <a:defRPr b="1">
                <a:latin typeface="+mj-lt"/>
              </a:defRPr>
            </a:lvl5pPr>
          </a:lstStyle>
          <a:p>
            <a:pPr lvl="0"/>
            <a:r>
              <a:rPr lang="en-US" dirty="0"/>
              <a:t>Page Title</a:t>
            </a:r>
          </a:p>
          <a:p>
            <a:pPr lvl="0"/>
            <a:r>
              <a:rPr lang="en-US" dirty="0"/>
              <a:t>Goes Here</a:t>
            </a:r>
          </a:p>
        </p:txBody>
      </p:sp>
      <p:sp>
        <p:nvSpPr>
          <p:cNvPr id="5" name="Text Placeholder 4">
            <a:extLst>
              <a:ext uri="{FF2B5EF4-FFF2-40B4-BE49-F238E27FC236}">
                <a16:creationId xmlns:a16="http://schemas.microsoft.com/office/drawing/2014/main" id="{374EF39D-2AAB-1F41-7DE5-BDD8F8A5D611}"/>
              </a:ext>
            </a:extLst>
          </p:cNvPr>
          <p:cNvSpPr>
            <a:spLocks noGrp="1"/>
          </p:cNvSpPr>
          <p:nvPr>
            <p:ph type="body" sz="quarter" idx="11" hasCustomPrompt="1"/>
          </p:nvPr>
        </p:nvSpPr>
        <p:spPr>
          <a:xfrm>
            <a:off x="6096000" y="2925979"/>
            <a:ext cx="5453824" cy="1148471"/>
          </a:xfrm>
          <a:prstGeom prst="rect">
            <a:avLst/>
          </a:prstGeom>
        </p:spPr>
        <p:txBody>
          <a:bodyPr/>
          <a:lstStyle>
            <a:lvl1pPr marL="11113" indent="-11113">
              <a:buFont typeface="Arial" panose="020B0604020202020204" pitchFamily="34" charset="0"/>
              <a:buNone/>
              <a:tabLst/>
              <a:defRPr sz="2400"/>
            </a:lvl1pPr>
            <a:lvl2pPr marL="11113" indent="-11113">
              <a:buFont typeface="Arial" panose="020B0604020202020204" pitchFamily="34" charset="0"/>
              <a:buNone/>
              <a:tabLst/>
              <a:defRPr/>
            </a:lvl2pPr>
            <a:lvl3pPr marL="11113" indent="-11113">
              <a:buFont typeface="Arial" panose="020B0604020202020204" pitchFamily="34" charset="0"/>
              <a:buNone/>
              <a:tabLst/>
              <a:defRPr/>
            </a:lvl3pPr>
            <a:lvl4pPr marL="11113" indent="-11113">
              <a:buFont typeface="Arial" panose="020B0604020202020204" pitchFamily="34" charset="0"/>
              <a:buNone/>
              <a:tabLst/>
              <a:defRPr/>
            </a:lvl4pPr>
            <a:lvl5pPr marL="11113" indent="-11113">
              <a:buFont typeface="Arial" panose="020B0604020202020204" pitchFamily="34" charset="0"/>
              <a:buNone/>
              <a:tabLst/>
              <a:defRPr/>
            </a:lvl5pPr>
          </a:lstStyle>
          <a:p>
            <a:pPr lvl="0"/>
            <a:r>
              <a:rPr lang="en-US" dirty="0"/>
              <a:t>Lorem ipsum dolor sit amet, consectetuer adipiscing elit. Maecenas porttitor congue </a:t>
            </a:r>
            <a:r>
              <a:rPr lang="en-US" dirty="0" err="1"/>
              <a:t>massa</a:t>
            </a:r>
            <a:r>
              <a:rPr lang="en-US" dirty="0"/>
              <a:t>.</a:t>
            </a:r>
          </a:p>
        </p:txBody>
      </p:sp>
      <p:sp>
        <p:nvSpPr>
          <p:cNvPr id="6" name="Text Placeholder 4">
            <a:extLst>
              <a:ext uri="{FF2B5EF4-FFF2-40B4-BE49-F238E27FC236}">
                <a16:creationId xmlns:a16="http://schemas.microsoft.com/office/drawing/2014/main" id="{3C66493D-835D-B6E8-198D-CF8EB522EE5F}"/>
              </a:ext>
            </a:extLst>
          </p:cNvPr>
          <p:cNvSpPr>
            <a:spLocks noGrp="1"/>
          </p:cNvSpPr>
          <p:nvPr>
            <p:ph type="body" sz="quarter" idx="13" hasCustomPrompt="1"/>
          </p:nvPr>
        </p:nvSpPr>
        <p:spPr>
          <a:xfrm>
            <a:off x="6096000" y="4612025"/>
            <a:ext cx="5453824" cy="1400822"/>
          </a:xfrm>
          <a:prstGeom prst="rect">
            <a:avLst/>
          </a:prstGeom>
        </p:spPr>
        <p:txBody>
          <a:bodyPr/>
          <a:lstStyle>
            <a:lvl1pPr marL="11113" indent="-11113">
              <a:buFont typeface="Arial" panose="020B0604020202020204" pitchFamily="34" charset="0"/>
              <a:buNone/>
              <a:tabLst/>
              <a:defRPr sz="2400">
                <a:solidFill>
                  <a:schemeClr val="bg1"/>
                </a:solidFill>
              </a:defRPr>
            </a:lvl1pPr>
            <a:lvl2pPr marL="11113" indent="-11113">
              <a:buFont typeface="Arial" panose="020B0604020202020204" pitchFamily="34" charset="0"/>
              <a:buNone/>
              <a:tabLst/>
              <a:defRPr/>
            </a:lvl2pPr>
            <a:lvl3pPr marL="11113" indent="-11113">
              <a:buFont typeface="Arial" panose="020B0604020202020204" pitchFamily="34" charset="0"/>
              <a:buNone/>
              <a:tabLst/>
              <a:defRPr/>
            </a:lvl3pPr>
            <a:lvl4pPr marL="11113" indent="-11113">
              <a:buFont typeface="Arial" panose="020B0604020202020204" pitchFamily="34" charset="0"/>
              <a:buNone/>
              <a:tabLst/>
              <a:defRPr/>
            </a:lvl4pPr>
            <a:lvl5pPr marL="11113" indent="-11113">
              <a:buFont typeface="Arial" panose="020B0604020202020204" pitchFamily="34" charset="0"/>
              <a:buNone/>
              <a:tabLst/>
              <a:defRPr/>
            </a:lvl5pPr>
          </a:lstStyle>
          <a:p>
            <a:pPr lvl="0"/>
            <a:r>
              <a:rPr lang="en-US" dirty="0"/>
              <a:t>Lorem ipsum dolor sit amet, consectetuer adipiscing elit. Maecenas porttitor congue </a:t>
            </a:r>
            <a:r>
              <a:rPr lang="en-US" dirty="0" err="1"/>
              <a:t>massa</a:t>
            </a:r>
            <a:r>
              <a:rPr lang="en-US" dirty="0"/>
              <a:t>.</a:t>
            </a:r>
          </a:p>
        </p:txBody>
      </p:sp>
      <p:pic>
        <p:nvPicPr>
          <p:cNvPr id="8" name="Picture 7" descr="A person standing in front of a black background&#10;&#10;AI-generated content may be incorrect.">
            <a:extLst>
              <a:ext uri="{FF2B5EF4-FFF2-40B4-BE49-F238E27FC236}">
                <a16:creationId xmlns:a16="http://schemas.microsoft.com/office/drawing/2014/main" id="{27222CF6-A086-D5C3-24E3-01348E030E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35677" y="404813"/>
            <a:ext cx="2059421" cy="788987"/>
          </a:xfrm>
          <a:prstGeom prst="rect">
            <a:avLst/>
          </a:prstGeom>
        </p:spPr>
      </p:pic>
    </p:spTree>
    <p:extLst>
      <p:ext uri="{BB962C8B-B14F-4D97-AF65-F5344CB8AC3E}">
        <p14:creationId xmlns:p14="http://schemas.microsoft.com/office/powerpoint/2010/main" val="214844195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 Image Plain">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D3E904C-637F-7952-9B99-96C14CA663D8}"/>
              </a:ext>
            </a:extLst>
          </p:cNvPr>
          <p:cNvSpPr>
            <a:spLocks noGrp="1"/>
          </p:cNvSpPr>
          <p:nvPr>
            <p:ph type="pic" sz="quarter" idx="10"/>
          </p:nvPr>
        </p:nvSpPr>
        <p:spPr>
          <a:xfrm>
            <a:off x="6981372" y="1295401"/>
            <a:ext cx="4767716" cy="4978400"/>
          </a:xfrm>
          <a:custGeom>
            <a:avLst/>
            <a:gdLst>
              <a:gd name="connsiteX0" fmla="*/ 0 w 7116981"/>
              <a:gd name="connsiteY0" fmla="*/ 0 h 3420241"/>
              <a:gd name="connsiteX1" fmla="*/ 7116981 w 7116981"/>
              <a:gd name="connsiteY1" fmla="*/ 0 h 3420241"/>
              <a:gd name="connsiteX2" fmla="*/ 7116981 w 7116981"/>
              <a:gd name="connsiteY2" fmla="*/ 3420241 h 3420241"/>
              <a:gd name="connsiteX3" fmla="*/ 0 w 7116981"/>
              <a:gd name="connsiteY3" fmla="*/ 3420241 h 3420241"/>
            </a:gdLst>
            <a:ahLst/>
            <a:cxnLst>
              <a:cxn ang="0">
                <a:pos x="connsiteX0" y="connsiteY0"/>
              </a:cxn>
              <a:cxn ang="0">
                <a:pos x="connsiteX1" y="connsiteY1"/>
              </a:cxn>
              <a:cxn ang="0">
                <a:pos x="connsiteX2" y="connsiteY2"/>
              </a:cxn>
              <a:cxn ang="0">
                <a:pos x="connsiteX3" y="connsiteY3"/>
              </a:cxn>
            </a:cxnLst>
            <a:rect l="l" t="t" r="r" b="b"/>
            <a:pathLst>
              <a:path w="7116981" h="3420241">
                <a:moveTo>
                  <a:pt x="0" y="0"/>
                </a:moveTo>
                <a:lnTo>
                  <a:pt x="7116981" y="0"/>
                </a:lnTo>
                <a:lnTo>
                  <a:pt x="7116981" y="3420241"/>
                </a:lnTo>
                <a:lnTo>
                  <a:pt x="0" y="3420241"/>
                </a:lnTo>
                <a:close/>
              </a:path>
            </a:pathLst>
          </a:custGeom>
          <a:solidFill>
            <a:schemeClr val="bg1">
              <a:lumMod val="85000"/>
            </a:schemeClr>
          </a:solidFill>
        </p:spPr>
        <p:txBody>
          <a:bodyPr wrap="square">
            <a:noAutofit/>
          </a:bodyPr>
          <a:lstStyle/>
          <a:p>
            <a:endParaRPr lang="en-ID"/>
          </a:p>
        </p:txBody>
      </p:sp>
      <p:sp>
        <p:nvSpPr>
          <p:cNvPr id="2" name="Text Placeholder 2">
            <a:extLst>
              <a:ext uri="{FF2B5EF4-FFF2-40B4-BE49-F238E27FC236}">
                <a16:creationId xmlns:a16="http://schemas.microsoft.com/office/drawing/2014/main" id="{3FDDF79E-D91E-09B4-36AF-2FDB89A641AD}"/>
              </a:ext>
            </a:extLst>
          </p:cNvPr>
          <p:cNvSpPr>
            <a:spLocks noGrp="1"/>
          </p:cNvSpPr>
          <p:nvPr>
            <p:ph type="body" sz="quarter" idx="11" hasCustomPrompt="1"/>
          </p:nvPr>
        </p:nvSpPr>
        <p:spPr>
          <a:xfrm>
            <a:off x="658814" y="584200"/>
            <a:ext cx="5173576" cy="1470231"/>
          </a:xfrm>
          <a:prstGeom prst="rect">
            <a:avLst/>
          </a:prstGeom>
        </p:spPr>
        <p:txBody>
          <a:bodyPr/>
          <a:lstStyle>
            <a:lvl1pPr marL="11113" indent="-11113">
              <a:lnSpc>
                <a:spcPct val="79821"/>
              </a:lnSpc>
              <a:spcBef>
                <a:spcPts val="1000"/>
              </a:spcBef>
              <a:spcAft>
                <a:spcPts val="0"/>
              </a:spcAft>
              <a:buNone/>
              <a:tabLst/>
              <a:defRPr sz="4800" b="0" spc="0">
                <a:solidFill>
                  <a:schemeClr val="tx1"/>
                </a:solidFill>
                <a:latin typeface="+mj-lt"/>
              </a:defRPr>
            </a:lvl1pPr>
            <a:lvl2pPr marL="9525" indent="-9525">
              <a:buNone/>
              <a:tabLst/>
              <a:defRPr b="1">
                <a:latin typeface="+mj-lt"/>
              </a:defRPr>
            </a:lvl2pPr>
            <a:lvl3pPr marL="9525" indent="-9525">
              <a:buNone/>
              <a:tabLst/>
              <a:defRPr b="1">
                <a:latin typeface="+mj-lt"/>
              </a:defRPr>
            </a:lvl3pPr>
            <a:lvl4pPr marL="9525" indent="-9525">
              <a:buNone/>
              <a:tabLst/>
              <a:defRPr b="1">
                <a:latin typeface="+mj-lt"/>
              </a:defRPr>
            </a:lvl4pPr>
            <a:lvl5pPr marL="9525" indent="-9525">
              <a:buNone/>
              <a:tabLst/>
              <a:defRPr b="1">
                <a:latin typeface="+mj-lt"/>
              </a:defRPr>
            </a:lvl5pPr>
          </a:lstStyle>
          <a:p>
            <a:pPr lvl="0"/>
            <a:r>
              <a:rPr lang="en-US" dirty="0"/>
              <a:t>Page Title</a:t>
            </a:r>
          </a:p>
          <a:p>
            <a:pPr lvl="0"/>
            <a:r>
              <a:rPr lang="en-US" dirty="0"/>
              <a:t>Goes Here</a:t>
            </a:r>
          </a:p>
        </p:txBody>
      </p:sp>
      <p:sp>
        <p:nvSpPr>
          <p:cNvPr id="3" name="Text Placeholder 4">
            <a:extLst>
              <a:ext uri="{FF2B5EF4-FFF2-40B4-BE49-F238E27FC236}">
                <a16:creationId xmlns:a16="http://schemas.microsoft.com/office/drawing/2014/main" id="{24C5B075-9DB5-1464-1033-F20C8379274F}"/>
              </a:ext>
            </a:extLst>
          </p:cNvPr>
          <p:cNvSpPr>
            <a:spLocks noGrp="1"/>
          </p:cNvSpPr>
          <p:nvPr>
            <p:ph type="body" sz="quarter" idx="12" hasCustomPrompt="1"/>
          </p:nvPr>
        </p:nvSpPr>
        <p:spPr>
          <a:xfrm>
            <a:off x="658814" y="2731790"/>
            <a:ext cx="5453824" cy="3542009"/>
          </a:xfrm>
          <a:prstGeom prst="rect">
            <a:avLst/>
          </a:prstGeom>
        </p:spPr>
        <p:txBody>
          <a:bodyPr/>
          <a:lstStyle>
            <a:lvl1pPr marL="11113" indent="-11113">
              <a:buFont typeface="Arial" panose="020B0604020202020204" pitchFamily="34" charset="0"/>
              <a:buNone/>
              <a:tabLst/>
              <a:defRPr sz="2400"/>
            </a:lvl1pPr>
            <a:lvl2pPr marL="11113" indent="-11113">
              <a:buFont typeface="Arial" panose="020B0604020202020204" pitchFamily="34" charset="0"/>
              <a:buNone/>
              <a:tabLst/>
              <a:defRPr/>
            </a:lvl2pPr>
            <a:lvl3pPr marL="11113" indent="-11113">
              <a:buFont typeface="Arial" panose="020B0604020202020204" pitchFamily="34" charset="0"/>
              <a:buNone/>
              <a:tabLst/>
              <a:defRPr/>
            </a:lvl3pPr>
            <a:lvl4pPr marL="11113" indent="-11113">
              <a:buFont typeface="Arial" panose="020B0604020202020204" pitchFamily="34" charset="0"/>
              <a:buNone/>
              <a:tabLst/>
              <a:defRPr/>
            </a:lvl4pPr>
            <a:lvl5pPr marL="11113" indent="-11113">
              <a:buFont typeface="Arial" panose="020B0604020202020204" pitchFamily="34" charset="0"/>
              <a:buNone/>
              <a:tabLst/>
              <a:defRPr/>
            </a:lvl5pPr>
          </a:lstStyle>
          <a:p>
            <a:pPr lvl="0"/>
            <a:r>
              <a:rPr lang="en-US" dirty="0"/>
              <a:t>Lorem ipsum dolor sit amet, consectetuer adipiscing elit. Maecenas porttitor congue massa. </a:t>
            </a:r>
          </a:p>
          <a:p>
            <a:pPr lvl="0"/>
            <a:r>
              <a:rPr lang="en-US" dirty="0" err="1"/>
              <a:t>Fusce</a:t>
            </a:r>
            <a:r>
              <a:rPr lang="en-US" dirty="0"/>
              <a:t> posuere, magna sed pulvinar </a:t>
            </a:r>
            <a:r>
              <a:rPr lang="en-US" dirty="0" err="1"/>
              <a:t>ultricies</a:t>
            </a:r>
            <a:r>
              <a:rPr lang="en-US" dirty="0"/>
              <a:t>.</a:t>
            </a:r>
          </a:p>
        </p:txBody>
      </p:sp>
      <p:pic>
        <p:nvPicPr>
          <p:cNvPr id="4" name="Picture 3" descr="A person standing in front of a black background&#10;&#10;AI-generated content may be incorrect.">
            <a:extLst>
              <a:ext uri="{FF2B5EF4-FFF2-40B4-BE49-F238E27FC236}">
                <a16:creationId xmlns:a16="http://schemas.microsoft.com/office/drawing/2014/main" id="{DC99B8BC-71F9-59B9-037D-B6E48D72EE8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35677" y="404813"/>
            <a:ext cx="2059421" cy="788987"/>
          </a:xfrm>
          <a:prstGeom prst="rect">
            <a:avLst/>
          </a:prstGeom>
        </p:spPr>
      </p:pic>
    </p:spTree>
    <p:extLst>
      <p:ext uri="{BB962C8B-B14F-4D97-AF65-F5344CB8AC3E}">
        <p14:creationId xmlns:p14="http://schemas.microsoft.com/office/powerpoint/2010/main" val="259682896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 Captio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2A81E4C-C931-C9D7-0C60-EBA0959EEB4B}"/>
              </a:ext>
            </a:extLst>
          </p:cNvPr>
          <p:cNvSpPr/>
          <p:nvPr userDrawn="1"/>
        </p:nvSpPr>
        <p:spPr>
          <a:xfrm>
            <a:off x="0" y="4781550"/>
            <a:ext cx="12192000" cy="2076450"/>
          </a:xfrm>
          <a:prstGeom prst="rect">
            <a:avLst/>
          </a:prstGeom>
          <a:solidFill>
            <a:srgbClr val="9D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8" name="Picture 7" descr="A black and white pattern&#10;&#10;AI-generated content may be incorrect.">
            <a:extLst>
              <a:ext uri="{FF2B5EF4-FFF2-40B4-BE49-F238E27FC236}">
                <a16:creationId xmlns:a16="http://schemas.microsoft.com/office/drawing/2014/main" id="{606C5F36-9F90-897A-C2B8-6B3D6A28DBD5}"/>
              </a:ext>
            </a:extLst>
          </p:cNvPr>
          <p:cNvPicPr>
            <a:picLocks noGrp="1" noRot="1" noChangeAspect="1" noMove="1" noResize="1" noEditPoints="1" noAdjustHandles="1" noChangeArrowheads="1" noChangeShapeType="1" noCrop="1"/>
          </p:cNvPicPr>
          <p:nvPr userDrawn="1"/>
        </p:nvPicPr>
        <p:blipFill>
          <a:blip r:embed="rId2">
            <a:alphaModFix amt="4000"/>
            <a:extLst>
              <a:ext uri="{28A0092B-C50C-407E-A947-70E740481C1C}">
                <a14:useLocalDpi xmlns:a14="http://schemas.microsoft.com/office/drawing/2010/main" val="0"/>
              </a:ext>
            </a:extLst>
          </a:blip>
          <a:srcRect t="57845" b="30112"/>
          <a:stretch>
            <a:fillRect/>
          </a:stretch>
        </p:blipFill>
        <p:spPr>
          <a:xfrm>
            <a:off x="0" y="4781550"/>
            <a:ext cx="12192000" cy="2076450"/>
          </a:xfrm>
          <a:prstGeom prst="rect">
            <a:avLst/>
          </a:prstGeom>
        </p:spPr>
      </p:pic>
      <p:sp>
        <p:nvSpPr>
          <p:cNvPr id="10" name="Picture Placeholder 9">
            <a:extLst>
              <a:ext uri="{FF2B5EF4-FFF2-40B4-BE49-F238E27FC236}">
                <a16:creationId xmlns:a16="http://schemas.microsoft.com/office/drawing/2014/main" id="{5373C7B3-6338-0577-D940-9ED941E92936}"/>
              </a:ext>
            </a:extLst>
          </p:cNvPr>
          <p:cNvSpPr>
            <a:spLocks noGrp="1"/>
          </p:cNvSpPr>
          <p:nvPr>
            <p:ph type="pic" sz="quarter" idx="10"/>
          </p:nvPr>
        </p:nvSpPr>
        <p:spPr>
          <a:xfrm>
            <a:off x="646320" y="3728852"/>
            <a:ext cx="4973430" cy="2497118"/>
          </a:xfrm>
          <a:custGeom>
            <a:avLst/>
            <a:gdLst>
              <a:gd name="connsiteX0" fmla="*/ 0 w 4973430"/>
              <a:gd name="connsiteY0" fmla="*/ 0 h 2222062"/>
              <a:gd name="connsiteX1" fmla="*/ 4973430 w 4973430"/>
              <a:gd name="connsiteY1" fmla="*/ 0 h 2222062"/>
              <a:gd name="connsiteX2" fmla="*/ 4973430 w 4973430"/>
              <a:gd name="connsiteY2" fmla="*/ 2222062 h 2222062"/>
              <a:gd name="connsiteX3" fmla="*/ 0 w 4973430"/>
              <a:gd name="connsiteY3" fmla="*/ 2222062 h 2222062"/>
            </a:gdLst>
            <a:ahLst/>
            <a:cxnLst>
              <a:cxn ang="0">
                <a:pos x="connsiteX0" y="connsiteY0"/>
              </a:cxn>
              <a:cxn ang="0">
                <a:pos x="connsiteX1" y="connsiteY1"/>
              </a:cxn>
              <a:cxn ang="0">
                <a:pos x="connsiteX2" y="connsiteY2"/>
              </a:cxn>
              <a:cxn ang="0">
                <a:pos x="connsiteX3" y="connsiteY3"/>
              </a:cxn>
            </a:cxnLst>
            <a:rect l="l" t="t" r="r" b="b"/>
            <a:pathLst>
              <a:path w="4973430" h="2222062">
                <a:moveTo>
                  <a:pt x="0" y="0"/>
                </a:moveTo>
                <a:lnTo>
                  <a:pt x="4973430" y="0"/>
                </a:lnTo>
                <a:lnTo>
                  <a:pt x="4973430" y="2222062"/>
                </a:lnTo>
                <a:lnTo>
                  <a:pt x="0" y="2222062"/>
                </a:lnTo>
                <a:close/>
              </a:path>
            </a:pathLst>
          </a:custGeom>
          <a:solidFill>
            <a:schemeClr val="bg1">
              <a:lumMod val="85000"/>
            </a:schemeClr>
          </a:solidFill>
        </p:spPr>
        <p:txBody>
          <a:bodyPr wrap="square">
            <a:noAutofit/>
          </a:bodyPr>
          <a:lstStyle/>
          <a:p>
            <a:endParaRPr lang="en-ID"/>
          </a:p>
        </p:txBody>
      </p:sp>
      <p:sp>
        <p:nvSpPr>
          <p:cNvPr id="9" name="Picture Placeholder 8">
            <a:extLst>
              <a:ext uri="{FF2B5EF4-FFF2-40B4-BE49-F238E27FC236}">
                <a16:creationId xmlns:a16="http://schemas.microsoft.com/office/drawing/2014/main" id="{D671AB57-D932-326A-24D1-AF08C038DD87}"/>
              </a:ext>
            </a:extLst>
          </p:cNvPr>
          <p:cNvSpPr>
            <a:spLocks noGrp="1"/>
          </p:cNvSpPr>
          <p:nvPr>
            <p:ph type="pic" sz="quarter" idx="11"/>
          </p:nvPr>
        </p:nvSpPr>
        <p:spPr>
          <a:xfrm>
            <a:off x="6572250" y="3728852"/>
            <a:ext cx="4973430" cy="2497118"/>
          </a:xfrm>
          <a:custGeom>
            <a:avLst/>
            <a:gdLst>
              <a:gd name="connsiteX0" fmla="*/ 0 w 4973430"/>
              <a:gd name="connsiteY0" fmla="*/ 0 h 2222062"/>
              <a:gd name="connsiteX1" fmla="*/ 4973430 w 4973430"/>
              <a:gd name="connsiteY1" fmla="*/ 0 h 2222062"/>
              <a:gd name="connsiteX2" fmla="*/ 4973430 w 4973430"/>
              <a:gd name="connsiteY2" fmla="*/ 2222062 h 2222062"/>
              <a:gd name="connsiteX3" fmla="*/ 0 w 4973430"/>
              <a:gd name="connsiteY3" fmla="*/ 2222062 h 2222062"/>
            </a:gdLst>
            <a:ahLst/>
            <a:cxnLst>
              <a:cxn ang="0">
                <a:pos x="connsiteX0" y="connsiteY0"/>
              </a:cxn>
              <a:cxn ang="0">
                <a:pos x="connsiteX1" y="connsiteY1"/>
              </a:cxn>
              <a:cxn ang="0">
                <a:pos x="connsiteX2" y="connsiteY2"/>
              </a:cxn>
              <a:cxn ang="0">
                <a:pos x="connsiteX3" y="connsiteY3"/>
              </a:cxn>
            </a:cxnLst>
            <a:rect l="l" t="t" r="r" b="b"/>
            <a:pathLst>
              <a:path w="4973430" h="2222062">
                <a:moveTo>
                  <a:pt x="0" y="0"/>
                </a:moveTo>
                <a:lnTo>
                  <a:pt x="4973430" y="0"/>
                </a:lnTo>
                <a:lnTo>
                  <a:pt x="4973430" y="2222062"/>
                </a:lnTo>
                <a:lnTo>
                  <a:pt x="0" y="2222062"/>
                </a:lnTo>
                <a:close/>
              </a:path>
            </a:pathLst>
          </a:custGeom>
          <a:solidFill>
            <a:schemeClr val="bg1">
              <a:lumMod val="85000"/>
            </a:schemeClr>
          </a:solidFill>
        </p:spPr>
        <p:txBody>
          <a:bodyPr wrap="square">
            <a:noAutofit/>
          </a:bodyPr>
          <a:lstStyle/>
          <a:p>
            <a:endParaRPr lang="en-ID"/>
          </a:p>
        </p:txBody>
      </p:sp>
      <p:sp>
        <p:nvSpPr>
          <p:cNvPr id="3" name="Text Placeholder 2">
            <a:extLst>
              <a:ext uri="{FF2B5EF4-FFF2-40B4-BE49-F238E27FC236}">
                <a16:creationId xmlns:a16="http://schemas.microsoft.com/office/drawing/2014/main" id="{D0DD2A0E-7953-B9B8-EBEA-C1FFCA7F0902}"/>
              </a:ext>
            </a:extLst>
          </p:cNvPr>
          <p:cNvSpPr>
            <a:spLocks noGrp="1"/>
          </p:cNvSpPr>
          <p:nvPr>
            <p:ph type="body" sz="quarter" idx="12" hasCustomPrompt="1"/>
          </p:nvPr>
        </p:nvSpPr>
        <p:spPr>
          <a:xfrm>
            <a:off x="658813" y="584200"/>
            <a:ext cx="5173576" cy="1316223"/>
          </a:xfrm>
          <a:prstGeom prst="rect">
            <a:avLst/>
          </a:prstGeom>
        </p:spPr>
        <p:txBody>
          <a:bodyPr/>
          <a:lstStyle>
            <a:lvl1pPr marL="11113" indent="-11113" algn="l">
              <a:lnSpc>
                <a:spcPct val="63839"/>
              </a:lnSpc>
              <a:spcBef>
                <a:spcPts val="1000"/>
              </a:spcBef>
              <a:spcAft>
                <a:spcPts val="0"/>
              </a:spcAft>
              <a:buNone/>
              <a:tabLst/>
              <a:defRPr sz="4800" b="0" spc="0">
                <a:solidFill>
                  <a:schemeClr val="tx1"/>
                </a:solidFill>
                <a:latin typeface="+mj-lt"/>
              </a:defRPr>
            </a:lvl1pPr>
            <a:lvl2pPr marL="9525" indent="-9525">
              <a:buNone/>
              <a:tabLst/>
              <a:defRPr b="1">
                <a:latin typeface="+mj-lt"/>
              </a:defRPr>
            </a:lvl2pPr>
            <a:lvl3pPr marL="9525" indent="-9525">
              <a:buNone/>
              <a:tabLst/>
              <a:defRPr b="1">
                <a:latin typeface="+mj-lt"/>
              </a:defRPr>
            </a:lvl3pPr>
            <a:lvl4pPr marL="9525" indent="-9525">
              <a:buNone/>
              <a:tabLst/>
              <a:defRPr b="1">
                <a:latin typeface="+mj-lt"/>
              </a:defRPr>
            </a:lvl4pPr>
            <a:lvl5pPr marL="9525" indent="-9525">
              <a:buNone/>
              <a:tabLst/>
              <a:defRPr b="1">
                <a:latin typeface="+mj-lt"/>
              </a:defRPr>
            </a:lvl5pPr>
          </a:lstStyle>
          <a:p>
            <a:pPr lvl="0"/>
            <a:r>
              <a:rPr lang="en-US" dirty="0"/>
              <a:t>Page Title</a:t>
            </a:r>
          </a:p>
          <a:p>
            <a:pPr lvl="0"/>
            <a:r>
              <a:rPr lang="en-US" dirty="0"/>
              <a:t>Goes Here</a:t>
            </a:r>
          </a:p>
        </p:txBody>
      </p:sp>
      <p:sp>
        <p:nvSpPr>
          <p:cNvPr id="5" name="Text Placeholder 4">
            <a:extLst>
              <a:ext uri="{FF2B5EF4-FFF2-40B4-BE49-F238E27FC236}">
                <a16:creationId xmlns:a16="http://schemas.microsoft.com/office/drawing/2014/main" id="{2C7528BB-FF7D-8F21-725D-F7139A356421}"/>
              </a:ext>
            </a:extLst>
          </p:cNvPr>
          <p:cNvSpPr>
            <a:spLocks noGrp="1"/>
          </p:cNvSpPr>
          <p:nvPr>
            <p:ph type="body" sz="quarter" idx="13"/>
          </p:nvPr>
        </p:nvSpPr>
        <p:spPr>
          <a:xfrm>
            <a:off x="666066" y="2431822"/>
            <a:ext cx="3961513" cy="1042597"/>
          </a:xfrm>
          <a:prstGeom prst="rect">
            <a:avLst/>
          </a:prstGeom>
        </p:spPr>
        <p:txBody>
          <a:bodyPr/>
          <a:lstStyle>
            <a:lvl1pPr marL="11113" indent="-11113" algn="l">
              <a:buNone/>
              <a:tabLst/>
              <a:defRPr sz="2000"/>
            </a:lvl1pPr>
            <a:lvl2pPr marL="11113" indent="-11113" algn="l">
              <a:buNone/>
              <a:tabLst/>
              <a:defRPr sz="2000"/>
            </a:lvl2pPr>
            <a:lvl3pPr marL="11113" indent="-11113" algn="l">
              <a:buNone/>
              <a:tabLst/>
              <a:defRPr sz="2000"/>
            </a:lvl3pPr>
            <a:lvl4pPr marL="11113" indent="-11113">
              <a:buNone/>
              <a:tabLst/>
              <a:defRPr sz="2000"/>
            </a:lvl4pPr>
            <a:lvl5pPr marL="11113" indent="-11113">
              <a:buNone/>
              <a:tabLst/>
              <a:defRPr sz="2000"/>
            </a:lvl5pPr>
          </a:lstStyle>
          <a:p>
            <a:pPr lvl="0"/>
            <a:r>
              <a:rPr lang="en-US" dirty="0"/>
              <a:t>Click to edit Master text styles</a:t>
            </a:r>
          </a:p>
          <a:p>
            <a:pPr lvl="1"/>
            <a:r>
              <a:rPr lang="en-US" dirty="0"/>
              <a:t>Second level</a:t>
            </a:r>
          </a:p>
          <a:p>
            <a:pPr lvl="2"/>
            <a:r>
              <a:rPr lang="en-US" dirty="0"/>
              <a:t>Third level</a:t>
            </a:r>
          </a:p>
        </p:txBody>
      </p:sp>
      <p:sp>
        <p:nvSpPr>
          <p:cNvPr id="6" name="Text Placeholder 4">
            <a:extLst>
              <a:ext uri="{FF2B5EF4-FFF2-40B4-BE49-F238E27FC236}">
                <a16:creationId xmlns:a16="http://schemas.microsoft.com/office/drawing/2014/main" id="{0F45554B-6E4A-D792-C9D1-832646F094B3}"/>
              </a:ext>
            </a:extLst>
          </p:cNvPr>
          <p:cNvSpPr>
            <a:spLocks noGrp="1"/>
          </p:cNvSpPr>
          <p:nvPr>
            <p:ph type="body" sz="quarter" idx="14"/>
          </p:nvPr>
        </p:nvSpPr>
        <p:spPr>
          <a:xfrm>
            <a:off x="6603874" y="2431822"/>
            <a:ext cx="3961513" cy="1042597"/>
          </a:xfrm>
          <a:prstGeom prst="rect">
            <a:avLst/>
          </a:prstGeom>
        </p:spPr>
        <p:txBody>
          <a:bodyPr/>
          <a:lstStyle>
            <a:lvl1pPr marL="11113" indent="-11113" algn="l">
              <a:buNone/>
              <a:tabLst/>
              <a:defRPr sz="2000"/>
            </a:lvl1pPr>
            <a:lvl2pPr marL="11113" indent="-11113" algn="l">
              <a:buNone/>
              <a:tabLst/>
              <a:defRPr sz="2000"/>
            </a:lvl2pPr>
            <a:lvl3pPr marL="11113" indent="-11113" algn="l">
              <a:buNone/>
              <a:tabLst/>
              <a:defRPr sz="2000"/>
            </a:lvl3pPr>
            <a:lvl4pPr marL="11113" indent="-11113">
              <a:buNone/>
              <a:tabLst/>
              <a:defRPr sz="2000"/>
            </a:lvl4pPr>
            <a:lvl5pPr marL="11113" indent="-11113">
              <a:buNone/>
              <a:tabLst/>
              <a:defRPr sz="2000"/>
            </a:lvl5pPr>
          </a:lstStyle>
          <a:p>
            <a:pPr lvl="0"/>
            <a:r>
              <a:rPr lang="en-US" dirty="0"/>
              <a:t>Click to edit Master text styles</a:t>
            </a:r>
          </a:p>
          <a:p>
            <a:pPr lvl="1"/>
            <a:r>
              <a:rPr lang="en-US" dirty="0"/>
              <a:t>Second level</a:t>
            </a:r>
          </a:p>
          <a:p>
            <a:pPr lvl="2"/>
            <a:r>
              <a:rPr lang="en-US" dirty="0"/>
              <a:t>Third level</a:t>
            </a:r>
          </a:p>
        </p:txBody>
      </p:sp>
      <p:pic>
        <p:nvPicPr>
          <p:cNvPr id="11" name="Picture 10" descr="A person standing in front of a black background&#10;&#10;AI-generated content may be incorrect.">
            <a:extLst>
              <a:ext uri="{FF2B5EF4-FFF2-40B4-BE49-F238E27FC236}">
                <a16:creationId xmlns:a16="http://schemas.microsoft.com/office/drawing/2014/main" id="{1DED4855-727C-049E-1803-AFE6A26A02E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35677" y="404813"/>
            <a:ext cx="2059421" cy="788987"/>
          </a:xfrm>
          <a:prstGeom prst="rect">
            <a:avLst/>
          </a:prstGeom>
        </p:spPr>
      </p:pic>
    </p:spTree>
    <p:extLst>
      <p:ext uri="{BB962C8B-B14F-4D97-AF65-F5344CB8AC3E}">
        <p14:creationId xmlns:p14="http://schemas.microsoft.com/office/powerpoint/2010/main" val="29334465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age Breaker">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1139B6-4FF5-1B8C-E335-7E704BE7E464}"/>
              </a:ext>
            </a:extLst>
          </p:cNvPr>
          <p:cNvSpPr/>
          <p:nvPr userDrawn="1"/>
        </p:nvSpPr>
        <p:spPr>
          <a:xfrm>
            <a:off x="0" y="0"/>
            <a:ext cx="12192000" cy="6858000"/>
          </a:xfrm>
          <a:prstGeom prst="rect">
            <a:avLst/>
          </a:prstGeom>
          <a:solidFill>
            <a:srgbClr val="9D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pic>
        <p:nvPicPr>
          <p:cNvPr id="3" name="Picture 2" descr="A black and white pattern&#10;&#10;AI-generated content may be incorrect.">
            <a:extLst>
              <a:ext uri="{FF2B5EF4-FFF2-40B4-BE49-F238E27FC236}">
                <a16:creationId xmlns:a16="http://schemas.microsoft.com/office/drawing/2014/main" id="{256A37A5-1338-4471-BB40-EF72B027790F}"/>
              </a:ext>
            </a:extLst>
          </p:cNvPr>
          <p:cNvPicPr>
            <a:picLocks noGrp="1" noRot="1" noChangeAspect="1" noMove="1" noResize="1" noEditPoints="1" noAdjustHandles="1" noChangeArrowheads="1" noChangeShapeType="1" noCrop="1"/>
          </p:cNvPicPr>
          <p:nvPr userDrawn="1"/>
        </p:nvPicPr>
        <p:blipFill>
          <a:blip r:embed="rId2">
            <a:alphaModFix amt="4000"/>
            <a:extLst>
              <a:ext uri="{28A0092B-C50C-407E-A947-70E740481C1C}">
                <a14:useLocalDpi xmlns:a14="http://schemas.microsoft.com/office/drawing/2010/main" val="0"/>
              </a:ext>
            </a:extLst>
          </a:blip>
          <a:srcRect t="30114" b="30111"/>
          <a:stretch>
            <a:fillRect/>
          </a:stretch>
        </p:blipFill>
        <p:spPr>
          <a:xfrm>
            <a:off x="0" y="0"/>
            <a:ext cx="12192000" cy="6858000"/>
          </a:xfrm>
          <a:prstGeom prst="rect">
            <a:avLst/>
          </a:prstGeom>
        </p:spPr>
      </p:pic>
      <p:sp>
        <p:nvSpPr>
          <p:cNvPr id="2" name="Text Placeholder 2">
            <a:extLst>
              <a:ext uri="{FF2B5EF4-FFF2-40B4-BE49-F238E27FC236}">
                <a16:creationId xmlns:a16="http://schemas.microsoft.com/office/drawing/2014/main" id="{EBFA9454-7781-47DC-39BF-17782523E207}"/>
              </a:ext>
            </a:extLst>
          </p:cNvPr>
          <p:cNvSpPr>
            <a:spLocks noGrp="1"/>
          </p:cNvSpPr>
          <p:nvPr>
            <p:ph type="body" sz="quarter" idx="12" hasCustomPrompt="1"/>
          </p:nvPr>
        </p:nvSpPr>
        <p:spPr>
          <a:xfrm>
            <a:off x="3509212" y="2923289"/>
            <a:ext cx="5173576" cy="1316223"/>
          </a:xfrm>
          <a:prstGeom prst="rect">
            <a:avLst/>
          </a:prstGeom>
        </p:spPr>
        <p:txBody>
          <a:bodyPr/>
          <a:lstStyle>
            <a:lvl1pPr marL="11113" indent="-11113" algn="ctr">
              <a:lnSpc>
                <a:spcPct val="63839"/>
              </a:lnSpc>
              <a:spcBef>
                <a:spcPts val="1000"/>
              </a:spcBef>
              <a:spcAft>
                <a:spcPts val="0"/>
              </a:spcAft>
              <a:buNone/>
              <a:tabLst/>
              <a:defRPr sz="4800" b="0" spc="0">
                <a:solidFill>
                  <a:schemeClr val="tx1"/>
                </a:solidFill>
                <a:latin typeface="+mj-lt"/>
              </a:defRPr>
            </a:lvl1pPr>
            <a:lvl2pPr marL="9525" indent="-9525">
              <a:buNone/>
              <a:tabLst/>
              <a:defRPr b="1">
                <a:latin typeface="+mj-lt"/>
              </a:defRPr>
            </a:lvl2pPr>
            <a:lvl3pPr marL="9525" indent="-9525">
              <a:buNone/>
              <a:tabLst/>
              <a:defRPr b="1">
                <a:latin typeface="+mj-lt"/>
              </a:defRPr>
            </a:lvl3pPr>
            <a:lvl4pPr marL="9525" indent="-9525">
              <a:buNone/>
              <a:tabLst/>
              <a:defRPr b="1">
                <a:latin typeface="+mj-lt"/>
              </a:defRPr>
            </a:lvl4pPr>
            <a:lvl5pPr marL="9525" indent="-9525">
              <a:buNone/>
              <a:tabLst/>
              <a:defRPr b="1">
                <a:latin typeface="+mj-lt"/>
              </a:defRPr>
            </a:lvl5pPr>
          </a:lstStyle>
          <a:p>
            <a:pPr lvl="0"/>
            <a:r>
              <a:rPr lang="en-US" dirty="0"/>
              <a:t>Page Title</a:t>
            </a:r>
          </a:p>
          <a:p>
            <a:pPr lvl="0"/>
            <a:r>
              <a:rPr lang="en-US" dirty="0"/>
              <a:t>Goes Here</a:t>
            </a:r>
          </a:p>
        </p:txBody>
      </p:sp>
      <p:pic>
        <p:nvPicPr>
          <p:cNvPr id="8" name="Picture 7" descr="A logo on a black background&#10;&#10;AI-generated content may be incorrect.">
            <a:extLst>
              <a:ext uri="{FF2B5EF4-FFF2-40B4-BE49-F238E27FC236}">
                <a16:creationId xmlns:a16="http://schemas.microsoft.com/office/drawing/2014/main" id="{3558FE0A-1DC9-116F-F55C-48DD9F7DE84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229225" y="584200"/>
            <a:ext cx="1733550" cy="1340224"/>
          </a:xfrm>
          <a:prstGeom prst="rect">
            <a:avLst/>
          </a:prstGeom>
        </p:spPr>
      </p:pic>
    </p:spTree>
    <p:extLst>
      <p:ext uri="{BB962C8B-B14F-4D97-AF65-F5344CB8AC3E}">
        <p14:creationId xmlns:p14="http://schemas.microsoft.com/office/powerpoint/2010/main" val="337598360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 Image 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1A0A2A-6DE8-48D1-5401-BC21F78C7E4B}"/>
              </a:ext>
            </a:extLst>
          </p:cNvPr>
          <p:cNvSpPr/>
          <p:nvPr userDrawn="1"/>
        </p:nvSpPr>
        <p:spPr>
          <a:xfrm>
            <a:off x="1" y="0"/>
            <a:ext cx="4303986" cy="6858000"/>
          </a:xfrm>
          <a:prstGeom prst="rect">
            <a:avLst/>
          </a:prstGeom>
          <a:solidFill>
            <a:srgbClr val="9D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b="1">
              <a:ln w="22225">
                <a:solidFill>
                  <a:schemeClr val="accent2"/>
                </a:solidFill>
                <a:prstDash val="solid"/>
              </a:ln>
              <a:solidFill>
                <a:schemeClr val="accent2">
                  <a:lumMod val="40000"/>
                  <a:lumOff val="60000"/>
                </a:schemeClr>
              </a:solidFill>
            </a:endParaRPr>
          </a:p>
        </p:txBody>
      </p:sp>
      <p:pic>
        <p:nvPicPr>
          <p:cNvPr id="5" name="Picture 4" descr="A black and white pattern&#10;&#10;AI-generated content may be incorrect.">
            <a:extLst>
              <a:ext uri="{FF2B5EF4-FFF2-40B4-BE49-F238E27FC236}">
                <a16:creationId xmlns:a16="http://schemas.microsoft.com/office/drawing/2014/main" id="{3C8B61AB-F598-F19E-5CEE-65863C6BA35E}"/>
              </a:ext>
            </a:extLst>
          </p:cNvPr>
          <p:cNvPicPr>
            <a:picLocks noGrp="1" noRot="1" noChangeAspect="1" noMove="1" noResize="1" noEditPoints="1" noAdjustHandles="1" noChangeArrowheads="1" noChangeShapeType="1" noCrop="1"/>
          </p:cNvPicPr>
          <p:nvPr userDrawn="1"/>
        </p:nvPicPr>
        <p:blipFill>
          <a:blip r:embed="rId2">
            <a:alphaModFix amt="4000"/>
            <a:extLst>
              <a:ext uri="{28A0092B-C50C-407E-A947-70E740481C1C}">
                <a14:useLocalDpi xmlns:a14="http://schemas.microsoft.com/office/drawing/2010/main" val="0"/>
              </a:ext>
            </a:extLst>
          </a:blip>
          <a:srcRect t="30114" r="64698" b="30111"/>
          <a:stretch>
            <a:fillRect/>
          </a:stretch>
        </p:blipFill>
        <p:spPr>
          <a:xfrm>
            <a:off x="0" y="0"/>
            <a:ext cx="4303986" cy="6858000"/>
          </a:xfrm>
          <a:prstGeom prst="rect">
            <a:avLst/>
          </a:prstGeom>
        </p:spPr>
      </p:pic>
      <p:sp>
        <p:nvSpPr>
          <p:cNvPr id="6" name="Picture Placeholder 5">
            <a:extLst>
              <a:ext uri="{FF2B5EF4-FFF2-40B4-BE49-F238E27FC236}">
                <a16:creationId xmlns:a16="http://schemas.microsoft.com/office/drawing/2014/main" id="{D257A442-AFB1-A9DD-F589-D9FFF04A24FA}"/>
              </a:ext>
            </a:extLst>
          </p:cNvPr>
          <p:cNvSpPr>
            <a:spLocks noGrp="1"/>
          </p:cNvSpPr>
          <p:nvPr>
            <p:ph type="pic" sz="quarter" idx="10"/>
          </p:nvPr>
        </p:nvSpPr>
        <p:spPr>
          <a:xfrm>
            <a:off x="623888" y="584200"/>
            <a:ext cx="4578733" cy="5548586"/>
          </a:xfrm>
          <a:custGeom>
            <a:avLst/>
            <a:gdLst>
              <a:gd name="connsiteX0" fmla="*/ 0 w 4578733"/>
              <a:gd name="connsiteY0" fmla="*/ 0 h 5548586"/>
              <a:gd name="connsiteX1" fmla="*/ 4578733 w 4578733"/>
              <a:gd name="connsiteY1" fmla="*/ 0 h 5548586"/>
              <a:gd name="connsiteX2" fmla="*/ 4578733 w 4578733"/>
              <a:gd name="connsiteY2" fmla="*/ 5548586 h 5548586"/>
              <a:gd name="connsiteX3" fmla="*/ 0 w 4578733"/>
              <a:gd name="connsiteY3" fmla="*/ 5548586 h 5548586"/>
            </a:gdLst>
            <a:ahLst/>
            <a:cxnLst>
              <a:cxn ang="0">
                <a:pos x="connsiteX0" y="connsiteY0"/>
              </a:cxn>
              <a:cxn ang="0">
                <a:pos x="connsiteX1" y="connsiteY1"/>
              </a:cxn>
              <a:cxn ang="0">
                <a:pos x="connsiteX2" y="connsiteY2"/>
              </a:cxn>
              <a:cxn ang="0">
                <a:pos x="connsiteX3" y="connsiteY3"/>
              </a:cxn>
            </a:cxnLst>
            <a:rect l="l" t="t" r="r" b="b"/>
            <a:pathLst>
              <a:path w="4578733" h="5548586">
                <a:moveTo>
                  <a:pt x="0" y="0"/>
                </a:moveTo>
                <a:lnTo>
                  <a:pt x="4578733" y="0"/>
                </a:lnTo>
                <a:lnTo>
                  <a:pt x="4578733" y="5548586"/>
                </a:lnTo>
                <a:lnTo>
                  <a:pt x="0" y="5548586"/>
                </a:lnTo>
                <a:close/>
              </a:path>
            </a:pathLst>
          </a:custGeom>
          <a:solidFill>
            <a:schemeClr val="bg1">
              <a:lumMod val="85000"/>
            </a:schemeClr>
          </a:solidFill>
        </p:spPr>
        <p:txBody>
          <a:bodyPr wrap="square">
            <a:noAutofit/>
          </a:bodyPr>
          <a:lstStyle/>
          <a:p>
            <a:endParaRPr lang="en-ID" dirty="0"/>
          </a:p>
        </p:txBody>
      </p:sp>
      <p:sp>
        <p:nvSpPr>
          <p:cNvPr id="3" name="Text Placeholder 2">
            <a:extLst>
              <a:ext uri="{FF2B5EF4-FFF2-40B4-BE49-F238E27FC236}">
                <a16:creationId xmlns:a16="http://schemas.microsoft.com/office/drawing/2014/main" id="{69D24049-BB0D-701F-E4E1-296A28EA25B7}"/>
              </a:ext>
            </a:extLst>
          </p:cNvPr>
          <p:cNvSpPr>
            <a:spLocks noGrp="1"/>
          </p:cNvSpPr>
          <p:nvPr>
            <p:ph type="body" sz="quarter" idx="11" hasCustomPrompt="1"/>
          </p:nvPr>
        </p:nvSpPr>
        <p:spPr>
          <a:xfrm>
            <a:off x="6114289" y="1508422"/>
            <a:ext cx="5173576" cy="1470231"/>
          </a:xfrm>
          <a:prstGeom prst="rect">
            <a:avLst/>
          </a:prstGeom>
        </p:spPr>
        <p:txBody>
          <a:bodyPr/>
          <a:lstStyle>
            <a:lvl1pPr marL="11113" indent="-11113">
              <a:lnSpc>
                <a:spcPct val="79821"/>
              </a:lnSpc>
              <a:spcBef>
                <a:spcPts val="1000"/>
              </a:spcBef>
              <a:spcAft>
                <a:spcPts val="0"/>
              </a:spcAft>
              <a:buNone/>
              <a:tabLst/>
              <a:defRPr sz="4800" b="0" spc="0">
                <a:solidFill>
                  <a:schemeClr val="tx1"/>
                </a:solidFill>
                <a:latin typeface="+mj-lt"/>
              </a:defRPr>
            </a:lvl1pPr>
            <a:lvl2pPr marL="9525" indent="-9525">
              <a:buNone/>
              <a:tabLst/>
              <a:defRPr b="1">
                <a:latin typeface="+mj-lt"/>
              </a:defRPr>
            </a:lvl2pPr>
            <a:lvl3pPr marL="9525" indent="-9525">
              <a:buNone/>
              <a:tabLst/>
              <a:defRPr b="1">
                <a:latin typeface="+mj-lt"/>
              </a:defRPr>
            </a:lvl3pPr>
            <a:lvl4pPr marL="9525" indent="-9525">
              <a:buNone/>
              <a:tabLst/>
              <a:defRPr b="1">
                <a:latin typeface="+mj-lt"/>
              </a:defRPr>
            </a:lvl4pPr>
            <a:lvl5pPr marL="9525" indent="-9525">
              <a:buNone/>
              <a:tabLst/>
              <a:defRPr b="1">
                <a:latin typeface="+mj-lt"/>
              </a:defRPr>
            </a:lvl5pPr>
          </a:lstStyle>
          <a:p>
            <a:pPr lvl="0"/>
            <a:r>
              <a:rPr lang="en-US" dirty="0"/>
              <a:t>Page Title</a:t>
            </a:r>
          </a:p>
          <a:p>
            <a:pPr lvl="0"/>
            <a:r>
              <a:rPr lang="en-US" dirty="0"/>
              <a:t>Goes Here</a:t>
            </a:r>
          </a:p>
        </p:txBody>
      </p:sp>
      <p:sp>
        <p:nvSpPr>
          <p:cNvPr id="4" name="Text Placeholder 4">
            <a:extLst>
              <a:ext uri="{FF2B5EF4-FFF2-40B4-BE49-F238E27FC236}">
                <a16:creationId xmlns:a16="http://schemas.microsoft.com/office/drawing/2014/main" id="{00DB97F8-295D-A0E2-1AE9-FBEADC5CD86B}"/>
              </a:ext>
            </a:extLst>
          </p:cNvPr>
          <p:cNvSpPr>
            <a:spLocks noGrp="1"/>
          </p:cNvSpPr>
          <p:nvPr>
            <p:ph type="body" sz="quarter" idx="12" hasCustomPrompt="1"/>
          </p:nvPr>
        </p:nvSpPr>
        <p:spPr>
          <a:xfrm>
            <a:off x="6114289" y="3249612"/>
            <a:ext cx="5453824" cy="3024188"/>
          </a:xfrm>
          <a:prstGeom prst="rect">
            <a:avLst/>
          </a:prstGeom>
        </p:spPr>
        <p:txBody>
          <a:bodyPr/>
          <a:lstStyle>
            <a:lvl1pPr marL="11113" indent="-11113">
              <a:buFont typeface="Arial" panose="020B0604020202020204" pitchFamily="34" charset="0"/>
              <a:buNone/>
              <a:tabLst/>
              <a:defRPr sz="2400"/>
            </a:lvl1pPr>
            <a:lvl2pPr marL="11113" indent="-11113">
              <a:buFont typeface="Arial" panose="020B0604020202020204" pitchFamily="34" charset="0"/>
              <a:buNone/>
              <a:tabLst/>
              <a:defRPr/>
            </a:lvl2pPr>
            <a:lvl3pPr marL="11113" indent="-11113">
              <a:buFont typeface="Arial" panose="020B0604020202020204" pitchFamily="34" charset="0"/>
              <a:buNone/>
              <a:tabLst/>
              <a:defRPr/>
            </a:lvl3pPr>
            <a:lvl4pPr marL="11113" indent="-11113">
              <a:buFont typeface="Arial" panose="020B0604020202020204" pitchFamily="34" charset="0"/>
              <a:buNone/>
              <a:tabLst/>
              <a:defRPr/>
            </a:lvl4pPr>
            <a:lvl5pPr marL="11113" indent="-11113">
              <a:buFont typeface="Arial" panose="020B0604020202020204" pitchFamily="34" charset="0"/>
              <a:buNone/>
              <a:tabLst/>
              <a:defRPr/>
            </a:lvl5pPr>
          </a:lstStyle>
          <a:p>
            <a:pPr lvl="0"/>
            <a:r>
              <a:rPr lang="en-US" dirty="0"/>
              <a:t>Lorem ipsum dolor sit amet, consectetuer adipiscing elit. Maecenas porttitor congue massa. </a:t>
            </a:r>
          </a:p>
          <a:p>
            <a:pPr lvl="0"/>
            <a:r>
              <a:rPr lang="en-US" dirty="0" err="1"/>
              <a:t>Fusce</a:t>
            </a:r>
            <a:r>
              <a:rPr lang="en-US" dirty="0"/>
              <a:t> posuere, magna sed pulvinar </a:t>
            </a:r>
            <a:r>
              <a:rPr lang="en-US" dirty="0" err="1"/>
              <a:t>ultricies</a:t>
            </a:r>
            <a:r>
              <a:rPr lang="en-US" dirty="0"/>
              <a:t>.</a:t>
            </a:r>
          </a:p>
        </p:txBody>
      </p:sp>
      <p:pic>
        <p:nvPicPr>
          <p:cNvPr id="8" name="Picture 7" descr="A person standing in front of a black background&#10;&#10;AI-generated content may be incorrect.">
            <a:extLst>
              <a:ext uri="{FF2B5EF4-FFF2-40B4-BE49-F238E27FC236}">
                <a16:creationId xmlns:a16="http://schemas.microsoft.com/office/drawing/2014/main" id="{2C3F2C47-A14B-606F-CA07-89E84CFAFCA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35677" y="404813"/>
            <a:ext cx="2059421" cy="788987"/>
          </a:xfrm>
          <a:prstGeom prst="rect">
            <a:avLst/>
          </a:prstGeom>
        </p:spPr>
      </p:pic>
    </p:spTree>
    <p:extLst>
      <p:ext uri="{BB962C8B-B14F-4D97-AF65-F5344CB8AC3E}">
        <p14:creationId xmlns:p14="http://schemas.microsoft.com/office/powerpoint/2010/main" val="15170260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 Image 4">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E96233D-EB45-C2B1-5D1D-ED9DDD442D31}"/>
              </a:ext>
            </a:extLst>
          </p:cNvPr>
          <p:cNvSpPr/>
          <p:nvPr userDrawn="1"/>
        </p:nvSpPr>
        <p:spPr>
          <a:xfrm>
            <a:off x="623887" y="2707574"/>
            <a:ext cx="5173576" cy="3566226"/>
          </a:xfrm>
          <a:prstGeom prst="rect">
            <a:avLst/>
          </a:prstGeom>
          <a:solidFill>
            <a:srgbClr val="9D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pic>
        <p:nvPicPr>
          <p:cNvPr id="9" name="Picture 8" descr="A black and white pattern&#10;&#10;AI-generated content may be incorrect.">
            <a:extLst>
              <a:ext uri="{FF2B5EF4-FFF2-40B4-BE49-F238E27FC236}">
                <a16:creationId xmlns:a16="http://schemas.microsoft.com/office/drawing/2014/main" id="{42B273D9-D554-F17E-E9BF-4A8C85DB53E5}"/>
              </a:ext>
            </a:extLst>
          </p:cNvPr>
          <p:cNvPicPr>
            <a:picLocks noGrp="1" noRot="1" noChangeAspect="1" noMove="1" noResize="1" noEditPoints="1" noAdjustHandles="1" noChangeArrowheads="1" noChangeShapeType="1" noCrop="1"/>
          </p:cNvPicPr>
          <p:nvPr userDrawn="1"/>
        </p:nvPicPr>
        <p:blipFill>
          <a:blip r:embed="rId2">
            <a:alphaModFix amt="4000"/>
            <a:extLst>
              <a:ext uri="{28A0092B-C50C-407E-A947-70E740481C1C}">
                <a14:useLocalDpi xmlns:a14="http://schemas.microsoft.com/office/drawing/2010/main" val="0"/>
              </a:ext>
            </a:extLst>
          </a:blip>
          <a:srcRect l="5402" t="45818" r="52450" b="33499"/>
          <a:stretch>
            <a:fillRect/>
          </a:stretch>
        </p:blipFill>
        <p:spPr>
          <a:xfrm>
            <a:off x="658813" y="2707574"/>
            <a:ext cx="5138649" cy="3566226"/>
          </a:xfrm>
          <a:prstGeom prst="rect">
            <a:avLst/>
          </a:prstGeom>
        </p:spPr>
      </p:pic>
      <p:sp>
        <p:nvSpPr>
          <p:cNvPr id="5" name="Picture Placeholder 4">
            <a:extLst>
              <a:ext uri="{FF2B5EF4-FFF2-40B4-BE49-F238E27FC236}">
                <a16:creationId xmlns:a16="http://schemas.microsoft.com/office/drawing/2014/main" id="{9B1C33D9-B4D5-697E-DFFC-1AD7C4B2D55A}"/>
              </a:ext>
            </a:extLst>
          </p:cNvPr>
          <p:cNvSpPr>
            <a:spLocks noGrp="1"/>
          </p:cNvSpPr>
          <p:nvPr>
            <p:ph type="pic" sz="quarter" idx="10"/>
          </p:nvPr>
        </p:nvSpPr>
        <p:spPr>
          <a:xfrm>
            <a:off x="7083429" y="1462250"/>
            <a:ext cx="4484684" cy="3458535"/>
          </a:xfrm>
          <a:custGeom>
            <a:avLst/>
            <a:gdLst>
              <a:gd name="connsiteX0" fmla="*/ 0 w 5472113"/>
              <a:gd name="connsiteY0" fmla="*/ 0 h 3321050"/>
              <a:gd name="connsiteX1" fmla="*/ 5472113 w 5472113"/>
              <a:gd name="connsiteY1" fmla="*/ 0 h 3321050"/>
              <a:gd name="connsiteX2" fmla="*/ 5472113 w 5472113"/>
              <a:gd name="connsiteY2" fmla="*/ 3321050 h 3321050"/>
              <a:gd name="connsiteX3" fmla="*/ 0 w 5472113"/>
              <a:gd name="connsiteY3" fmla="*/ 3321050 h 3321050"/>
            </a:gdLst>
            <a:ahLst/>
            <a:cxnLst>
              <a:cxn ang="0">
                <a:pos x="connsiteX0" y="connsiteY0"/>
              </a:cxn>
              <a:cxn ang="0">
                <a:pos x="connsiteX1" y="connsiteY1"/>
              </a:cxn>
              <a:cxn ang="0">
                <a:pos x="connsiteX2" y="connsiteY2"/>
              </a:cxn>
              <a:cxn ang="0">
                <a:pos x="connsiteX3" y="connsiteY3"/>
              </a:cxn>
            </a:cxnLst>
            <a:rect l="l" t="t" r="r" b="b"/>
            <a:pathLst>
              <a:path w="5472113" h="3321050">
                <a:moveTo>
                  <a:pt x="0" y="0"/>
                </a:moveTo>
                <a:lnTo>
                  <a:pt x="5472113" y="0"/>
                </a:lnTo>
                <a:lnTo>
                  <a:pt x="5472113" y="3321050"/>
                </a:lnTo>
                <a:lnTo>
                  <a:pt x="0" y="3321050"/>
                </a:lnTo>
                <a:close/>
              </a:path>
            </a:pathLst>
          </a:custGeom>
          <a:solidFill>
            <a:schemeClr val="bg1">
              <a:lumMod val="85000"/>
            </a:schemeClr>
          </a:solidFill>
        </p:spPr>
        <p:txBody>
          <a:bodyPr wrap="square">
            <a:noAutofit/>
          </a:bodyPr>
          <a:lstStyle/>
          <a:p>
            <a:endParaRPr lang="en-ID" dirty="0"/>
          </a:p>
        </p:txBody>
      </p:sp>
      <p:sp>
        <p:nvSpPr>
          <p:cNvPr id="3" name="Text Placeholder 2">
            <a:extLst>
              <a:ext uri="{FF2B5EF4-FFF2-40B4-BE49-F238E27FC236}">
                <a16:creationId xmlns:a16="http://schemas.microsoft.com/office/drawing/2014/main" id="{0445CF98-A7E3-BBDD-4E32-685CDD0FE63E}"/>
              </a:ext>
            </a:extLst>
          </p:cNvPr>
          <p:cNvSpPr>
            <a:spLocks noGrp="1"/>
          </p:cNvSpPr>
          <p:nvPr>
            <p:ph type="body" sz="quarter" idx="11" hasCustomPrompt="1"/>
          </p:nvPr>
        </p:nvSpPr>
        <p:spPr>
          <a:xfrm>
            <a:off x="658814" y="584200"/>
            <a:ext cx="5173576" cy="1470231"/>
          </a:xfrm>
          <a:prstGeom prst="rect">
            <a:avLst/>
          </a:prstGeom>
        </p:spPr>
        <p:txBody>
          <a:bodyPr/>
          <a:lstStyle>
            <a:lvl1pPr marL="11113" indent="-11113">
              <a:lnSpc>
                <a:spcPct val="79821"/>
              </a:lnSpc>
              <a:spcBef>
                <a:spcPts val="1000"/>
              </a:spcBef>
              <a:spcAft>
                <a:spcPts val="0"/>
              </a:spcAft>
              <a:buNone/>
              <a:tabLst/>
              <a:defRPr sz="4800" b="0" spc="0">
                <a:solidFill>
                  <a:schemeClr val="tx1"/>
                </a:solidFill>
                <a:latin typeface="+mj-lt"/>
              </a:defRPr>
            </a:lvl1pPr>
            <a:lvl2pPr marL="9525" indent="-9525">
              <a:buNone/>
              <a:tabLst/>
              <a:defRPr b="1">
                <a:latin typeface="+mj-lt"/>
              </a:defRPr>
            </a:lvl2pPr>
            <a:lvl3pPr marL="9525" indent="-9525">
              <a:buNone/>
              <a:tabLst/>
              <a:defRPr b="1">
                <a:latin typeface="+mj-lt"/>
              </a:defRPr>
            </a:lvl3pPr>
            <a:lvl4pPr marL="9525" indent="-9525">
              <a:buNone/>
              <a:tabLst/>
              <a:defRPr b="1">
                <a:latin typeface="+mj-lt"/>
              </a:defRPr>
            </a:lvl4pPr>
            <a:lvl5pPr marL="9525" indent="-9525">
              <a:buNone/>
              <a:tabLst/>
              <a:defRPr b="1">
                <a:latin typeface="+mj-lt"/>
              </a:defRPr>
            </a:lvl5pPr>
          </a:lstStyle>
          <a:p>
            <a:pPr lvl="0"/>
            <a:r>
              <a:rPr lang="en-US" dirty="0"/>
              <a:t>Page Title</a:t>
            </a:r>
          </a:p>
          <a:p>
            <a:pPr lvl="0"/>
            <a:r>
              <a:rPr lang="en-US" dirty="0"/>
              <a:t>Goes Here</a:t>
            </a:r>
          </a:p>
        </p:txBody>
      </p:sp>
      <p:sp>
        <p:nvSpPr>
          <p:cNvPr id="4" name="Text Placeholder 4">
            <a:extLst>
              <a:ext uri="{FF2B5EF4-FFF2-40B4-BE49-F238E27FC236}">
                <a16:creationId xmlns:a16="http://schemas.microsoft.com/office/drawing/2014/main" id="{54DC6D08-400A-A4DD-EAB0-0E574A55F5E0}"/>
              </a:ext>
            </a:extLst>
          </p:cNvPr>
          <p:cNvSpPr>
            <a:spLocks noGrp="1"/>
          </p:cNvSpPr>
          <p:nvPr>
            <p:ph type="body" sz="quarter" idx="12" hasCustomPrompt="1"/>
          </p:nvPr>
        </p:nvSpPr>
        <p:spPr>
          <a:xfrm>
            <a:off x="827251" y="3656295"/>
            <a:ext cx="4281321" cy="2528979"/>
          </a:xfrm>
          <a:prstGeom prst="rect">
            <a:avLst/>
          </a:prstGeom>
        </p:spPr>
        <p:txBody>
          <a:bodyPr/>
          <a:lstStyle>
            <a:lvl1pPr marL="11113" indent="-11113">
              <a:buFont typeface="Arial" panose="020B0604020202020204" pitchFamily="34" charset="0"/>
              <a:buNone/>
              <a:tabLst/>
              <a:defRPr sz="2400">
                <a:solidFill>
                  <a:schemeClr val="bg1"/>
                </a:solidFill>
              </a:defRPr>
            </a:lvl1pPr>
            <a:lvl2pPr marL="11113" indent="-11113">
              <a:buFont typeface="Arial" panose="020B0604020202020204" pitchFamily="34" charset="0"/>
              <a:buNone/>
              <a:tabLst/>
              <a:defRPr/>
            </a:lvl2pPr>
            <a:lvl3pPr marL="11113" indent="-11113">
              <a:buFont typeface="Arial" panose="020B0604020202020204" pitchFamily="34" charset="0"/>
              <a:buNone/>
              <a:tabLst/>
              <a:defRPr/>
            </a:lvl3pPr>
            <a:lvl4pPr marL="11113" indent="-11113">
              <a:buFont typeface="Arial" panose="020B0604020202020204" pitchFamily="34" charset="0"/>
              <a:buNone/>
              <a:tabLst/>
              <a:defRPr/>
            </a:lvl4pPr>
            <a:lvl5pPr marL="11113" indent="-11113">
              <a:buFont typeface="Arial" panose="020B0604020202020204" pitchFamily="34" charset="0"/>
              <a:buNone/>
              <a:tabLst/>
              <a:defRPr/>
            </a:lvl5pPr>
          </a:lstStyle>
          <a:p>
            <a:pPr lvl="0"/>
            <a:r>
              <a:rPr lang="en-US" dirty="0"/>
              <a:t>Lorem ipsum dolor sit amet, consectetuer adipiscing elit. Maecenas porttitor congue massa. </a:t>
            </a:r>
          </a:p>
          <a:p>
            <a:pPr lvl="0"/>
            <a:r>
              <a:rPr lang="en-US" dirty="0" err="1"/>
              <a:t>Fusce</a:t>
            </a:r>
            <a:r>
              <a:rPr lang="en-US" dirty="0"/>
              <a:t> posuere, magna sed pulvinar </a:t>
            </a:r>
            <a:r>
              <a:rPr lang="en-US" dirty="0" err="1"/>
              <a:t>ultricies</a:t>
            </a:r>
            <a:r>
              <a:rPr lang="en-US" dirty="0"/>
              <a:t>.</a:t>
            </a:r>
          </a:p>
        </p:txBody>
      </p:sp>
      <p:sp>
        <p:nvSpPr>
          <p:cNvPr id="7" name="Text Placeholder 4">
            <a:extLst>
              <a:ext uri="{FF2B5EF4-FFF2-40B4-BE49-F238E27FC236}">
                <a16:creationId xmlns:a16="http://schemas.microsoft.com/office/drawing/2014/main" id="{A83AE23E-4CFE-FD9A-B6DC-E2F01447572A}"/>
              </a:ext>
            </a:extLst>
          </p:cNvPr>
          <p:cNvSpPr>
            <a:spLocks noGrp="1"/>
          </p:cNvSpPr>
          <p:nvPr>
            <p:ph type="body" sz="quarter" idx="13" hasCustomPrompt="1"/>
          </p:nvPr>
        </p:nvSpPr>
        <p:spPr>
          <a:xfrm>
            <a:off x="7083429" y="5189235"/>
            <a:ext cx="4484684" cy="1084565"/>
          </a:xfrm>
          <a:prstGeom prst="rect">
            <a:avLst/>
          </a:prstGeom>
        </p:spPr>
        <p:txBody>
          <a:bodyPr/>
          <a:lstStyle>
            <a:lvl1pPr marL="11113" indent="-11113">
              <a:buFont typeface="Arial" panose="020B0604020202020204" pitchFamily="34" charset="0"/>
              <a:buNone/>
              <a:tabLst/>
              <a:defRPr sz="2400">
                <a:solidFill>
                  <a:schemeClr val="accent2"/>
                </a:solidFill>
              </a:defRPr>
            </a:lvl1pPr>
            <a:lvl2pPr marL="11113" indent="-11113">
              <a:buFont typeface="Arial" panose="020B0604020202020204" pitchFamily="34" charset="0"/>
              <a:buNone/>
              <a:tabLst/>
              <a:defRPr/>
            </a:lvl2pPr>
            <a:lvl3pPr marL="11113" indent="-11113">
              <a:buFont typeface="Arial" panose="020B0604020202020204" pitchFamily="34" charset="0"/>
              <a:buNone/>
              <a:tabLst/>
              <a:defRPr/>
            </a:lvl3pPr>
            <a:lvl4pPr marL="11113" indent="-11113">
              <a:buFont typeface="Arial" panose="020B0604020202020204" pitchFamily="34" charset="0"/>
              <a:buNone/>
              <a:tabLst/>
              <a:defRPr/>
            </a:lvl4pPr>
            <a:lvl5pPr marL="11113" indent="-11113">
              <a:buFont typeface="Arial" panose="020B0604020202020204" pitchFamily="34" charset="0"/>
              <a:buNone/>
              <a:tabLst/>
              <a:defRPr/>
            </a:lvl5pPr>
          </a:lstStyle>
          <a:p>
            <a:pPr lvl="0"/>
            <a:r>
              <a:rPr lang="en-US" dirty="0"/>
              <a:t>Lorem ipsum dolor sit amet, consectetuer adipiscing elit. Maecenas </a:t>
            </a:r>
            <a:r>
              <a:rPr lang="en-US" dirty="0" err="1"/>
              <a:t>porttitor</a:t>
            </a:r>
            <a:r>
              <a:rPr lang="en-US" dirty="0"/>
              <a:t> </a:t>
            </a:r>
            <a:r>
              <a:rPr lang="en-US" dirty="0" err="1"/>
              <a:t>congue</a:t>
            </a:r>
            <a:r>
              <a:rPr lang="en-US" dirty="0"/>
              <a:t>.</a:t>
            </a:r>
          </a:p>
        </p:txBody>
      </p:sp>
      <p:sp>
        <p:nvSpPr>
          <p:cNvPr id="8" name="Text Placeholder 4">
            <a:extLst>
              <a:ext uri="{FF2B5EF4-FFF2-40B4-BE49-F238E27FC236}">
                <a16:creationId xmlns:a16="http://schemas.microsoft.com/office/drawing/2014/main" id="{362B7BF8-433E-A355-8038-BD7D94E18ABF}"/>
              </a:ext>
            </a:extLst>
          </p:cNvPr>
          <p:cNvSpPr>
            <a:spLocks noGrp="1"/>
          </p:cNvSpPr>
          <p:nvPr>
            <p:ph type="body" sz="quarter" idx="14" hasCustomPrompt="1"/>
          </p:nvPr>
        </p:nvSpPr>
        <p:spPr>
          <a:xfrm>
            <a:off x="778037" y="2972926"/>
            <a:ext cx="4009901" cy="456074"/>
          </a:xfrm>
          <a:prstGeom prst="rect">
            <a:avLst/>
          </a:prstGeom>
        </p:spPr>
        <p:txBody>
          <a:bodyPr/>
          <a:lstStyle>
            <a:lvl1pPr marL="11113" indent="-11113">
              <a:buFont typeface="Arial" panose="020B0604020202020204" pitchFamily="34" charset="0"/>
              <a:buNone/>
              <a:tabLst/>
              <a:defRPr sz="2400" b="1">
                <a:solidFill>
                  <a:schemeClr val="bg1"/>
                </a:solidFill>
              </a:defRPr>
            </a:lvl1pPr>
            <a:lvl2pPr marL="11113" indent="-11113">
              <a:buFont typeface="Arial" panose="020B0604020202020204" pitchFamily="34" charset="0"/>
              <a:buNone/>
              <a:tabLst/>
              <a:defRPr/>
            </a:lvl2pPr>
            <a:lvl3pPr marL="11113" indent="-11113">
              <a:buFont typeface="Arial" panose="020B0604020202020204" pitchFamily="34" charset="0"/>
              <a:buNone/>
              <a:tabLst/>
              <a:defRPr/>
            </a:lvl3pPr>
            <a:lvl4pPr marL="11113" indent="-11113">
              <a:buFont typeface="Arial" panose="020B0604020202020204" pitchFamily="34" charset="0"/>
              <a:buNone/>
              <a:tabLst/>
              <a:defRPr/>
            </a:lvl4pPr>
            <a:lvl5pPr marL="11113" indent="-11113">
              <a:buFont typeface="Arial" panose="020B0604020202020204" pitchFamily="34" charset="0"/>
              <a:buNone/>
              <a:tabLst/>
              <a:defRPr/>
            </a:lvl5pPr>
          </a:lstStyle>
          <a:p>
            <a:pPr lvl="0"/>
            <a:r>
              <a:rPr lang="en-US" dirty="0"/>
              <a:t>Lorem ipsum dolor sit </a:t>
            </a:r>
            <a:r>
              <a:rPr lang="en-US" dirty="0" err="1"/>
              <a:t>amet</a:t>
            </a:r>
            <a:endParaRPr lang="en-US" dirty="0"/>
          </a:p>
        </p:txBody>
      </p:sp>
      <p:pic>
        <p:nvPicPr>
          <p:cNvPr id="10" name="Picture 9" descr="A person standing in front of a black background&#10;&#10;AI-generated content may be incorrect.">
            <a:extLst>
              <a:ext uri="{FF2B5EF4-FFF2-40B4-BE49-F238E27FC236}">
                <a16:creationId xmlns:a16="http://schemas.microsoft.com/office/drawing/2014/main" id="{6ADC2B2D-A276-8229-345B-8D0DE6D598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35677" y="404813"/>
            <a:ext cx="2059421" cy="788987"/>
          </a:xfrm>
          <a:prstGeom prst="rect">
            <a:avLst/>
          </a:prstGeom>
        </p:spPr>
      </p:pic>
    </p:spTree>
    <p:extLst>
      <p:ext uri="{BB962C8B-B14F-4D97-AF65-F5344CB8AC3E}">
        <p14:creationId xmlns:p14="http://schemas.microsoft.com/office/powerpoint/2010/main" val="38383939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 + Captions 2">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E3628D4-B79F-8F0A-96DC-E90419D5E029}"/>
              </a:ext>
            </a:extLst>
          </p:cNvPr>
          <p:cNvSpPr>
            <a:spLocks noGrp="1"/>
          </p:cNvSpPr>
          <p:nvPr>
            <p:ph type="pic" sz="quarter" idx="10"/>
          </p:nvPr>
        </p:nvSpPr>
        <p:spPr>
          <a:xfrm>
            <a:off x="623888" y="1216588"/>
            <a:ext cx="10944225" cy="3298371"/>
          </a:xfrm>
          <a:custGeom>
            <a:avLst/>
            <a:gdLst>
              <a:gd name="connsiteX0" fmla="*/ 0 w 10944225"/>
              <a:gd name="connsiteY0" fmla="*/ 0 h 3298371"/>
              <a:gd name="connsiteX1" fmla="*/ 10944225 w 10944225"/>
              <a:gd name="connsiteY1" fmla="*/ 0 h 3298371"/>
              <a:gd name="connsiteX2" fmla="*/ 10944225 w 10944225"/>
              <a:gd name="connsiteY2" fmla="*/ 3298371 h 3298371"/>
              <a:gd name="connsiteX3" fmla="*/ 0 w 10944225"/>
              <a:gd name="connsiteY3" fmla="*/ 3298371 h 3298371"/>
            </a:gdLst>
            <a:ahLst/>
            <a:cxnLst>
              <a:cxn ang="0">
                <a:pos x="connsiteX0" y="connsiteY0"/>
              </a:cxn>
              <a:cxn ang="0">
                <a:pos x="connsiteX1" y="connsiteY1"/>
              </a:cxn>
              <a:cxn ang="0">
                <a:pos x="connsiteX2" y="connsiteY2"/>
              </a:cxn>
              <a:cxn ang="0">
                <a:pos x="connsiteX3" y="connsiteY3"/>
              </a:cxn>
            </a:cxnLst>
            <a:rect l="l" t="t" r="r" b="b"/>
            <a:pathLst>
              <a:path w="10944225" h="3298371">
                <a:moveTo>
                  <a:pt x="0" y="0"/>
                </a:moveTo>
                <a:lnTo>
                  <a:pt x="10944225" y="0"/>
                </a:lnTo>
                <a:lnTo>
                  <a:pt x="10944225" y="3298371"/>
                </a:lnTo>
                <a:lnTo>
                  <a:pt x="0" y="3298371"/>
                </a:lnTo>
                <a:close/>
              </a:path>
            </a:pathLst>
          </a:custGeom>
          <a:solidFill>
            <a:schemeClr val="bg1">
              <a:lumMod val="85000"/>
            </a:schemeClr>
          </a:solidFill>
        </p:spPr>
        <p:txBody>
          <a:bodyPr wrap="square">
            <a:noAutofit/>
          </a:bodyPr>
          <a:lstStyle/>
          <a:p>
            <a:endParaRPr lang="en-ID"/>
          </a:p>
        </p:txBody>
      </p:sp>
      <p:sp>
        <p:nvSpPr>
          <p:cNvPr id="2" name="Text Placeholder 2">
            <a:extLst>
              <a:ext uri="{FF2B5EF4-FFF2-40B4-BE49-F238E27FC236}">
                <a16:creationId xmlns:a16="http://schemas.microsoft.com/office/drawing/2014/main" id="{B0461A40-3498-39AE-B155-10EFB350E112}"/>
              </a:ext>
            </a:extLst>
          </p:cNvPr>
          <p:cNvSpPr>
            <a:spLocks noGrp="1"/>
          </p:cNvSpPr>
          <p:nvPr>
            <p:ph type="body" sz="quarter" idx="11" hasCustomPrompt="1"/>
          </p:nvPr>
        </p:nvSpPr>
        <p:spPr>
          <a:xfrm>
            <a:off x="658813" y="4803569"/>
            <a:ext cx="3746932" cy="1470231"/>
          </a:xfrm>
          <a:prstGeom prst="rect">
            <a:avLst/>
          </a:prstGeom>
        </p:spPr>
        <p:txBody>
          <a:bodyPr/>
          <a:lstStyle>
            <a:lvl1pPr marL="11113" indent="-11113">
              <a:lnSpc>
                <a:spcPct val="79821"/>
              </a:lnSpc>
              <a:spcBef>
                <a:spcPts val="1000"/>
              </a:spcBef>
              <a:spcAft>
                <a:spcPts val="0"/>
              </a:spcAft>
              <a:buNone/>
              <a:tabLst/>
              <a:defRPr sz="4800" b="0" spc="0">
                <a:solidFill>
                  <a:schemeClr val="tx1"/>
                </a:solidFill>
                <a:latin typeface="+mj-lt"/>
              </a:defRPr>
            </a:lvl1pPr>
            <a:lvl2pPr marL="9525" indent="-9525">
              <a:buNone/>
              <a:tabLst/>
              <a:defRPr b="1">
                <a:latin typeface="+mj-lt"/>
              </a:defRPr>
            </a:lvl2pPr>
            <a:lvl3pPr marL="9525" indent="-9525">
              <a:buNone/>
              <a:tabLst/>
              <a:defRPr b="1">
                <a:latin typeface="+mj-lt"/>
              </a:defRPr>
            </a:lvl3pPr>
            <a:lvl4pPr marL="9525" indent="-9525">
              <a:buNone/>
              <a:tabLst/>
              <a:defRPr b="1">
                <a:latin typeface="+mj-lt"/>
              </a:defRPr>
            </a:lvl4pPr>
            <a:lvl5pPr marL="9525" indent="-9525">
              <a:buNone/>
              <a:tabLst/>
              <a:defRPr b="1">
                <a:latin typeface="+mj-lt"/>
              </a:defRPr>
            </a:lvl5pPr>
          </a:lstStyle>
          <a:p>
            <a:pPr lvl="0"/>
            <a:r>
              <a:rPr lang="en-US" dirty="0"/>
              <a:t>Page Title</a:t>
            </a:r>
          </a:p>
          <a:p>
            <a:pPr lvl="0"/>
            <a:r>
              <a:rPr lang="en-US" dirty="0"/>
              <a:t>Goes Here</a:t>
            </a:r>
          </a:p>
        </p:txBody>
      </p:sp>
      <p:sp>
        <p:nvSpPr>
          <p:cNvPr id="4" name="Text Placeholder 3">
            <a:extLst>
              <a:ext uri="{FF2B5EF4-FFF2-40B4-BE49-F238E27FC236}">
                <a16:creationId xmlns:a16="http://schemas.microsoft.com/office/drawing/2014/main" id="{4EF47499-A8C6-7F45-0381-1E2C38FF4E72}"/>
              </a:ext>
            </a:extLst>
          </p:cNvPr>
          <p:cNvSpPr>
            <a:spLocks noGrp="1"/>
          </p:cNvSpPr>
          <p:nvPr>
            <p:ph type="body" sz="quarter" idx="12"/>
          </p:nvPr>
        </p:nvSpPr>
        <p:spPr>
          <a:xfrm>
            <a:off x="5427663" y="4803569"/>
            <a:ext cx="6140450" cy="1470231"/>
          </a:xfrm>
          <a:prstGeom prst="rect">
            <a:avLst/>
          </a:prstGeom>
        </p:spPr>
        <p:txBody>
          <a:bodyPr/>
          <a:lstStyle>
            <a:lvl1pPr marL="11113" indent="0">
              <a:tabLst/>
              <a:defRPr sz="2400"/>
            </a:lvl1pPr>
            <a:lvl2pPr marL="11113" indent="0">
              <a:tabLst/>
              <a:defRPr sz="2400"/>
            </a:lvl2pPr>
            <a:lvl3pPr marL="11113" indent="0">
              <a:tabLst/>
              <a:defRPr sz="2400"/>
            </a:lvl3pPr>
            <a:lvl4pPr marL="11113" indent="0">
              <a:tabLst/>
              <a:defRPr/>
            </a:lvl4pPr>
            <a:lvl5pPr marL="11113" indent="0">
              <a:tabLst/>
              <a:defRPr/>
            </a:lvl5pPr>
          </a:lstStyle>
          <a:p>
            <a:pPr lvl="0"/>
            <a:r>
              <a:rPr lang="en-US" dirty="0"/>
              <a:t>Click to edit Master text styles</a:t>
            </a:r>
          </a:p>
          <a:p>
            <a:pPr lvl="1"/>
            <a:r>
              <a:rPr lang="en-US" dirty="0"/>
              <a:t>Second level</a:t>
            </a:r>
          </a:p>
          <a:p>
            <a:pPr lvl="2"/>
            <a:r>
              <a:rPr lang="en-US" dirty="0"/>
              <a:t>Third level</a:t>
            </a:r>
          </a:p>
        </p:txBody>
      </p:sp>
      <p:pic>
        <p:nvPicPr>
          <p:cNvPr id="6" name="Picture 5" descr="A person standing in front of a black background&#10;&#10;AI-generated content may be incorrect.">
            <a:extLst>
              <a:ext uri="{FF2B5EF4-FFF2-40B4-BE49-F238E27FC236}">
                <a16:creationId xmlns:a16="http://schemas.microsoft.com/office/drawing/2014/main" id="{7F0F8422-E71E-0B8E-411E-B9E288EE9C0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35677" y="404813"/>
            <a:ext cx="2059421" cy="788987"/>
          </a:xfrm>
          <a:prstGeom prst="rect">
            <a:avLst/>
          </a:prstGeom>
        </p:spPr>
      </p:pic>
    </p:spTree>
    <p:extLst>
      <p:ext uri="{BB962C8B-B14F-4D97-AF65-F5344CB8AC3E}">
        <p14:creationId xmlns:p14="http://schemas.microsoft.com/office/powerpoint/2010/main" val="202279297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ulti Profile">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6C2F233-A851-ECF5-F203-469862B8CA3C}"/>
              </a:ext>
            </a:extLst>
          </p:cNvPr>
          <p:cNvGrpSpPr/>
          <p:nvPr userDrawn="1"/>
        </p:nvGrpSpPr>
        <p:grpSpPr>
          <a:xfrm>
            <a:off x="710972" y="1899803"/>
            <a:ext cx="10770057" cy="4354181"/>
            <a:chOff x="798053" y="1899803"/>
            <a:chExt cx="10770057" cy="4354181"/>
          </a:xfrm>
        </p:grpSpPr>
        <p:sp>
          <p:nvSpPr>
            <p:cNvPr id="3" name="Rectangle 2">
              <a:extLst>
                <a:ext uri="{FF2B5EF4-FFF2-40B4-BE49-F238E27FC236}">
                  <a16:creationId xmlns:a16="http://schemas.microsoft.com/office/drawing/2014/main" id="{B3621528-9A88-915A-8173-2D1776319DB3}"/>
                </a:ext>
              </a:extLst>
            </p:cNvPr>
            <p:cNvSpPr/>
            <p:nvPr/>
          </p:nvSpPr>
          <p:spPr>
            <a:xfrm>
              <a:off x="6469116" y="1899803"/>
              <a:ext cx="5098994" cy="1907593"/>
            </a:xfrm>
            <a:prstGeom prst="rect">
              <a:avLst/>
            </a:prstGeom>
            <a:solidFill>
              <a:srgbClr val="9D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Rectangle 3">
              <a:extLst>
                <a:ext uri="{FF2B5EF4-FFF2-40B4-BE49-F238E27FC236}">
                  <a16:creationId xmlns:a16="http://schemas.microsoft.com/office/drawing/2014/main" id="{EDDD6651-84D4-CE36-358B-8A0FAE04AEF7}"/>
                </a:ext>
              </a:extLst>
            </p:cNvPr>
            <p:cNvSpPr/>
            <p:nvPr/>
          </p:nvSpPr>
          <p:spPr>
            <a:xfrm>
              <a:off x="6469115" y="4346391"/>
              <a:ext cx="5098994" cy="1907593"/>
            </a:xfrm>
            <a:prstGeom prst="rect">
              <a:avLst/>
            </a:prstGeom>
            <a:solidFill>
              <a:srgbClr val="9D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Rectangle 4">
              <a:extLst>
                <a:ext uri="{FF2B5EF4-FFF2-40B4-BE49-F238E27FC236}">
                  <a16:creationId xmlns:a16="http://schemas.microsoft.com/office/drawing/2014/main" id="{847763DF-B604-ED1E-F1D9-4ECB23937552}"/>
                </a:ext>
              </a:extLst>
            </p:cNvPr>
            <p:cNvSpPr/>
            <p:nvPr/>
          </p:nvSpPr>
          <p:spPr>
            <a:xfrm>
              <a:off x="798053" y="1909251"/>
              <a:ext cx="5098995" cy="1907593"/>
            </a:xfrm>
            <a:prstGeom prst="rect">
              <a:avLst/>
            </a:prstGeom>
            <a:solidFill>
              <a:srgbClr val="9D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 name="Rectangle 5">
              <a:extLst>
                <a:ext uri="{FF2B5EF4-FFF2-40B4-BE49-F238E27FC236}">
                  <a16:creationId xmlns:a16="http://schemas.microsoft.com/office/drawing/2014/main" id="{36C42555-4CC0-FBBA-6E29-CCC4A4282BC6}"/>
                </a:ext>
              </a:extLst>
            </p:cNvPr>
            <p:cNvSpPr/>
            <p:nvPr/>
          </p:nvSpPr>
          <p:spPr>
            <a:xfrm>
              <a:off x="798053" y="4346391"/>
              <a:ext cx="5098995" cy="1907593"/>
            </a:xfrm>
            <a:prstGeom prst="rect">
              <a:avLst/>
            </a:prstGeom>
            <a:solidFill>
              <a:srgbClr val="9D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sp>
        <p:nvSpPr>
          <p:cNvPr id="13" name="Picture Placeholder 12">
            <a:extLst>
              <a:ext uri="{FF2B5EF4-FFF2-40B4-BE49-F238E27FC236}">
                <a16:creationId xmlns:a16="http://schemas.microsoft.com/office/drawing/2014/main" id="{42381A28-8430-4EE6-DBE1-23E2DBD9EFDE}"/>
              </a:ext>
            </a:extLst>
          </p:cNvPr>
          <p:cNvSpPr>
            <a:spLocks noGrp="1"/>
          </p:cNvSpPr>
          <p:nvPr>
            <p:ph type="pic" sz="quarter" idx="10"/>
          </p:nvPr>
        </p:nvSpPr>
        <p:spPr>
          <a:xfrm>
            <a:off x="710972" y="1913426"/>
            <a:ext cx="1909848" cy="1909848"/>
          </a:xfrm>
          <a:custGeom>
            <a:avLst/>
            <a:gdLst>
              <a:gd name="connsiteX0" fmla="*/ 0 w 1909848"/>
              <a:gd name="connsiteY0" fmla="*/ 0 h 1909848"/>
              <a:gd name="connsiteX1" fmla="*/ 1909848 w 1909848"/>
              <a:gd name="connsiteY1" fmla="*/ 0 h 1909848"/>
              <a:gd name="connsiteX2" fmla="*/ 1909848 w 1909848"/>
              <a:gd name="connsiteY2" fmla="*/ 1909848 h 1909848"/>
              <a:gd name="connsiteX3" fmla="*/ 0 w 1909848"/>
              <a:gd name="connsiteY3" fmla="*/ 1909848 h 1909848"/>
            </a:gdLst>
            <a:ahLst/>
            <a:cxnLst>
              <a:cxn ang="0">
                <a:pos x="connsiteX0" y="connsiteY0"/>
              </a:cxn>
              <a:cxn ang="0">
                <a:pos x="connsiteX1" y="connsiteY1"/>
              </a:cxn>
              <a:cxn ang="0">
                <a:pos x="connsiteX2" y="connsiteY2"/>
              </a:cxn>
              <a:cxn ang="0">
                <a:pos x="connsiteX3" y="connsiteY3"/>
              </a:cxn>
            </a:cxnLst>
            <a:rect l="l" t="t" r="r" b="b"/>
            <a:pathLst>
              <a:path w="1909848" h="1909848">
                <a:moveTo>
                  <a:pt x="0" y="0"/>
                </a:moveTo>
                <a:lnTo>
                  <a:pt x="1909848" y="0"/>
                </a:lnTo>
                <a:lnTo>
                  <a:pt x="1909848" y="1909848"/>
                </a:lnTo>
                <a:lnTo>
                  <a:pt x="0" y="1909848"/>
                </a:lnTo>
                <a:close/>
              </a:path>
            </a:pathLst>
          </a:custGeom>
          <a:solidFill>
            <a:schemeClr val="bg1">
              <a:lumMod val="85000"/>
            </a:schemeClr>
          </a:solidFill>
        </p:spPr>
        <p:txBody>
          <a:bodyPr wrap="square">
            <a:noAutofit/>
          </a:bodyPr>
          <a:lstStyle/>
          <a:p>
            <a:endParaRPr lang="en-ID"/>
          </a:p>
        </p:txBody>
      </p:sp>
      <p:sp>
        <p:nvSpPr>
          <p:cNvPr id="14" name="Picture Placeholder 13">
            <a:extLst>
              <a:ext uri="{FF2B5EF4-FFF2-40B4-BE49-F238E27FC236}">
                <a16:creationId xmlns:a16="http://schemas.microsoft.com/office/drawing/2014/main" id="{2A69FDAC-40E8-F748-E8CB-25276635BCA7}"/>
              </a:ext>
            </a:extLst>
          </p:cNvPr>
          <p:cNvSpPr>
            <a:spLocks noGrp="1"/>
          </p:cNvSpPr>
          <p:nvPr>
            <p:ph type="pic" sz="quarter" idx="11"/>
          </p:nvPr>
        </p:nvSpPr>
        <p:spPr>
          <a:xfrm>
            <a:off x="6382033" y="1898912"/>
            <a:ext cx="1909848" cy="1909848"/>
          </a:xfrm>
          <a:custGeom>
            <a:avLst/>
            <a:gdLst>
              <a:gd name="connsiteX0" fmla="*/ 0 w 1909848"/>
              <a:gd name="connsiteY0" fmla="*/ 0 h 1909848"/>
              <a:gd name="connsiteX1" fmla="*/ 1909848 w 1909848"/>
              <a:gd name="connsiteY1" fmla="*/ 0 h 1909848"/>
              <a:gd name="connsiteX2" fmla="*/ 1909848 w 1909848"/>
              <a:gd name="connsiteY2" fmla="*/ 1909848 h 1909848"/>
              <a:gd name="connsiteX3" fmla="*/ 0 w 1909848"/>
              <a:gd name="connsiteY3" fmla="*/ 1909848 h 1909848"/>
            </a:gdLst>
            <a:ahLst/>
            <a:cxnLst>
              <a:cxn ang="0">
                <a:pos x="connsiteX0" y="connsiteY0"/>
              </a:cxn>
              <a:cxn ang="0">
                <a:pos x="connsiteX1" y="connsiteY1"/>
              </a:cxn>
              <a:cxn ang="0">
                <a:pos x="connsiteX2" y="connsiteY2"/>
              </a:cxn>
              <a:cxn ang="0">
                <a:pos x="connsiteX3" y="connsiteY3"/>
              </a:cxn>
            </a:cxnLst>
            <a:rect l="l" t="t" r="r" b="b"/>
            <a:pathLst>
              <a:path w="1909848" h="1909848">
                <a:moveTo>
                  <a:pt x="0" y="0"/>
                </a:moveTo>
                <a:lnTo>
                  <a:pt x="1909848" y="0"/>
                </a:lnTo>
                <a:lnTo>
                  <a:pt x="1909848" y="1909848"/>
                </a:lnTo>
                <a:lnTo>
                  <a:pt x="0" y="1909848"/>
                </a:lnTo>
                <a:close/>
              </a:path>
            </a:pathLst>
          </a:custGeom>
          <a:solidFill>
            <a:schemeClr val="bg1">
              <a:lumMod val="85000"/>
            </a:schemeClr>
          </a:solidFill>
        </p:spPr>
        <p:txBody>
          <a:bodyPr wrap="square">
            <a:noAutofit/>
          </a:bodyPr>
          <a:lstStyle/>
          <a:p>
            <a:endParaRPr lang="en-ID"/>
          </a:p>
        </p:txBody>
      </p:sp>
      <p:sp>
        <p:nvSpPr>
          <p:cNvPr id="12" name="Picture Placeholder 11">
            <a:extLst>
              <a:ext uri="{FF2B5EF4-FFF2-40B4-BE49-F238E27FC236}">
                <a16:creationId xmlns:a16="http://schemas.microsoft.com/office/drawing/2014/main" id="{5BCD9B31-84F1-5E13-4D9A-FC12497150E0}"/>
              </a:ext>
            </a:extLst>
          </p:cNvPr>
          <p:cNvSpPr>
            <a:spLocks noGrp="1"/>
          </p:cNvSpPr>
          <p:nvPr>
            <p:ph type="pic" sz="quarter" idx="12"/>
          </p:nvPr>
        </p:nvSpPr>
        <p:spPr>
          <a:xfrm>
            <a:off x="710972" y="4337335"/>
            <a:ext cx="1909848" cy="1909848"/>
          </a:xfrm>
          <a:custGeom>
            <a:avLst/>
            <a:gdLst>
              <a:gd name="connsiteX0" fmla="*/ 0 w 1909848"/>
              <a:gd name="connsiteY0" fmla="*/ 0 h 1909848"/>
              <a:gd name="connsiteX1" fmla="*/ 1909848 w 1909848"/>
              <a:gd name="connsiteY1" fmla="*/ 0 h 1909848"/>
              <a:gd name="connsiteX2" fmla="*/ 1909848 w 1909848"/>
              <a:gd name="connsiteY2" fmla="*/ 1909848 h 1909848"/>
              <a:gd name="connsiteX3" fmla="*/ 0 w 1909848"/>
              <a:gd name="connsiteY3" fmla="*/ 1909848 h 1909848"/>
            </a:gdLst>
            <a:ahLst/>
            <a:cxnLst>
              <a:cxn ang="0">
                <a:pos x="connsiteX0" y="connsiteY0"/>
              </a:cxn>
              <a:cxn ang="0">
                <a:pos x="connsiteX1" y="connsiteY1"/>
              </a:cxn>
              <a:cxn ang="0">
                <a:pos x="connsiteX2" y="connsiteY2"/>
              </a:cxn>
              <a:cxn ang="0">
                <a:pos x="connsiteX3" y="connsiteY3"/>
              </a:cxn>
            </a:cxnLst>
            <a:rect l="l" t="t" r="r" b="b"/>
            <a:pathLst>
              <a:path w="1909848" h="1909848">
                <a:moveTo>
                  <a:pt x="0" y="0"/>
                </a:moveTo>
                <a:lnTo>
                  <a:pt x="1909848" y="0"/>
                </a:lnTo>
                <a:lnTo>
                  <a:pt x="1909848" y="1909848"/>
                </a:lnTo>
                <a:lnTo>
                  <a:pt x="0" y="1909848"/>
                </a:lnTo>
                <a:close/>
              </a:path>
            </a:pathLst>
          </a:custGeom>
          <a:solidFill>
            <a:schemeClr val="bg1">
              <a:lumMod val="85000"/>
            </a:schemeClr>
          </a:solidFill>
        </p:spPr>
        <p:txBody>
          <a:bodyPr wrap="square">
            <a:noAutofit/>
          </a:bodyPr>
          <a:lstStyle/>
          <a:p>
            <a:endParaRPr lang="en-ID" dirty="0"/>
          </a:p>
        </p:txBody>
      </p:sp>
      <p:sp>
        <p:nvSpPr>
          <p:cNvPr id="11" name="Picture Placeholder 10">
            <a:extLst>
              <a:ext uri="{FF2B5EF4-FFF2-40B4-BE49-F238E27FC236}">
                <a16:creationId xmlns:a16="http://schemas.microsoft.com/office/drawing/2014/main" id="{FCCD5240-875F-5E86-03BD-50E8125CB428}"/>
              </a:ext>
            </a:extLst>
          </p:cNvPr>
          <p:cNvSpPr>
            <a:spLocks noGrp="1"/>
          </p:cNvSpPr>
          <p:nvPr>
            <p:ph type="pic" sz="quarter" idx="13"/>
          </p:nvPr>
        </p:nvSpPr>
        <p:spPr>
          <a:xfrm>
            <a:off x="6396547" y="4351849"/>
            <a:ext cx="1909848" cy="1909848"/>
          </a:xfrm>
          <a:custGeom>
            <a:avLst/>
            <a:gdLst>
              <a:gd name="connsiteX0" fmla="*/ 0 w 1909848"/>
              <a:gd name="connsiteY0" fmla="*/ 0 h 1909848"/>
              <a:gd name="connsiteX1" fmla="*/ 1909848 w 1909848"/>
              <a:gd name="connsiteY1" fmla="*/ 0 h 1909848"/>
              <a:gd name="connsiteX2" fmla="*/ 1909848 w 1909848"/>
              <a:gd name="connsiteY2" fmla="*/ 1909848 h 1909848"/>
              <a:gd name="connsiteX3" fmla="*/ 0 w 1909848"/>
              <a:gd name="connsiteY3" fmla="*/ 1909848 h 1909848"/>
            </a:gdLst>
            <a:ahLst/>
            <a:cxnLst>
              <a:cxn ang="0">
                <a:pos x="connsiteX0" y="connsiteY0"/>
              </a:cxn>
              <a:cxn ang="0">
                <a:pos x="connsiteX1" y="connsiteY1"/>
              </a:cxn>
              <a:cxn ang="0">
                <a:pos x="connsiteX2" y="connsiteY2"/>
              </a:cxn>
              <a:cxn ang="0">
                <a:pos x="connsiteX3" y="connsiteY3"/>
              </a:cxn>
            </a:cxnLst>
            <a:rect l="l" t="t" r="r" b="b"/>
            <a:pathLst>
              <a:path w="1909848" h="1909848">
                <a:moveTo>
                  <a:pt x="0" y="0"/>
                </a:moveTo>
                <a:lnTo>
                  <a:pt x="1909848" y="0"/>
                </a:lnTo>
                <a:lnTo>
                  <a:pt x="1909848" y="1909848"/>
                </a:lnTo>
                <a:lnTo>
                  <a:pt x="0" y="1909848"/>
                </a:lnTo>
                <a:close/>
              </a:path>
            </a:pathLst>
          </a:custGeom>
          <a:solidFill>
            <a:schemeClr val="bg1">
              <a:lumMod val="85000"/>
            </a:schemeClr>
          </a:solidFill>
        </p:spPr>
        <p:txBody>
          <a:bodyPr wrap="square">
            <a:noAutofit/>
          </a:bodyPr>
          <a:lstStyle/>
          <a:p>
            <a:endParaRPr lang="en-ID"/>
          </a:p>
        </p:txBody>
      </p:sp>
      <p:pic>
        <p:nvPicPr>
          <p:cNvPr id="27" name="Picture 26" descr="A person standing in front of a black background&#10;&#10;AI-generated content may be incorrect.">
            <a:extLst>
              <a:ext uri="{FF2B5EF4-FFF2-40B4-BE49-F238E27FC236}">
                <a16:creationId xmlns:a16="http://schemas.microsoft.com/office/drawing/2014/main" id="{F5A4A672-CB7C-5644-5423-EA3A6EF6A1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35677" y="404813"/>
            <a:ext cx="2059421" cy="788987"/>
          </a:xfrm>
          <a:prstGeom prst="rect">
            <a:avLst/>
          </a:prstGeom>
        </p:spPr>
      </p:pic>
    </p:spTree>
    <p:extLst>
      <p:ext uri="{BB962C8B-B14F-4D97-AF65-F5344CB8AC3E}">
        <p14:creationId xmlns:p14="http://schemas.microsoft.com/office/powerpoint/2010/main" val="23479158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1139B6-4FF5-1B8C-E335-7E704BE7E464}"/>
              </a:ext>
            </a:extLst>
          </p:cNvPr>
          <p:cNvSpPr/>
          <p:nvPr userDrawn="1"/>
        </p:nvSpPr>
        <p:spPr>
          <a:xfrm>
            <a:off x="0" y="0"/>
            <a:ext cx="12192000" cy="6858000"/>
          </a:xfrm>
          <a:prstGeom prst="rect">
            <a:avLst/>
          </a:prstGeom>
          <a:solidFill>
            <a:srgbClr val="9D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pic>
        <p:nvPicPr>
          <p:cNvPr id="2" name="Picture 1" descr="A black and white pattern&#10;&#10;AI-generated content may be incorrect.">
            <a:extLst>
              <a:ext uri="{FF2B5EF4-FFF2-40B4-BE49-F238E27FC236}">
                <a16:creationId xmlns:a16="http://schemas.microsoft.com/office/drawing/2014/main" id="{00BF76F6-C051-C14E-0D22-0435BFFE7A09}"/>
              </a:ext>
            </a:extLst>
          </p:cNvPr>
          <p:cNvPicPr>
            <a:picLocks noGrp="1" noRot="1" noChangeAspect="1" noMove="1" noResize="1" noEditPoints="1" noAdjustHandles="1" noChangeArrowheads="1" noChangeShapeType="1" noCrop="1"/>
          </p:cNvPicPr>
          <p:nvPr userDrawn="1"/>
        </p:nvPicPr>
        <p:blipFill>
          <a:blip r:embed="rId2">
            <a:alphaModFix amt="4000"/>
            <a:extLst>
              <a:ext uri="{28A0092B-C50C-407E-A947-70E740481C1C}">
                <a14:useLocalDpi xmlns:a14="http://schemas.microsoft.com/office/drawing/2010/main" val="0"/>
              </a:ext>
            </a:extLst>
          </a:blip>
          <a:srcRect t="30114" b="30111"/>
          <a:stretch>
            <a:fillRect/>
          </a:stretch>
        </p:blipFill>
        <p:spPr>
          <a:xfrm>
            <a:off x="0" y="0"/>
            <a:ext cx="12192000" cy="6858000"/>
          </a:xfrm>
          <a:prstGeom prst="rect">
            <a:avLst/>
          </a:prstGeom>
        </p:spPr>
      </p:pic>
      <p:pic>
        <p:nvPicPr>
          <p:cNvPr id="3" name="Picture 2" descr="A logo on a black background&#10;&#10;AI-generated content may be incorrect.">
            <a:extLst>
              <a:ext uri="{FF2B5EF4-FFF2-40B4-BE49-F238E27FC236}">
                <a16:creationId xmlns:a16="http://schemas.microsoft.com/office/drawing/2014/main" id="{A3025F99-66E9-5497-2C05-8B471426D5B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229225" y="584200"/>
            <a:ext cx="1733550" cy="1340224"/>
          </a:xfrm>
          <a:prstGeom prst="rect">
            <a:avLst/>
          </a:prstGeom>
        </p:spPr>
      </p:pic>
    </p:spTree>
    <p:extLst>
      <p:ext uri="{BB962C8B-B14F-4D97-AF65-F5344CB8AC3E}">
        <p14:creationId xmlns:p14="http://schemas.microsoft.com/office/powerpoint/2010/main" val="7265868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EAC1FE8-00AA-D9BB-A84A-F28409505AE9}"/>
              </a:ext>
            </a:extLst>
          </p:cNvPr>
          <p:cNvSpPr txBox="1"/>
          <p:nvPr userDrawn="1"/>
        </p:nvSpPr>
        <p:spPr>
          <a:xfrm>
            <a:off x="623888" y="6453188"/>
            <a:ext cx="508000" cy="229935"/>
          </a:xfrm>
          <a:prstGeom prst="rect">
            <a:avLst/>
          </a:prstGeom>
          <a:noFill/>
        </p:spPr>
        <p:txBody>
          <a:bodyPr wrap="square" anchor="ctr">
            <a:spAutoFit/>
          </a:bodyPr>
          <a:lstStyle/>
          <a:p>
            <a:pPr>
              <a:lnSpc>
                <a:spcPct val="70000"/>
              </a:lnSpc>
            </a:pPr>
            <a:fld id="{035EC6E4-7EAF-4AB3-9851-E6447B90715C}" type="slidenum">
              <a:rPr lang="en-ID" sz="1200" smtClean="0"/>
              <a:pPr>
                <a:lnSpc>
                  <a:spcPct val="70000"/>
                </a:lnSpc>
              </a:pPr>
              <a:t>‹#›</a:t>
            </a:fld>
            <a:endParaRPr lang="en-ID" sz="1200" dirty="0"/>
          </a:p>
        </p:txBody>
      </p:sp>
    </p:spTree>
    <p:extLst>
      <p:ext uri="{BB962C8B-B14F-4D97-AF65-F5344CB8AC3E}">
        <p14:creationId xmlns:p14="http://schemas.microsoft.com/office/powerpoint/2010/main" val="32173380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64" r:id="rId4"/>
    <p:sldLayoutId id="2147483663" r:id="rId5"/>
    <p:sldLayoutId id="2147483659" r:id="rId6"/>
    <p:sldLayoutId id="2147483665" r:id="rId7"/>
    <p:sldLayoutId id="2147483667" r:id="rId8"/>
    <p:sldLayoutId id="2147483661" r:id="rId9"/>
    <p:sldLayoutId id="2147483651" r:id="rId10"/>
    <p:sldLayoutId id="2147483652" r:id="rId11"/>
    <p:sldLayoutId id="2147483653" r:id="rId12"/>
    <p:sldLayoutId id="2147483666" r:id="rId13"/>
    <p:sldLayoutId id="2147483654" r:id="rId14"/>
    <p:sldLayoutId id="2147483655" r:id="rId15"/>
    <p:sldLayoutId id="2147483656" r:id="rId16"/>
    <p:sldLayoutId id="2147483657" r:id="rId17"/>
    <p:sldLayoutId id="2147483668"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255">
          <p15:clr>
            <a:srgbClr val="F26B43"/>
          </p15:clr>
        </p15:guide>
        <p15:guide id="4" pos="279">
          <p15:clr>
            <a:srgbClr val="F26B43"/>
          </p15:clr>
        </p15:guide>
        <p15:guide id="5" pos="7401">
          <p15:clr>
            <a:srgbClr val="F26B43"/>
          </p15:clr>
        </p15:guide>
        <p15:guide id="6" orient="horz" pos="4065">
          <p15:clr>
            <a:srgbClr val="F26B43"/>
          </p15:clr>
        </p15:guide>
        <p15:guide id="7" orient="horz" pos="3952">
          <p15:clr>
            <a:srgbClr val="F26B43"/>
          </p15:clr>
        </p15:guide>
        <p15:guide id="8" orient="horz" pos="368">
          <p15:clr>
            <a:srgbClr val="F26B43"/>
          </p15:clr>
        </p15:guide>
        <p15:guide id="9" pos="415">
          <p15:clr>
            <a:srgbClr val="F26B43"/>
          </p15:clr>
        </p15:guide>
        <p15:guide id="10" pos="7287">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FB06E-C6E0-82F5-11A3-5EDC4D7CEA9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F554B87-E820-6DBB-87C4-29D7F7240570}"/>
              </a:ext>
            </a:extLst>
          </p:cNvPr>
          <p:cNvSpPr txBox="1"/>
          <p:nvPr/>
        </p:nvSpPr>
        <p:spPr>
          <a:xfrm>
            <a:off x="623888" y="620144"/>
            <a:ext cx="1378333" cy="349776"/>
          </a:xfrm>
          <a:prstGeom prst="rect">
            <a:avLst/>
          </a:prstGeom>
          <a:noFill/>
        </p:spPr>
        <p:txBody>
          <a:bodyPr wrap="square" rtlCol="0">
            <a:spAutoFit/>
          </a:bodyPr>
          <a:lstStyle/>
          <a:p>
            <a:pPr>
              <a:lnSpc>
                <a:spcPct val="130000"/>
              </a:lnSpc>
            </a:pPr>
            <a:r>
              <a:rPr lang="id-ID" sz="1400" dirty="0">
                <a:ea typeface="Dela Gothic One" panose="00000500000000000000" pitchFamily="2" charset="-128"/>
              </a:rPr>
              <a:t>Campain Plan</a:t>
            </a:r>
            <a:endParaRPr lang="en-ID" sz="1400" dirty="0">
              <a:ea typeface="Dela Gothic One" panose="00000500000000000000" pitchFamily="2" charset="-128"/>
            </a:endParaRPr>
          </a:p>
        </p:txBody>
      </p:sp>
      <p:sp>
        <p:nvSpPr>
          <p:cNvPr id="7" name="TextBox 6">
            <a:extLst>
              <a:ext uri="{FF2B5EF4-FFF2-40B4-BE49-F238E27FC236}">
                <a16:creationId xmlns:a16="http://schemas.microsoft.com/office/drawing/2014/main" id="{3C4C1F9D-A862-FD40-71CD-54BA665128C2}"/>
              </a:ext>
            </a:extLst>
          </p:cNvPr>
          <p:cNvSpPr txBox="1"/>
          <p:nvPr/>
        </p:nvSpPr>
        <p:spPr>
          <a:xfrm>
            <a:off x="608397" y="5913426"/>
            <a:ext cx="716181" cy="349776"/>
          </a:xfrm>
          <a:prstGeom prst="rect">
            <a:avLst/>
          </a:prstGeom>
          <a:noFill/>
        </p:spPr>
        <p:txBody>
          <a:bodyPr wrap="square" rtlCol="0">
            <a:spAutoFit/>
          </a:bodyPr>
          <a:lstStyle/>
          <a:p>
            <a:pPr>
              <a:lnSpc>
                <a:spcPct val="130000"/>
              </a:lnSpc>
            </a:pPr>
            <a:r>
              <a:rPr lang="id-ID" sz="1400" dirty="0">
                <a:ea typeface="Dela Gothic One" panose="00000500000000000000" pitchFamily="2" charset="-128"/>
              </a:rPr>
              <a:t>2025 </a:t>
            </a:r>
            <a:endParaRPr lang="en-ID" sz="1400" dirty="0">
              <a:ea typeface="Dela Gothic One" panose="00000500000000000000" pitchFamily="2" charset="-128"/>
            </a:endParaRPr>
          </a:p>
        </p:txBody>
      </p:sp>
      <p:grpSp>
        <p:nvGrpSpPr>
          <p:cNvPr id="2" name="Group 1">
            <a:extLst>
              <a:ext uri="{FF2B5EF4-FFF2-40B4-BE49-F238E27FC236}">
                <a16:creationId xmlns:a16="http://schemas.microsoft.com/office/drawing/2014/main" id="{696AAC14-ECA8-4DE3-A9A3-1AF40DEC08CB}"/>
              </a:ext>
            </a:extLst>
          </p:cNvPr>
          <p:cNvGrpSpPr/>
          <p:nvPr/>
        </p:nvGrpSpPr>
        <p:grpSpPr>
          <a:xfrm>
            <a:off x="498035" y="2093514"/>
            <a:ext cx="7274006" cy="3153171"/>
            <a:chOff x="623888" y="2265608"/>
            <a:chExt cx="7274006" cy="3153171"/>
          </a:xfrm>
        </p:grpSpPr>
        <p:sp>
          <p:nvSpPr>
            <p:cNvPr id="5" name="TextBox 4">
              <a:extLst>
                <a:ext uri="{FF2B5EF4-FFF2-40B4-BE49-F238E27FC236}">
                  <a16:creationId xmlns:a16="http://schemas.microsoft.com/office/drawing/2014/main" id="{9E1FE16B-804D-3336-C3B9-CE2569DE9E25}"/>
                </a:ext>
              </a:extLst>
            </p:cNvPr>
            <p:cNvSpPr txBox="1"/>
            <p:nvPr/>
          </p:nvSpPr>
          <p:spPr>
            <a:xfrm>
              <a:off x="623888" y="2265608"/>
              <a:ext cx="7274006" cy="2445285"/>
            </a:xfrm>
            <a:prstGeom prst="rect">
              <a:avLst/>
            </a:prstGeom>
            <a:noFill/>
          </p:spPr>
          <p:txBody>
            <a:bodyPr wrap="square" rtlCol="0">
              <a:spAutoFit/>
            </a:bodyPr>
            <a:lstStyle/>
            <a:p>
              <a:pPr>
                <a:lnSpc>
                  <a:spcPct val="85000"/>
                </a:lnSpc>
              </a:pPr>
              <a:r>
                <a:rPr lang="id-ID" sz="8800" dirty="0">
                  <a:latin typeface="+mj-lt"/>
                  <a:ea typeface="Dela Gothic One" panose="00000500000000000000" pitchFamily="2" charset="-128"/>
                </a:rPr>
                <a:t>Marketing Campaign</a:t>
              </a:r>
              <a:endParaRPr lang="en-ID" sz="8800" dirty="0">
                <a:latin typeface="+mj-lt"/>
                <a:ea typeface="Dela Gothic One" panose="00000500000000000000" pitchFamily="2" charset="-128"/>
              </a:endParaRPr>
            </a:p>
          </p:txBody>
        </p:sp>
        <p:sp>
          <p:nvSpPr>
            <p:cNvPr id="29" name="TextBox 28">
              <a:extLst>
                <a:ext uri="{FF2B5EF4-FFF2-40B4-BE49-F238E27FC236}">
                  <a16:creationId xmlns:a16="http://schemas.microsoft.com/office/drawing/2014/main" id="{22DC6442-F2A0-765A-A69D-862BA71E8EDD}"/>
                </a:ext>
              </a:extLst>
            </p:cNvPr>
            <p:cNvSpPr txBox="1"/>
            <p:nvPr/>
          </p:nvSpPr>
          <p:spPr>
            <a:xfrm>
              <a:off x="734250" y="4710893"/>
              <a:ext cx="6919689" cy="707886"/>
            </a:xfrm>
            <a:prstGeom prst="rect">
              <a:avLst/>
            </a:prstGeom>
            <a:noFill/>
          </p:spPr>
          <p:txBody>
            <a:bodyPr wrap="square" rtlCol="0">
              <a:spAutoFit/>
            </a:bodyPr>
            <a:lstStyle/>
            <a:p>
              <a:r>
                <a:rPr lang="id-ID" sz="2000" dirty="0">
                  <a:ea typeface="Dela Gothic One" panose="00000500000000000000" pitchFamily="2" charset="-128"/>
                </a:rPr>
                <a:t>Lorem ipsum dolor sit amet, consectetuer adipiscing elit. Maecenas porttitor congue massa.</a:t>
              </a:r>
              <a:endParaRPr lang="en-ID" sz="2000" dirty="0">
                <a:ea typeface="Dela Gothic One" panose="00000500000000000000" pitchFamily="2" charset="-128"/>
              </a:endParaRPr>
            </a:p>
          </p:txBody>
        </p:sp>
      </p:grpSp>
    </p:spTree>
    <p:extLst>
      <p:ext uri="{BB962C8B-B14F-4D97-AF65-F5344CB8AC3E}">
        <p14:creationId xmlns:p14="http://schemas.microsoft.com/office/powerpoint/2010/main" val="478641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3CE7B93-6EE8-7229-42F8-7F7469EE5836}"/>
              </a:ext>
            </a:extLst>
          </p:cNvPr>
          <p:cNvSpPr>
            <a:spLocks noGrp="1"/>
          </p:cNvSpPr>
          <p:nvPr>
            <p:ph type="body" sz="quarter" idx="10"/>
          </p:nvPr>
        </p:nvSpPr>
        <p:spPr/>
        <p:txBody>
          <a:bodyPr/>
          <a:lstStyle/>
          <a:p>
            <a:r>
              <a:rPr lang="en-US" dirty="0"/>
              <a:t>Slide Title goes here</a:t>
            </a:r>
          </a:p>
        </p:txBody>
      </p:sp>
      <p:sp>
        <p:nvSpPr>
          <p:cNvPr id="3" name="Text Placeholder 2">
            <a:extLst>
              <a:ext uri="{FF2B5EF4-FFF2-40B4-BE49-F238E27FC236}">
                <a16:creationId xmlns:a16="http://schemas.microsoft.com/office/drawing/2014/main" id="{18540A0B-42D6-A22A-5CAA-C977D5605D9B}"/>
              </a:ext>
            </a:extLst>
          </p:cNvPr>
          <p:cNvSpPr>
            <a:spLocks noGrp="1"/>
          </p:cNvSpPr>
          <p:nvPr>
            <p:ph type="body" sz="quarter" idx="11"/>
          </p:nvPr>
        </p:nvSpPr>
        <p:spPr/>
        <p:txBody>
          <a:bodyPr/>
          <a:lstStyle/>
          <a:p>
            <a:r>
              <a:rPr lang="en-US" dirty="0"/>
              <a:t>Theme/Presenter Info</a:t>
            </a:r>
          </a:p>
        </p:txBody>
      </p:sp>
    </p:spTree>
    <p:extLst>
      <p:ext uri="{BB962C8B-B14F-4D97-AF65-F5344CB8AC3E}">
        <p14:creationId xmlns:p14="http://schemas.microsoft.com/office/powerpoint/2010/main" val="3565291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6F21DD0-9724-C90C-F6C4-561C6CE8A093}"/>
              </a:ext>
            </a:extLst>
          </p:cNvPr>
          <p:cNvSpPr txBox="1"/>
          <p:nvPr/>
        </p:nvSpPr>
        <p:spPr>
          <a:xfrm>
            <a:off x="790576" y="1723918"/>
            <a:ext cx="7186612" cy="3410164"/>
          </a:xfrm>
          <a:prstGeom prst="rect">
            <a:avLst/>
          </a:prstGeom>
          <a:noFill/>
        </p:spPr>
        <p:txBody>
          <a:bodyPr wrap="square" rtlCol="0">
            <a:spAutoFit/>
          </a:bodyPr>
          <a:lstStyle/>
          <a:p>
            <a:pPr marL="0" marR="0" lvl="0" indent="0" defTabSz="914400" rtl="0" eaLnBrk="0" fontAlgn="base" latinLnBrk="0" hangingPunct="0">
              <a:lnSpc>
                <a:spcPct val="80000"/>
              </a:lnSpc>
              <a:spcBef>
                <a:spcPct val="0"/>
              </a:spcBef>
              <a:spcAft>
                <a:spcPct val="0"/>
              </a:spcAft>
              <a:buClrTx/>
              <a:buSzTx/>
              <a:tabLst/>
            </a:pPr>
            <a:r>
              <a:rPr kumimoji="0" lang="id-ID" altLang="en-US" sz="8800" b="1" i="0" u="none" strike="noStrike" cap="none" normalizeH="0" baseline="0" dirty="0">
                <a:ln>
                  <a:noFill/>
                </a:ln>
                <a:solidFill>
                  <a:schemeClr val="bg1"/>
                </a:solidFill>
                <a:effectLst/>
                <a:latin typeface="+mj-lt"/>
              </a:rPr>
              <a:t>Elevate Your Experience </a:t>
            </a:r>
            <a:endParaRPr kumimoji="0" lang="en-US" altLang="en-US" sz="8800" b="0" i="0" u="none" strike="noStrike" cap="none" normalizeH="0" baseline="0" dirty="0">
              <a:ln>
                <a:noFill/>
              </a:ln>
              <a:solidFill>
                <a:schemeClr val="bg1"/>
              </a:solidFill>
              <a:effectLst/>
              <a:latin typeface="+mj-lt"/>
            </a:endParaRPr>
          </a:p>
        </p:txBody>
      </p:sp>
      <p:sp>
        <p:nvSpPr>
          <p:cNvPr id="7" name="Text Placeholder 6">
            <a:extLst>
              <a:ext uri="{FF2B5EF4-FFF2-40B4-BE49-F238E27FC236}">
                <a16:creationId xmlns:a16="http://schemas.microsoft.com/office/drawing/2014/main" id="{86408776-EB27-A06C-FA2E-EE34A4D9A7F9}"/>
              </a:ext>
            </a:extLst>
          </p:cNvPr>
          <p:cNvSpPr>
            <a:spLocks noGrp="1"/>
          </p:cNvSpPr>
          <p:nvPr>
            <p:ph type="body" sz="quarter" idx="11"/>
          </p:nvPr>
        </p:nvSpPr>
        <p:spPr/>
        <p:txBody>
          <a:bodyPr/>
          <a:lstStyle/>
          <a:p>
            <a:r>
              <a:rPr lang="en-US" dirty="0"/>
              <a:t>Lorem ipsum dolor sit amet, consectetuer adipiscing elit. Maecenas porttitor congue massa. Fusce posuere, magna sed pulvinar ultricies, purus lectus malesuada libero, sit amet commodo magna eros quis urna.</a:t>
            </a:r>
          </a:p>
          <a:p>
            <a:endParaRPr lang="en-US" dirty="0"/>
          </a:p>
        </p:txBody>
      </p:sp>
    </p:spTree>
    <p:extLst>
      <p:ext uri="{BB962C8B-B14F-4D97-AF65-F5344CB8AC3E}">
        <p14:creationId xmlns:p14="http://schemas.microsoft.com/office/powerpoint/2010/main" val="1634454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0A1D635-F83D-2F80-DCCD-6FE178BFB6BF}"/>
              </a:ext>
            </a:extLst>
          </p:cNvPr>
          <p:cNvSpPr>
            <a:spLocks noGrp="1"/>
          </p:cNvSpPr>
          <p:nvPr>
            <p:ph type="pic" sz="quarter" idx="12"/>
          </p:nvPr>
        </p:nvSpPr>
        <p:spPr/>
        <p:txBody>
          <a:bodyPr/>
          <a:lstStyle/>
          <a:p>
            <a:endParaRPr lang="en-US"/>
          </a:p>
        </p:txBody>
      </p:sp>
      <p:sp>
        <p:nvSpPr>
          <p:cNvPr id="2" name="Text Placeholder 1">
            <a:extLst>
              <a:ext uri="{FF2B5EF4-FFF2-40B4-BE49-F238E27FC236}">
                <a16:creationId xmlns:a16="http://schemas.microsoft.com/office/drawing/2014/main" id="{81473657-9E1F-7528-9795-CB30C91A8C00}"/>
              </a:ext>
            </a:extLst>
          </p:cNvPr>
          <p:cNvSpPr>
            <a:spLocks noGrp="1"/>
          </p:cNvSpPr>
          <p:nvPr>
            <p:ph type="body" sz="quarter" idx="10"/>
          </p:nvPr>
        </p:nvSpPr>
        <p:spPr/>
        <p:txBody>
          <a:bodyPr/>
          <a:lstStyle/>
          <a:p>
            <a:r>
              <a:rPr lang="en-US" dirty="0"/>
              <a:t>Page Title goes here</a:t>
            </a:r>
          </a:p>
        </p:txBody>
      </p:sp>
      <p:sp>
        <p:nvSpPr>
          <p:cNvPr id="4" name="Text Placeholder 3">
            <a:extLst>
              <a:ext uri="{FF2B5EF4-FFF2-40B4-BE49-F238E27FC236}">
                <a16:creationId xmlns:a16="http://schemas.microsoft.com/office/drawing/2014/main" id="{D3ED21E2-93BA-199C-3388-2A46123663C4}"/>
              </a:ext>
            </a:extLst>
          </p:cNvPr>
          <p:cNvSpPr>
            <a:spLocks noGrp="1"/>
          </p:cNvSpPr>
          <p:nvPr>
            <p:ph type="body" sz="quarter" idx="11"/>
          </p:nvPr>
        </p:nvSpPr>
        <p:spPr/>
        <p:txBody>
          <a:bodyPr/>
          <a:lstStyle/>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p>
          <a:p>
            <a:endParaRPr lang="en-US" dirty="0"/>
          </a:p>
        </p:txBody>
      </p:sp>
      <p:sp>
        <p:nvSpPr>
          <p:cNvPr id="6" name="Text Placeholder 5">
            <a:extLst>
              <a:ext uri="{FF2B5EF4-FFF2-40B4-BE49-F238E27FC236}">
                <a16:creationId xmlns:a16="http://schemas.microsoft.com/office/drawing/2014/main" id="{B56A47CD-F37F-E70C-2F3A-2BD4475A7830}"/>
              </a:ext>
            </a:extLst>
          </p:cNvPr>
          <p:cNvSpPr>
            <a:spLocks noGrp="1"/>
          </p:cNvSpPr>
          <p:nvPr>
            <p:ph type="body" sz="quarter" idx="13"/>
          </p:nvPr>
        </p:nvSpPr>
        <p:spPr/>
        <p:txBody>
          <a:bodyPr/>
          <a:lstStyle/>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p>
          <a:p>
            <a:endParaRPr lang="en-US" dirty="0"/>
          </a:p>
        </p:txBody>
      </p:sp>
    </p:spTree>
    <p:extLst>
      <p:ext uri="{BB962C8B-B14F-4D97-AF65-F5344CB8AC3E}">
        <p14:creationId xmlns:p14="http://schemas.microsoft.com/office/powerpoint/2010/main" val="1644302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A2E336-2704-446E-600A-2CA45FC0C867}"/>
              </a:ext>
            </a:extLst>
          </p:cNvPr>
          <p:cNvSpPr txBox="1"/>
          <p:nvPr/>
        </p:nvSpPr>
        <p:spPr>
          <a:xfrm>
            <a:off x="646321" y="584200"/>
            <a:ext cx="5472112" cy="1463478"/>
          </a:xfrm>
          <a:prstGeom prst="rect">
            <a:avLst/>
          </a:prstGeom>
          <a:noFill/>
        </p:spPr>
        <p:txBody>
          <a:bodyPr wrap="square" rtlCol="0">
            <a:spAutoFit/>
          </a:bodyPr>
          <a:lstStyle/>
          <a:p>
            <a:pPr>
              <a:lnSpc>
                <a:spcPct val="80000"/>
              </a:lnSpc>
            </a:pPr>
            <a:r>
              <a:rPr lang="id-ID" sz="5400" dirty="0">
                <a:solidFill>
                  <a:schemeClr val="tx1">
                    <a:lumMod val="85000"/>
                    <a:lumOff val="15000"/>
                  </a:schemeClr>
                </a:solidFill>
                <a:latin typeface="+mj-lt"/>
                <a:ea typeface="Dela Gothic One" panose="00000500000000000000" pitchFamily="2" charset="-128"/>
              </a:rPr>
              <a:t>What Is Target </a:t>
            </a:r>
            <a:r>
              <a:rPr lang="id-ID" sz="5400" dirty="0">
                <a:solidFill>
                  <a:srgbClr val="9D4444"/>
                </a:solidFill>
                <a:latin typeface="+mj-lt"/>
                <a:ea typeface="Dela Gothic One" panose="00000500000000000000" pitchFamily="2" charset="-128"/>
              </a:rPr>
              <a:t>Marketing</a:t>
            </a:r>
            <a:r>
              <a:rPr lang="id-ID" sz="5400" dirty="0">
                <a:solidFill>
                  <a:schemeClr val="tx1">
                    <a:lumMod val="85000"/>
                    <a:lumOff val="15000"/>
                  </a:schemeClr>
                </a:solidFill>
                <a:latin typeface="+mj-lt"/>
                <a:ea typeface="Dela Gothic One" panose="00000500000000000000" pitchFamily="2" charset="-128"/>
              </a:rPr>
              <a:t> </a:t>
            </a:r>
            <a:endParaRPr lang="en-ID" sz="5400" dirty="0">
              <a:solidFill>
                <a:schemeClr val="accent1"/>
              </a:solidFill>
              <a:latin typeface="+mj-lt"/>
              <a:ea typeface="Dela Gothic One" panose="00000500000000000000" pitchFamily="2" charset="-128"/>
            </a:endParaRPr>
          </a:p>
        </p:txBody>
      </p:sp>
      <p:grpSp>
        <p:nvGrpSpPr>
          <p:cNvPr id="20" name="Group 19">
            <a:extLst>
              <a:ext uri="{FF2B5EF4-FFF2-40B4-BE49-F238E27FC236}">
                <a16:creationId xmlns:a16="http://schemas.microsoft.com/office/drawing/2014/main" id="{8C21C38A-2B2D-F668-A267-352F3CC37513}"/>
              </a:ext>
            </a:extLst>
          </p:cNvPr>
          <p:cNvGrpSpPr/>
          <p:nvPr/>
        </p:nvGrpSpPr>
        <p:grpSpPr>
          <a:xfrm>
            <a:off x="623888" y="3428999"/>
            <a:ext cx="4295842" cy="2678782"/>
            <a:chOff x="623888" y="4078593"/>
            <a:chExt cx="4295842" cy="2678782"/>
          </a:xfrm>
        </p:grpSpPr>
        <p:sp>
          <p:nvSpPr>
            <p:cNvPr id="17" name="TextBox 16">
              <a:extLst>
                <a:ext uri="{FF2B5EF4-FFF2-40B4-BE49-F238E27FC236}">
                  <a16:creationId xmlns:a16="http://schemas.microsoft.com/office/drawing/2014/main" id="{7B8A872F-CC26-9F5F-0462-C1724062DC8C}"/>
                </a:ext>
              </a:extLst>
            </p:cNvPr>
            <p:cNvSpPr txBox="1"/>
            <p:nvPr/>
          </p:nvSpPr>
          <p:spPr>
            <a:xfrm>
              <a:off x="623888" y="5088283"/>
              <a:ext cx="4295842" cy="1669092"/>
            </a:xfrm>
            <a:prstGeom prst="rect">
              <a:avLst/>
            </a:prstGeom>
            <a:noFill/>
          </p:spPr>
          <p:txBody>
            <a:bodyPr wrap="square" rtlCol="0">
              <a:spAutoFit/>
            </a:bodyPr>
            <a:lstStyle/>
            <a:p>
              <a:r>
                <a:rPr lang="id-ID" sz="2000" dirty="0">
                  <a:solidFill>
                    <a:schemeClr val="tx1">
                      <a:lumMod val="75000"/>
                      <a:lumOff val="25000"/>
                    </a:schemeClr>
                  </a:solidFill>
                  <a:ea typeface="Dela Gothic One" panose="00000500000000000000" pitchFamily="2" charset="-128"/>
                </a:rPr>
                <a:t>Lorem ipsum dolor sit amet, consectetuer adipiscing elit. Maecenas porttitor congue massa. Fusce posuere, magna sed pulvinar ultricies, purus lectus ,</a:t>
              </a:r>
              <a:endParaRPr lang="en-ID" sz="2000" dirty="0">
                <a:solidFill>
                  <a:schemeClr val="tx1">
                    <a:lumMod val="75000"/>
                    <a:lumOff val="25000"/>
                  </a:schemeClr>
                </a:solidFill>
                <a:ea typeface="Dela Gothic One" panose="00000500000000000000" pitchFamily="2" charset="-128"/>
              </a:endParaRPr>
            </a:p>
          </p:txBody>
        </p:sp>
        <p:sp>
          <p:nvSpPr>
            <p:cNvPr id="18" name="TextBox 17">
              <a:extLst>
                <a:ext uri="{FF2B5EF4-FFF2-40B4-BE49-F238E27FC236}">
                  <a16:creationId xmlns:a16="http://schemas.microsoft.com/office/drawing/2014/main" id="{C76DDDCA-F5B1-B3EA-B7CB-4C87FFB6412B}"/>
                </a:ext>
              </a:extLst>
            </p:cNvPr>
            <p:cNvSpPr txBox="1"/>
            <p:nvPr/>
          </p:nvSpPr>
          <p:spPr>
            <a:xfrm>
              <a:off x="623888" y="4078593"/>
              <a:ext cx="1851298" cy="615553"/>
            </a:xfrm>
            <a:prstGeom prst="rect">
              <a:avLst/>
            </a:prstGeom>
            <a:noFill/>
          </p:spPr>
          <p:txBody>
            <a:bodyPr wrap="square" rtlCol="0">
              <a:spAutoFit/>
            </a:bodyPr>
            <a:lstStyle/>
            <a:p>
              <a:pPr>
                <a:lnSpc>
                  <a:spcPct val="80000"/>
                </a:lnSpc>
              </a:pPr>
              <a:r>
                <a:rPr lang="id-ID" sz="4000" dirty="0">
                  <a:solidFill>
                    <a:srgbClr val="9D4444"/>
                  </a:solidFill>
                  <a:latin typeface="+mj-lt"/>
                  <a:ea typeface="Dela Gothic One" panose="00000500000000000000" pitchFamily="2" charset="-128"/>
                </a:rPr>
                <a:t>89%</a:t>
              </a:r>
              <a:endParaRPr lang="en-ID" sz="4000" dirty="0">
                <a:solidFill>
                  <a:srgbClr val="9D4444"/>
                </a:solidFill>
                <a:latin typeface="+mj-lt"/>
                <a:ea typeface="Dela Gothic One" panose="00000500000000000000" pitchFamily="2" charset="-128"/>
              </a:endParaRPr>
            </a:p>
          </p:txBody>
        </p:sp>
        <p:sp>
          <p:nvSpPr>
            <p:cNvPr id="19" name="TextBox 18">
              <a:extLst>
                <a:ext uri="{FF2B5EF4-FFF2-40B4-BE49-F238E27FC236}">
                  <a16:creationId xmlns:a16="http://schemas.microsoft.com/office/drawing/2014/main" id="{3A37E056-AA2D-C29A-02B9-4626C33066D7}"/>
                </a:ext>
              </a:extLst>
            </p:cNvPr>
            <p:cNvSpPr txBox="1"/>
            <p:nvPr/>
          </p:nvSpPr>
          <p:spPr>
            <a:xfrm>
              <a:off x="646321" y="4760501"/>
              <a:ext cx="4070337" cy="348813"/>
            </a:xfrm>
            <a:prstGeom prst="rect">
              <a:avLst/>
            </a:prstGeom>
            <a:noFill/>
          </p:spPr>
          <p:txBody>
            <a:bodyPr wrap="square" rtlCol="0">
              <a:spAutoFit/>
            </a:bodyPr>
            <a:lstStyle/>
            <a:p>
              <a:pPr>
                <a:lnSpc>
                  <a:spcPct val="80000"/>
                </a:lnSpc>
              </a:pPr>
              <a:r>
                <a:rPr lang="id-ID" sz="2000" b="1" dirty="0">
                  <a:solidFill>
                    <a:schemeClr val="tx1">
                      <a:lumMod val="85000"/>
                      <a:lumOff val="15000"/>
                    </a:schemeClr>
                  </a:solidFill>
                  <a:latin typeface="+mj-lt"/>
                  <a:ea typeface="Dela Gothic One" panose="00000500000000000000" pitchFamily="2" charset="-128"/>
                </a:rPr>
                <a:t>Your text here </a:t>
              </a:r>
              <a:endParaRPr lang="en-ID" sz="2000" b="1" dirty="0">
                <a:solidFill>
                  <a:schemeClr val="tx1">
                    <a:lumMod val="85000"/>
                    <a:lumOff val="15000"/>
                  </a:schemeClr>
                </a:solidFill>
                <a:latin typeface="+mj-lt"/>
                <a:ea typeface="Dela Gothic One" panose="00000500000000000000" pitchFamily="2" charset="-128"/>
              </a:endParaRPr>
            </a:p>
          </p:txBody>
        </p:sp>
      </p:grpSp>
      <p:sp>
        <p:nvSpPr>
          <p:cNvPr id="6" name="TextBox 5">
            <a:extLst>
              <a:ext uri="{FF2B5EF4-FFF2-40B4-BE49-F238E27FC236}">
                <a16:creationId xmlns:a16="http://schemas.microsoft.com/office/drawing/2014/main" id="{E7846AF1-E1F4-028A-DCF3-1A249E488AC4}"/>
              </a:ext>
            </a:extLst>
          </p:cNvPr>
          <p:cNvSpPr txBox="1"/>
          <p:nvPr/>
        </p:nvSpPr>
        <p:spPr>
          <a:xfrm>
            <a:off x="6096000" y="1771805"/>
            <a:ext cx="4599774" cy="4678204"/>
          </a:xfrm>
          <a:prstGeom prst="rect">
            <a:avLst/>
          </a:prstGeom>
          <a:noFill/>
        </p:spPr>
        <p:txBody>
          <a:bodyPr wrap="square">
            <a:spAutoFit/>
          </a:bodyPr>
          <a:lstStyle/>
          <a:p>
            <a:r>
              <a:rPr lang="en-US" sz="2000" dirty="0"/>
              <a:t>Lorem ipsum dolor sit amet, consectetuer adipiscing elit. Maecenas porttitor congue massa. Fusce posuere, magna sed pulvinar ultricies, purus lectus malesuada libero, sit amet commodo magna eros quis urna.</a:t>
            </a:r>
          </a:p>
          <a:p>
            <a:endParaRPr lang="en-US" sz="2000" dirty="0"/>
          </a:p>
          <a:p>
            <a:r>
              <a:rPr lang="en-US" sz="2000" dirty="0"/>
              <a:t>Nunc viverra imperdiet enim. Fusce est. Vivamus a tellus.</a:t>
            </a:r>
          </a:p>
          <a:p>
            <a:endParaRPr lang="en-US" sz="2000" dirty="0"/>
          </a:p>
          <a:p>
            <a:r>
              <a:rPr lang="en-US" sz="2000" dirty="0"/>
              <a:t>Pellentesque habitant morbi tristique senectus et netus et malesuada fames ac turpis egestas. Proin pharetra nonummy pede. Mauris et orci.</a:t>
            </a:r>
          </a:p>
          <a:p>
            <a:endParaRPr lang="en-US" sz="2000" dirty="0"/>
          </a:p>
        </p:txBody>
      </p:sp>
    </p:spTree>
    <p:extLst>
      <p:ext uri="{BB962C8B-B14F-4D97-AF65-F5344CB8AC3E}">
        <p14:creationId xmlns:p14="http://schemas.microsoft.com/office/powerpoint/2010/main" val="291322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208F23-AB14-DAAB-A0BB-B272145AAE4D}"/>
              </a:ext>
            </a:extLst>
          </p:cNvPr>
          <p:cNvSpPr txBox="1"/>
          <p:nvPr/>
        </p:nvSpPr>
        <p:spPr>
          <a:xfrm>
            <a:off x="623888" y="6453188"/>
            <a:ext cx="508000" cy="229935"/>
          </a:xfrm>
          <a:prstGeom prst="rect">
            <a:avLst/>
          </a:prstGeom>
          <a:noFill/>
        </p:spPr>
        <p:txBody>
          <a:bodyPr wrap="square" anchor="ctr">
            <a:spAutoFit/>
          </a:bodyPr>
          <a:lstStyle/>
          <a:p>
            <a:pPr>
              <a:lnSpc>
                <a:spcPct val="70000"/>
              </a:lnSpc>
            </a:pPr>
            <a:fld id="{035EC6E4-7EAF-4AB3-9851-E6447B90715C}" type="slidenum">
              <a:rPr lang="en-ID" sz="1200" smtClean="0">
                <a:solidFill>
                  <a:schemeClr val="bg1"/>
                </a:solidFill>
              </a:rPr>
              <a:pPr>
                <a:lnSpc>
                  <a:spcPct val="70000"/>
                </a:lnSpc>
              </a:pPr>
              <a:t>6</a:t>
            </a:fld>
            <a:endParaRPr lang="en-ID" sz="1200" dirty="0">
              <a:solidFill>
                <a:schemeClr val="bg1"/>
              </a:solidFill>
            </a:endParaRPr>
          </a:p>
        </p:txBody>
      </p:sp>
      <p:sp>
        <p:nvSpPr>
          <p:cNvPr id="14" name="Picture Placeholder 13">
            <a:extLst>
              <a:ext uri="{FF2B5EF4-FFF2-40B4-BE49-F238E27FC236}">
                <a16:creationId xmlns:a16="http://schemas.microsoft.com/office/drawing/2014/main" id="{3400A4D5-2B9C-174D-B1B0-CC495BB963DD}"/>
              </a:ext>
            </a:extLst>
          </p:cNvPr>
          <p:cNvSpPr>
            <a:spLocks noGrp="1"/>
          </p:cNvSpPr>
          <p:nvPr>
            <p:ph type="pic" sz="quarter" idx="10"/>
          </p:nvPr>
        </p:nvSpPr>
        <p:spPr/>
        <p:txBody>
          <a:bodyPr/>
          <a:lstStyle/>
          <a:p>
            <a:endParaRPr lang="en-US"/>
          </a:p>
        </p:txBody>
      </p:sp>
      <p:sp>
        <p:nvSpPr>
          <p:cNvPr id="18" name="Picture Placeholder 17">
            <a:extLst>
              <a:ext uri="{FF2B5EF4-FFF2-40B4-BE49-F238E27FC236}">
                <a16:creationId xmlns:a16="http://schemas.microsoft.com/office/drawing/2014/main" id="{1DB0DE6A-961B-5CB3-6BE4-280EDEF3A115}"/>
              </a:ext>
            </a:extLst>
          </p:cNvPr>
          <p:cNvSpPr>
            <a:spLocks noGrp="1"/>
          </p:cNvSpPr>
          <p:nvPr>
            <p:ph type="pic" sz="quarter" idx="11"/>
          </p:nvPr>
        </p:nvSpPr>
        <p:spPr/>
        <p:txBody>
          <a:bodyPr/>
          <a:lstStyle/>
          <a:p>
            <a:endParaRPr lang="en-US"/>
          </a:p>
        </p:txBody>
      </p:sp>
      <p:sp>
        <p:nvSpPr>
          <p:cNvPr id="19" name="Text Placeholder 18">
            <a:extLst>
              <a:ext uri="{FF2B5EF4-FFF2-40B4-BE49-F238E27FC236}">
                <a16:creationId xmlns:a16="http://schemas.microsoft.com/office/drawing/2014/main" id="{0E6A3DA8-5249-1BEC-EA84-0154BC25F643}"/>
              </a:ext>
            </a:extLst>
          </p:cNvPr>
          <p:cNvSpPr>
            <a:spLocks noGrp="1"/>
          </p:cNvSpPr>
          <p:nvPr>
            <p:ph type="body" sz="quarter" idx="12"/>
          </p:nvPr>
        </p:nvSpPr>
        <p:spPr/>
        <p:txBody>
          <a:bodyPr/>
          <a:lstStyle/>
          <a:p>
            <a:r>
              <a:rPr lang="en-US" dirty="0"/>
              <a:t>Page Title </a:t>
            </a:r>
          </a:p>
          <a:p>
            <a:r>
              <a:rPr lang="en-US" dirty="0"/>
              <a:t>goes here</a:t>
            </a:r>
          </a:p>
        </p:txBody>
      </p:sp>
      <p:sp>
        <p:nvSpPr>
          <p:cNvPr id="20" name="Text Placeholder 19">
            <a:extLst>
              <a:ext uri="{FF2B5EF4-FFF2-40B4-BE49-F238E27FC236}">
                <a16:creationId xmlns:a16="http://schemas.microsoft.com/office/drawing/2014/main" id="{BDAD3BEE-9160-00C6-C7AD-B959E00B0393}"/>
              </a:ext>
            </a:extLst>
          </p:cNvPr>
          <p:cNvSpPr>
            <a:spLocks noGrp="1"/>
          </p:cNvSpPr>
          <p:nvPr>
            <p:ph type="body" sz="quarter" idx="13"/>
          </p:nvPr>
        </p:nvSpPr>
        <p:spPr/>
        <p:txBody>
          <a:bodyPr/>
          <a:lstStyle/>
          <a:p>
            <a:r>
              <a:rPr lang="en-US" dirty="0"/>
              <a:t>Lorem ipsum dolor sit amet, consectetuer adipiscing elit. Maecenas porttitor congue massa. </a:t>
            </a:r>
          </a:p>
        </p:txBody>
      </p:sp>
      <p:sp>
        <p:nvSpPr>
          <p:cNvPr id="21" name="Text Placeholder 20">
            <a:extLst>
              <a:ext uri="{FF2B5EF4-FFF2-40B4-BE49-F238E27FC236}">
                <a16:creationId xmlns:a16="http://schemas.microsoft.com/office/drawing/2014/main" id="{A14659F5-5F6E-A721-49DE-C58F6FFE514B}"/>
              </a:ext>
            </a:extLst>
          </p:cNvPr>
          <p:cNvSpPr>
            <a:spLocks noGrp="1"/>
          </p:cNvSpPr>
          <p:nvPr>
            <p:ph type="body" sz="quarter" idx="14"/>
          </p:nvPr>
        </p:nvSpPr>
        <p:spPr/>
        <p:txBody>
          <a:bodyPr/>
          <a:lstStyle/>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p>
        </p:txBody>
      </p:sp>
    </p:spTree>
    <p:extLst>
      <p:ext uri="{BB962C8B-B14F-4D97-AF65-F5344CB8AC3E}">
        <p14:creationId xmlns:p14="http://schemas.microsoft.com/office/powerpoint/2010/main" val="1157826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id="{F4A2BDC3-F668-5631-BDEC-7BE96BE7F335}"/>
              </a:ext>
            </a:extLst>
          </p:cNvPr>
          <p:cNvSpPr txBox="1"/>
          <p:nvPr/>
        </p:nvSpPr>
        <p:spPr>
          <a:xfrm>
            <a:off x="623888" y="6453188"/>
            <a:ext cx="508000" cy="229935"/>
          </a:xfrm>
          <a:prstGeom prst="rect">
            <a:avLst/>
          </a:prstGeom>
          <a:noFill/>
        </p:spPr>
        <p:txBody>
          <a:bodyPr wrap="square" anchor="ctr">
            <a:spAutoFit/>
          </a:bodyPr>
          <a:lstStyle/>
          <a:p>
            <a:pPr>
              <a:lnSpc>
                <a:spcPct val="70000"/>
              </a:lnSpc>
            </a:pPr>
            <a:fld id="{035EC6E4-7EAF-4AB3-9851-E6447B90715C}" type="slidenum">
              <a:rPr lang="en-ID" sz="1200" smtClean="0">
                <a:solidFill>
                  <a:schemeClr val="bg1"/>
                </a:solidFill>
              </a:rPr>
              <a:pPr>
                <a:lnSpc>
                  <a:spcPct val="70000"/>
                </a:lnSpc>
              </a:pPr>
              <a:t>7</a:t>
            </a:fld>
            <a:endParaRPr lang="en-ID" sz="1200" dirty="0">
              <a:solidFill>
                <a:schemeClr val="bg1"/>
              </a:solidFill>
            </a:endParaRPr>
          </a:p>
        </p:txBody>
      </p:sp>
      <p:sp>
        <p:nvSpPr>
          <p:cNvPr id="5" name="Picture Placeholder 4">
            <a:extLst>
              <a:ext uri="{FF2B5EF4-FFF2-40B4-BE49-F238E27FC236}">
                <a16:creationId xmlns:a16="http://schemas.microsoft.com/office/drawing/2014/main" id="{400DB3DC-4DBB-8D0E-A48C-0E0648135482}"/>
              </a:ext>
            </a:extLst>
          </p:cNvPr>
          <p:cNvSpPr>
            <a:spLocks noGrp="1"/>
          </p:cNvSpPr>
          <p:nvPr>
            <p:ph type="pic" sz="quarter" idx="10"/>
          </p:nvPr>
        </p:nvSpPr>
        <p:spPr/>
        <p:txBody>
          <a:bodyPr/>
          <a:lstStyle/>
          <a:p>
            <a:endParaRPr lang="en-US"/>
          </a:p>
        </p:txBody>
      </p:sp>
      <p:sp>
        <p:nvSpPr>
          <p:cNvPr id="6" name="Text Placeholder 5">
            <a:extLst>
              <a:ext uri="{FF2B5EF4-FFF2-40B4-BE49-F238E27FC236}">
                <a16:creationId xmlns:a16="http://schemas.microsoft.com/office/drawing/2014/main" id="{D1E2E799-3A72-9CAC-D0BF-37B609DF2676}"/>
              </a:ext>
            </a:extLst>
          </p:cNvPr>
          <p:cNvSpPr>
            <a:spLocks noGrp="1"/>
          </p:cNvSpPr>
          <p:nvPr>
            <p:ph type="body" sz="quarter" idx="11"/>
          </p:nvPr>
        </p:nvSpPr>
        <p:spPr/>
        <p:txBody>
          <a:bodyPr/>
          <a:lstStyle/>
          <a:p>
            <a:r>
              <a:rPr lang="en-US" dirty="0"/>
              <a:t>Page Title goes here</a:t>
            </a:r>
          </a:p>
        </p:txBody>
      </p:sp>
      <p:sp>
        <p:nvSpPr>
          <p:cNvPr id="7" name="Text Placeholder 6">
            <a:extLst>
              <a:ext uri="{FF2B5EF4-FFF2-40B4-BE49-F238E27FC236}">
                <a16:creationId xmlns:a16="http://schemas.microsoft.com/office/drawing/2014/main" id="{0456D806-0C18-FD10-7118-A3AEFA2DDA83}"/>
              </a:ext>
            </a:extLst>
          </p:cNvPr>
          <p:cNvSpPr>
            <a:spLocks noGrp="1"/>
          </p:cNvSpPr>
          <p:nvPr>
            <p:ph type="body" sz="quarter" idx="12"/>
          </p:nvPr>
        </p:nvSpPr>
        <p:spPr/>
        <p:txBody>
          <a:bodyPr/>
          <a:lstStyle/>
          <a:p>
            <a:r>
              <a:rPr lang="en-US" dirty="0"/>
              <a:t>Lorem ipsum dolor sit amet, consectetuer adipiscing elit. Maecenas porttitor congue massa. Fusce posuere, magna sed pulvinar ultricies, purus lectus malesuada libero, sit amet commodo magna eros quis urna.</a:t>
            </a:r>
          </a:p>
          <a:p>
            <a:r>
              <a:rPr lang="en-US" dirty="0"/>
              <a:t>Nunc viverra imperdiet enim. Fusce est. Vivamus a </a:t>
            </a:r>
            <a:r>
              <a:rPr lang="en-US" dirty="0" err="1"/>
              <a:t>tellus</a:t>
            </a:r>
            <a:r>
              <a:rPr lang="en-US" dirty="0"/>
              <a:t>.</a:t>
            </a:r>
          </a:p>
        </p:txBody>
      </p:sp>
    </p:spTree>
    <p:extLst>
      <p:ext uri="{BB962C8B-B14F-4D97-AF65-F5344CB8AC3E}">
        <p14:creationId xmlns:p14="http://schemas.microsoft.com/office/powerpoint/2010/main" val="1037355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A58EBB-7FF4-74F9-35BE-553AB7E3C36F}"/>
              </a:ext>
            </a:extLst>
          </p:cNvPr>
          <p:cNvSpPr txBox="1"/>
          <p:nvPr/>
        </p:nvSpPr>
        <p:spPr>
          <a:xfrm>
            <a:off x="623887" y="577850"/>
            <a:ext cx="4519612" cy="2128275"/>
          </a:xfrm>
          <a:prstGeom prst="rect">
            <a:avLst/>
          </a:prstGeom>
          <a:noFill/>
        </p:spPr>
        <p:txBody>
          <a:bodyPr wrap="square" rtlCol="0">
            <a:spAutoFit/>
          </a:bodyPr>
          <a:lstStyle/>
          <a:p>
            <a:pPr>
              <a:lnSpc>
                <a:spcPct val="80000"/>
              </a:lnSpc>
            </a:pPr>
            <a:r>
              <a:rPr lang="en-US" sz="5400" dirty="0">
                <a:solidFill>
                  <a:schemeClr val="tx1">
                    <a:lumMod val="85000"/>
                    <a:lumOff val="15000"/>
                  </a:schemeClr>
                </a:solidFill>
                <a:latin typeface="+mj-lt"/>
                <a:ea typeface="Dela Gothic One" panose="00000500000000000000" pitchFamily="2" charset="-128"/>
              </a:rPr>
              <a:t>Confidence </a:t>
            </a:r>
            <a:r>
              <a:rPr lang="en-US" sz="5400" dirty="0">
                <a:solidFill>
                  <a:srgbClr val="9D4444"/>
                </a:solidFill>
                <a:latin typeface="+mj-lt"/>
                <a:ea typeface="Dela Gothic One" panose="00000500000000000000" pitchFamily="2" charset="-128"/>
              </a:rPr>
              <a:t>in Every Purchase </a:t>
            </a:r>
          </a:p>
        </p:txBody>
      </p:sp>
      <p:grpSp>
        <p:nvGrpSpPr>
          <p:cNvPr id="16" name="Group 15">
            <a:extLst>
              <a:ext uri="{FF2B5EF4-FFF2-40B4-BE49-F238E27FC236}">
                <a16:creationId xmlns:a16="http://schemas.microsoft.com/office/drawing/2014/main" id="{1033DA97-FF74-CD67-4556-7E80BE1A8358}"/>
              </a:ext>
            </a:extLst>
          </p:cNvPr>
          <p:cNvGrpSpPr/>
          <p:nvPr/>
        </p:nvGrpSpPr>
        <p:grpSpPr>
          <a:xfrm>
            <a:off x="852582" y="3684157"/>
            <a:ext cx="4040545" cy="2291598"/>
            <a:chOff x="852510" y="3734957"/>
            <a:chExt cx="4040545" cy="2291598"/>
          </a:xfrm>
        </p:grpSpPr>
        <p:sp>
          <p:nvSpPr>
            <p:cNvPr id="13" name="TextBox 12">
              <a:extLst>
                <a:ext uri="{FF2B5EF4-FFF2-40B4-BE49-F238E27FC236}">
                  <a16:creationId xmlns:a16="http://schemas.microsoft.com/office/drawing/2014/main" id="{AE628782-50DA-561F-6B24-D9C37C0E56C2}"/>
                </a:ext>
              </a:extLst>
            </p:cNvPr>
            <p:cNvSpPr txBox="1"/>
            <p:nvPr/>
          </p:nvSpPr>
          <p:spPr>
            <a:xfrm>
              <a:off x="868583" y="4703116"/>
              <a:ext cx="4024472" cy="1323439"/>
            </a:xfrm>
            <a:prstGeom prst="rect">
              <a:avLst/>
            </a:prstGeom>
            <a:noFill/>
          </p:spPr>
          <p:txBody>
            <a:bodyPr wrap="square" rtlCol="0">
              <a:spAutoFit/>
            </a:bodyPr>
            <a:lstStyle/>
            <a:p>
              <a:r>
                <a:rPr lang="id-ID" sz="2000" dirty="0">
                  <a:solidFill>
                    <a:schemeClr val="bg1"/>
                  </a:solidFill>
                  <a:ea typeface="Dela Gothic One" panose="00000500000000000000" pitchFamily="2" charset="-128"/>
                </a:rPr>
                <a:t>Lorem ipsum dolor sit amet, adipiscing elit. Maecenas porttitor congue massa. Fusce posuere, magna sed pulvinar ultricies, purus.</a:t>
              </a:r>
            </a:p>
          </p:txBody>
        </p:sp>
        <p:sp>
          <p:nvSpPr>
            <p:cNvPr id="14" name="TextBox 13">
              <a:extLst>
                <a:ext uri="{FF2B5EF4-FFF2-40B4-BE49-F238E27FC236}">
                  <a16:creationId xmlns:a16="http://schemas.microsoft.com/office/drawing/2014/main" id="{4FD467FF-C6F2-AA1F-0633-7C03F37FE228}"/>
                </a:ext>
              </a:extLst>
            </p:cNvPr>
            <p:cNvSpPr txBox="1"/>
            <p:nvPr/>
          </p:nvSpPr>
          <p:spPr>
            <a:xfrm>
              <a:off x="852510" y="3734957"/>
              <a:ext cx="2197649" cy="563231"/>
            </a:xfrm>
            <a:prstGeom prst="rect">
              <a:avLst/>
            </a:prstGeom>
            <a:noFill/>
          </p:spPr>
          <p:txBody>
            <a:bodyPr wrap="square" rtlCol="0">
              <a:spAutoFit/>
            </a:bodyPr>
            <a:lstStyle/>
            <a:p>
              <a:pPr>
                <a:lnSpc>
                  <a:spcPct val="80000"/>
                </a:lnSpc>
              </a:pPr>
              <a:r>
                <a:rPr lang="id-ID" sz="3600" b="1" dirty="0">
                  <a:solidFill>
                    <a:schemeClr val="bg1"/>
                  </a:solidFill>
                  <a:latin typeface="+mj-lt"/>
                  <a:ea typeface="Dela Gothic One" panose="00000500000000000000" pitchFamily="2" charset="-128"/>
                </a:rPr>
                <a:t>85%</a:t>
              </a:r>
              <a:endParaRPr lang="en-ID" sz="3600" b="1" dirty="0">
                <a:solidFill>
                  <a:schemeClr val="bg1"/>
                </a:solidFill>
                <a:latin typeface="+mj-lt"/>
                <a:ea typeface="Dela Gothic One" panose="00000500000000000000" pitchFamily="2" charset="-128"/>
              </a:endParaRPr>
            </a:p>
          </p:txBody>
        </p:sp>
        <p:sp>
          <p:nvSpPr>
            <p:cNvPr id="15" name="TextBox 14">
              <a:extLst>
                <a:ext uri="{FF2B5EF4-FFF2-40B4-BE49-F238E27FC236}">
                  <a16:creationId xmlns:a16="http://schemas.microsoft.com/office/drawing/2014/main" id="{726039B4-3E4D-5776-2875-69A00AAE461C}"/>
                </a:ext>
              </a:extLst>
            </p:cNvPr>
            <p:cNvSpPr txBox="1"/>
            <p:nvPr/>
          </p:nvSpPr>
          <p:spPr>
            <a:xfrm>
              <a:off x="868582" y="4424246"/>
              <a:ext cx="2566246" cy="348813"/>
            </a:xfrm>
            <a:prstGeom prst="rect">
              <a:avLst/>
            </a:prstGeom>
            <a:noFill/>
          </p:spPr>
          <p:txBody>
            <a:bodyPr wrap="square" rtlCol="0">
              <a:spAutoFit/>
            </a:bodyPr>
            <a:lstStyle/>
            <a:p>
              <a:pPr>
                <a:lnSpc>
                  <a:spcPct val="80000"/>
                </a:lnSpc>
              </a:pPr>
              <a:r>
                <a:rPr lang="id-ID" sz="2000" b="1" dirty="0">
                  <a:solidFill>
                    <a:schemeClr val="bg1"/>
                  </a:solidFill>
                  <a:latin typeface="+mj-lt"/>
                  <a:ea typeface="Dela Gothic One" panose="00000500000000000000" pitchFamily="2" charset="-128"/>
                </a:rPr>
                <a:t>Your text here </a:t>
              </a:r>
              <a:endParaRPr lang="en-ID" sz="2000" b="1" dirty="0">
                <a:solidFill>
                  <a:schemeClr val="bg1"/>
                </a:solidFill>
                <a:latin typeface="+mj-lt"/>
                <a:ea typeface="Dela Gothic One" panose="00000500000000000000" pitchFamily="2" charset="-128"/>
              </a:endParaRPr>
            </a:p>
          </p:txBody>
        </p:sp>
      </p:grpSp>
      <p:sp>
        <p:nvSpPr>
          <p:cNvPr id="2" name="Picture Placeholder 1">
            <a:extLst>
              <a:ext uri="{FF2B5EF4-FFF2-40B4-BE49-F238E27FC236}">
                <a16:creationId xmlns:a16="http://schemas.microsoft.com/office/drawing/2014/main" id="{EF5A3772-69EE-DF65-888A-2A11102FAA2E}"/>
              </a:ext>
            </a:extLst>
          </p:cNvPr>
          <p:cNvSpPr>
            <a:spLocks noGrp="1"/>
          </p:cNvSpPr>
          <p:nvPr>
            <p:ph type="pic" sz="quarter" idx="10"/>
          </p:nvPr>
        </p:nvSpPr>
        <p:spPr/>
        <p:txBody>
          <a:bodyPr/>
          <a:lstStyle/>
          <a:p>
            <a:endParaRPr lang="en-US"/>
          </a:p>
        </p:txBody>
      </p:sp>
      <p:sp>
        <p:nvSpPr>
          <p:cNvPr id="9" name="Text Placeholder 8">
            <a:extLst>
              <a:ext uri="{FF2B5EF4-FFF2-40B4-BE49-F238E27FC236}">
                <a16:creationId xmlns:a16="http://schemas.microsoft.com/office/drawing/2014/main" id="{314BE1D9-34A9-2AC0-D4A6-472A6BD69F22}"/>
              </a:ext>
            </a:extLst>
          </p:cNvPr>
          <p:cNvSpPr>
            <a:spLocks noGrp="1"/>
          </p:cNvSpPr>
          <p:nvPr>
            <p:ph type="body" sz="quarter" idx="13"/>
          </p:nvPr>
        </p:nvSpPr>
        <p:spPr/>
        <p:txBody>
          <a:bodyPr/>
          <a:lstStyle/>
          <a:p>
            <a:endParaRPr lang="en-US" dirty="0"/>
          </a:p>
        </p:txBody>
      </p:sp>
    </p:spTree>
    <p:extLst>
      <p:ext uri="{BB962C8B-B14F-4D97-AF65-F5344CB8AC3E}">
        <p14:creationId xmlns:p14="http://schemas.microsoft.com/office/powerpoint/2010/main" val="4266279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3E9AE4EA-2120-86E3-FF88-EA9CAC4B0026}"/>
              </a:ext>
            </a:extLst>
          </p:cNvPr>
          <p:cNvSpPr>
            <a:spLocks noGrp="1"/>
          </p:cNvSpPr>
          <p:nvPr>
            <p:ph type="pic" sz="quarter" idx="10"/>
          </p:nvPr>
        </p:nvSpPr>
        <p:spPr/>
        <p:txBody>
          <a:bodyPr/>
          <a:lstStyle/>
          <a:p>
            <a:endParaRPr lang="en-US"/>
          </a:p>
        </p:txBody>
      </p:sp>
      <p:sp>
        <p:nvSpPr>
          <p:cNvPr id="5" name="Text Placeholder 4">
            <a:extLst>
              <a:ext uri="{FF2B5EF4-FFF2-40B4-BE49-F238E27FC236}">
                <a16:creationId xmlns:a16="http://schemas.microsoft.com/office/drawing/2014/main" id="{EEEE192A-5F46-66F7-2241-0B6524DAA51E}"/>
              </a:ext>
            </a:extLst>
          </p:cNvPr>
          <p:cNvSpPr>
            <a:spLocks noGrp="1"/>
          </p:cNvSpPr>
          <p:nvPr>
            <p:ph type="body" sz="quarter" idx="11"/>
          </p:nvPr>
        </p:nvSpPr>
        <p:spPr/>
        <p:txBody>
          <a:bodyPr/>
          <a:lstStyle/>
          <a:p>
            <a:r>
              <a:rPr lang="en-US" dirty="0"/>
              <a:t>Page Title goes Here</a:t>
            </a:r>
          </a:p>
        </p:txBody>
      </p:sp>
      <p:sp>
        <p:nvSpPr>
          <p:cNvPr id="6" name="Text Placeholder 5">
            <a:extLst>
              <a:ext uri="{FF2B5EF4-FFF2-40B4-BE49-F238E27FC236}">
                <a16:creationId xmlns:a16="http://schemas.microsoft.com/office/drawing/2014/main" id="{50F4A593-F278-CBAF-8479-741F475DF808}"/>
              </a:ext>
            </a:extLst>
          </p:cNvPr>
          <p:cNvSpPr>
            <a:spLocks noGrp="1"/>
          </p:cNvSpPr>
          <p:nvPr>
            <p:ph type="body" sz="quarter" idx="12"/>
          </p:nvPr>
        </p:nvSpPr>
        <p:spPr/>
        <p:txBody>
          <a:bodyPr/>
          <a:lstStyle/>
          <a:p>
            <a:r>
              <a:rPr lang="en-US" dirty="0"/>
              <a:t>Lorem ipsum dolor sit amet, consectetuer adipiscing elit. Maecenas porttitor congue </a:t>
            </a:r>
            <a:r>
              <a:rPr lang="en-US" dirty="0" err="1"/>
              <a:t>massa</a:t>
            </a:r>
            <a:r>
              <a:rPr lang="en-US" dirty="0"/>
              <a:t>.</a:t>
            </a:r>
          </a:p>
        </p:txBody>
      </p:sp>
    </p:spTree>
    <p:extLst>
      <p:ext uri="{BB962C8B-B14F-4D97-AF65-F5344CB8AC3E}">
        <p14:creationId xmlns:p14="http://schemas.microsoft.com/office/powerpoint/2010/main" val="73334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F3EC85E-2F19-EE2C-3CA8-88DB2DF1DC18}"/>
              </a:ext>
            </a:extLst>
          </p:cNvPr>
          <p:cNvSpPr/>
          <p:nvPr/>
        </p:nvSpPr>
        <p:spPr>
          <a:xfrm>
            <a:off x="4448515" y="2452914"/>
            <a:ext cx="3294969" cy="3820886"/>
          </a:xfrm>
          <a:prstGeom prst="rect">
            <a:avLst/>
          </a:prstGeom>
          <a:solidFill>
            <a:srgbClr val="EFB0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8" name="Rectangle 7">
            <a:extLst>
              <a:ext uri="{FF2B5EF4-FFF2-40B4-BE49-F238E27FC236}">
                <a16:creationId xmlns:a16="http://schemas.microsoft.com/office/drawing/2014/main" id="{CF4AAFE1-2389-15F9-2DE4-F299DAA83451}"/>
              </a:ext>
            </a:extLst>
          </p:cNvPr>
          <p:cNvSpPr/>
          <p:nvPr/>
        </p:nvSpPr>
        <p:spPr>
          <a:xfrm>
            <a:off x="8273142" y="2452914"/>
            <a:ext cx="3294969" cy="3820886"/>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 name="TextBox 8">
            <a:extLst>
              <a:ext uri="{FF2B5EF4-FFF2-40B4-BE49-F238E27FC236}">
                <a16:creationId xmlns:a16="http://schemas.microsoft.com/office/drawing/2014/main" id="{591B4E80-348B-BF6B-AE36-C366967E2B28}"/>
              </a:ext>
            </a:extLst>
          </p:cNvPr>
          <p:cNvSpPr txBox="1"/>
          <p:nvPr/>
        </p:nvSpPr>
        <p:spPr>
          <a:xfrm>
            <a:off x="831644" y="3429000"/>
            <a:ext cx="2836139" cy="701731"/>
          </a:xfrm>
          <a:prstGeom prst="rect">
            <a:avLst/>
          </a:prstGeom>
          <a:noFill/>
        </p:spPr>
        <p:txBody>
          <a:bodyPr wrap="square" rtlCol="0">
            <a:spAutoFit/>
          </a:bodyPr>
          <a:lstStyle/>
          <a:p>
            <a:pPr>
              <a:lnSpc>
                <a:spcPct val="80000"/>
              </a:lnSpc>
            </a:pPr>
            <a:r>
              <a:rPr lang="en-US" sz="2400" dirty="0">
                <a:solidFill>
                  <a:schemeClr val="bg1"/>
                </a:solidFill>
                <a:latin typeface="+mj-lt"/>
                <a:ea typeface="Dela Gothic One" panose="00000500000000000000" pitchFamily="2" charset="-128"/>
              </a:rPr>
              <a:t>Join Us for an Exclusive Event!</a:t>
            </a:r>
            <a:endParaRPr lang="en-ID" sz="2400" dirty="0">
              <a:solidFill>
                <a:schemeClr val="bg1"/>
              </a:solidFill>
              <a:latin typeface="+mj-lt"/>
              <a:ea typeface="Dela Gothic One" panose="00000500000000000000" pitchFamily="2" charset="-128"/>
            </a:endParaRPr>
          </a:p>
        </p:txBody>
      </p:sp>
      <p:sp>
        <p:nvSpPr>
          <p:cNvPr id="10" name="TextBox 9">
            <a:extLst>
              <a:ext uri="{FF2B5EF4-FFF2-40B4-BE49-F238E27FC236}">
                <a16:creationId xmlns:a16="http://schemas.microsoft.com/office/drawing/2014/main" id="{69CA0FDE-E69D-8A6B-E11A-7744CEF9B4DD}"/>
              </a:ext>
            </a:extLst>
          </p:cNvPr>
          <p:cNvSpPr txBox="1"/>
          <p:nvPr/>
        </p:nvSpPr>
        <p:spPr>
          <a:xfrm>
            <a:off x="4677930" y="3429000"/>
            <a:ext cx="2836139" cy="701731"/>
          </a:xfrm>
          <a:prstGeom prst="rect">
            <a:avLst/>
          </a:prstGeom>
          <a:noFill/>
        </p:spPr>
        <p:txBody>
          <a:bodyPr wrap="square" rtlCol="0">
            <a:spAutoFit/>
          </a:bodyPr>
          <a:lstStyle/>
          <a:p>
            <a:pPr>
              <a:lnSpc>
                <a:spcPct val="80000"/>
              </a:lnSpc>
            </a:pPr>
            <a:r>
              <a:rPr lang="en-US" sz="2400" dirty="0">
                <a:latin typeface="+mj-lt"/>
                <a:ea typeface="Dela Gothic One" panose="00000500000000000000" pitchFamily="2" charset="-128"/>
              </a:rPr>
              <a:t>The Countdown Begins!</a:t>
            </a:r>
            <a:endParaRPr lang="en-ID" sz="2400" dirty="0">
              <a:latin typeface="+mj-lt"/>
              <a:ea typeface="Dela Gothic One" panose="00000500000000000000" pitchFamily="2" charset="-128"/>
            </a:endParaRPr>
          </a:p>
        </p:txBody>
      </p:sp>
      <p:sp>
        <p:nvSpPr>
          <p:cNvPr id="11" name="TextBox 10">
            <a:extLst>
              <a:ext uri="{FF2B5EF4-FFF2-40B4-BE49-F238E27FC236}">
                <a16:creationId xmlns:a16="http://schemas.microsoft.com/office/drawing/2014/main" id="{66687EFD-D201-1A29-C14B-3AAB86AD1D27}"/>
              </a:ext>
            </a:extLst>
          </p:cNvPr>
          <p:cNvSpPr txBox="1"/>
          <p:nvPr/>
        </p:nvSpPr>
        <p:spPr>
          <a:xfrm>
            <a:off x="8524217" y="3429000"/>
            <a:ext cx="2836139" cy="701731"/>
          </a:xfrm>
          <a:prstGeom prst="rect">
            <a:avLst/>
          </a:prstGeom>
          <a:noFill/>
        </p:spPr>
        <p:txBody>
          <a:bodyPr wrap="square" rtlCol="0">
            <a:spAutoFit/>
          </a:bodyPr>
          <a:lstStyle/>
          <a:p>
            <a:pPr>
              <a:lnSpc>
                <a:spcPct val="80000"/>
              </a:lnSpc>
            </a:pPr>
            <a:r>
              <a:rPr lang="en-US" sz="2400" dirty="0">
                <a:latin typeface="+mj-lt"/>
                <a:ea typeface="Dela Gothic One" panose="00000500000000000000" pitchFamily="2" charset="-128"/>
              </a:rPr>
              <a:t>Powering Your Business</a:t>
            </a:r>
            <a:endParaRPr lang="en-ID" sz="2400" dirty="0">
              <a:latin typeface="+mj-lt"/>
              <a:ea typeface="Dela Gothic One" panose="00000500000000000000" pitchFamily="2" charset="-128"/>
            </a:endParaRPr>
          </a:p>
        </p:txBody>
      </p:sp>
      <p:sp>
        <p:nvSpPr>
          <p:cNvPr id="12" name="TextBox 11">
            <a:extLst>
              <a:ext uri="{FF2B5EF4-FFF2-40B4-BE49-F238E27FC236}">
                <a16:creationId xmlns:a16="http://schemas.microsoft.com/office/drawing/2014/main" id="{D2C08935-4354-DDC3-E0FC-EB5B2E190C9D}"/>
              </a:ext>
            </a:extLst>
          </p:cNvPr>
          <p:cNvSpPr txBox="1"/>
          <p:nvPr/>
        </p:nvSpPr>
        <p:spPr>
          <a:xfrm>
            <a:off x="831644" y="4171350"/>
            <a:ext cx="2836139" cy="905441"/>
          </a:xfrm>
          <a:prstGeom prst="rect">
            <a:avLst/>
          </a:prstGeom>
          <a:noFill/>
        </p:spPr>
        <p:txBody>
          <a:bodyPr wrap="square" rtlCol="0">
            <a:spAutoFit/>
          </a:bodyPr>
          <a:lstStyle/>
          <a:p>
            <a:pPr>
              <a:lnSpc>
                <a:spcPct val="130000"/>
              </a:lnSpc>
            </a:pPr>
            <a:r>
              <a:rPr lang="id-ID" sz="1400" dirty="0">
                <a:solidFill>
                  <a:schemeClr val="bg1"/>
                </a:solidFill>
                <a:ea typeface="Dela Gothic One" panose="00000500000000000000" pitchFamily="2" charset="-128"/>
              </a:rPr>
              <a:t>Lorem ipsum dolor sit amet, consectetuer adipiscing elit. Maecenas porttitor congue</a:t>
            </a:r>
            <a:endParaRPr lang="en-ID" sz="1400" dirty="0">
              <a:solidFill>
                <a:schemeClr val="bg1"/>
              </a:solidFill>
              <a:ea typeface="Dela Gothic One" panose="00000500000000000000" pitchFamily="2" charset="-128"/>
            </a:endParaRPr>
          </a:p>
        </p:txBody>
      </p:sp>
      <p:sp>
        <p:nvSpPr>
          <p:cNvPr id="13" name="TextBox 12">
            <a:extLst>
              <a:ext uri="{FF2B5EF4-FFF2-40B4-BE49-F238E27FC236}">
                <a16:creationId xmlns:a16="http://schemas.microsoft.com/office/drawing/2014/main" id="{F2B3677E-EE27-B88E-FB56-CF2422609414}"/>
              </a:ext>
            </a:extLst>
          </p:cNvPr>
          <p:cNvSpPr txBox="1"/>
          <p:nvPr/>
        </p:nvSpPr>
        <p:spPr>
          <a:xfrm>
            <a:off x="4677929" y="4171350"/>
            <a:ext cx="2836139" cy="905441"/>
          </a:xfrm>
          <a:prstGeom prst="rect">
            <a:avLst/>
          </a:prstGeom>
          <a:noFill/>
        </p:spPr>
        <p:txBody>
          <a:bodyPr wrap="square" rtlCol="0">
            <a:spAutoFit/>
          </a:bodyPr>
          <a:lstStyle/>
          <a:p>
            <a:pPr>
              <a:lnSpc>
                <a:spcPct val="130000"/>
              </a:lnSpc>
            </a:pPr>
            <a:r>
              <a:rPr lang="id-ID" sz="1400" dirty="0">
                <a:ea typeface="Dela Gothic One" panose="00000500000000000000" pitchFamily="2" charset="-128"/>
              </a:rPr>
              <a:t>Lorem ipsum dolor sit amet, consectetuer adipiscing elit. Maecenas porttitor congue</a:t>
            </a:r>
            <a:endParaRPr lang="en-ID" sz="1400" dirty="0">
              <a:ea typeface="Dela Gothic One" panose="00000500000000000000" pitchFamily="2" charset="-128"/>
            </a:endParaRPr>
          </a:p>
        </p:txBody>
      </p:sp>
      <p:sp>
        <p:nvSpPr>
          <p:cNvPr id="14" name="TextBox 13">
            <a:extLst>
              <a:ext uri="{FF2B5EF4-FFF2-40B4-BE49-F238E27FC236}">
                <a16:creationId xmlns:a16="http://schemas.microsoft.com/office/drawing/2014/main" id="{E46C701A-D5CA-4538-EA4D-DB67AD397557}"/>
              </a:ext>
            </a:extLst>
          </p:cNvPr>
          <p:cNvSpPr txBox="1"/>
          <p:nvPr/>
        </p:nvSpPr>
        <p:spPr>
          <a:xfrm>
            <a:off x="8524217" y="4171350"/>
            <a:ext cx="2836139" cy="905441"/>
          </a:xfrm>
          <a:prstGeom prst="rect">
            <a:avLst/>
          </a:prstGeom>
          <a:noFill/>
        </p:spPr>
        <p:txBody>
          <a:bodyPr wrap="square" rtlCol="0">
            <a:spAutoFit/>
          </a:bodyPr>
          <a:lstStyle/>
          <a:p>
            <a:pPr>
              <a:lnSpc>
                <a:spcPct val="130000"/>
              </a:lnSpc>
            </a:pPr>
            <a:r>
              <a:rPr lang="id-ID" sz="1400" dirty="0">
                <a:ea typeface="Dela Gothic One" panose="00000500000000000000" pitchFamily="2" charset="-128"/>
              </a:rPr>
              <a:t>Lorem ipsum dolor sit amet, consectetuer adipiscing elit. Maecenas porttitor congue</a:t>
            </a:r>
            <a:endParaRPr lang="en-ID" sz="1400" dirty="0">
              <a:ea typeface="Dela Gothic One" panose="00000500000000000000" pitchFamily="2" charset="-128"/>
            </a:endParaRPr>
          </a:p>
        </p:txBody>
      </p:sp>
      <p:sp>
        <p:nvSpPr>
          <p:cNvPr id="15" name="TextBox 14">
            <a:extLst>
              <a:ext uri="{FF2B5EF4-FFF2-40B4-BE49-F238E27FC236}">
                <a16:creationId xmlns:a16="http://schemas.microsoft.com/office/drawing/2014/main" id="{DF69B9BF-E4C4-3FF1-2B98-84163A35201A}"/>
              </a:ext>
            </a:extLst>
          </p:cNvPr>
          <p:cNvSpPr txBox="1"/>
          <p:nvPr/>
        </p:nvSpPr>
        <p:spPr>
          <a:xfrm>
            <a:off x="831644" y="5489068"/>
            <a:ext cx="2836139" cy="720197"/>
          </a:xfrm>
          <a:prstGeom prst="rect">
            <a:avLst/>
          </a:prstGeom>
          <a:noFill/>
        </p:spPr>
        <p:txBody>
          <a:bodyPr wrap="square" rtlCol="0" anchor="b">
            <a:spAutoFit/>
          </a:bodyPr>
          <a:lstStyle/>
          <a:p>
            <a:pPr>
              <a:lnSpc>
                <a:spcPct val="80000"/>
              </a:lnSpc>
            </a:pPr>
            <a:r>
              <a:rPr lang="id-ID" sz="4800" dirty="0">
                <a:solidFill>
                  <a:schemeClr val="bg1"/>
                </a:solidFill>
                <a:latin typeface="+mj-lt"/>
                <a:ea typeface="Dela Gothic One" panose="00000500000000000000" pitchFamily="2" charset="-128"/>
              </a:rPr>
              <a:t>4078+</a:t>
            </a:r>
            <a:endParaRPr lang="en-ID" sz="4800" dirty="0">
              <a:solidFill>
                <a:schemeClr val="bg1"/>
              </a:solidFill>
              <a:latin typeface="+mj-lt"/>
              <a:ea typeface="Dela Gothic One" panose="00000500000000000000" pitchFamily="2" charset="-128"/>
            </a:endParaRPr>
          </a:p>
        </p:txBody>
      </p:sp>
      <p:sp>
        <p:nvSpPr>
          <p:cNvPr id="16" name="TextBox 15">
            <a:extLst>
              <a:ext uri="{FF2B5EF4-FFF2-40B4-BE49-F238E27FC236}">
                <a16:creationId xmlns:a16="http://schemas.microsoft.com/office/drawing/2014/main" id="{66012354-8BC3-1072-3623-F461B77E0490}"/>
              </a:ext>
            </a:extLst>
          </p:cNvPr>
          <p:cNvSpPr txBox="1"/>
          <p:nvPr/>
        </p:nvSpPr>
        <p:spPr>
          <a:xfrm>
            <a:off x="4677928" y="5489068"/>
            <a:ext cx="2836139" cy="720197"/>
          </a:xfrm>
          <a:prstGeom prst="rect">
            <a:avLst/>
          </a:prstGeom>
          <a:noFill/>
        </p:spPr>
        <p:txBody>
          <a:bodyPr wrap="square" rtlCol="0" anchor="b">
            <a:spAutoFit/>
          </a:bodyPr>
          <a:lstStyle/>
          <a:p>
            <a:pPr>
              <a:lnSpc>
                <a:spcPct val="80000"/>
              </a:lnSpc>
            </a:pPr>
            <a:r>
              <a:rPr lang="id-ID" sz="4800" dirty="0">
                <a:latin typeface="+mj-lt"/>
                <a:ea typeface="Dela Gothic One" panose="00000500000000000000" pitchFamily="2" charset="-128"/>
              </a:rPr>
              <a:t>5674+</a:t>
            </a:r>
            <a:endParaRPr lang="en-ID" sz="4800" dirty="0">
              <a:latin typeface="+mj-lt"/>
              <a:ea typeface="Dela Gothic One" panose="00000500000000000000" pitchFamily="2" charset="-128"/>
            </a:endParaRPr>
          </a:p>
        </p:txBody>
      </p:sp>
      <p:sp>
        <p:nvSpPr>
          <p:cNvPr id="17" name="TextBox 16">
            <a:extLst>
              <a:ext uri="{FF2B5EF4-FFF2-40B4-BE49-F238E27FC236}">
                <a16:creationId xmlns:a16="http://schemas.microsoft.com/office/drawing/2014/main" id="{1A5F4408-2049-9B8E-F25C-7418A96D9512}"/>
              </a:ext>
            </a:extLst>
          </p:cNvPr>
          <p:cNvSpPr txBox="1"/>
          <p:nvPr/>
        </p:nvSpPr>
        <p:spPr>
          <a:xfrm>
            <a:off x="8502556" y="5489068"/>
            <a:ext cx="2836139" cy="720197"/>
          </a:xfrm>
          <a:prstGeom prst="rect">
            <a:avLst/>
          </a:prstGeom>
          <a:noFill/>
        </p:spPr>
        <p:txBody>
          <a:bodyPr wrap="square" rtlCol="0" anchor="b">
            <a:spAutoFit/>
          </a:bodyPr>
          <a:lstStyle/>
          <a:p>
            <a:pPr>
              <a:lnSpc>
                <a:spcPct val="80000"/>
              </a:lnSpc>
            </a:pPr>
            <a:r>
              <a:rPr lang="id-ID" sz="4800" dirty="0">
                <a:latin typeface="+mj-lt"/>
                <a:ea typeface="Dela Gothic One" panose="00000500000000000000" pitchFamily="2" charset="-128"/>
              </a:rPr>
              <a:t>1342+</a:t>
            </a:r>
            <a:endParaRPr lang="en-ID" sz="4800" dirty="0">
              <a:latin typeface="+mj-lt"/>
              <a:ea typeface="Dela Gothic One" panose="00000500000000000000" pitchFamily="2" charset="-128"/>
            </a:endParaRPr>
          </a:p>
        </p:txBody>
      </p:sp>
      <p:sp>
        <p:nvSpPr>
          <p:cNvPr id="3" name="Text Placeholder 2">
            <a:extLst>
              <a:ext uri="{FF2B5EF4-FFF2-40B4-BE49-F238E27FC236}">
                <a16:creationId xmlns:a16="http://schemas.microsoft.com/office/drawing/2014/main" id="{E050D252-CEFF-13D7-8699-5ABF02DDB87A}"/>
              </a:ext>
            </a:extLst>
          </p:cNvPr>
          <p:cNvSpPr>
            <a:spLocks noGrp="1"/>
          </p:cNvSpPr>
          <p:nvPr>
            <p:ph type="body" sz="quarter" idx="10"/>
          </p:nvPr>
        </p:nvSpPr>
        <p:spPr/>
        <p:txBody>
          <a:bodyPr/>
          <a:lstStyle/>
          <a:p>
            <a:r>
              <a:rPr lang="en-US" dirty="0"/>
              <a:t>Page Title goes here</a:t>
            </a:r>
          </a:p>
        </p:txBody>
      </p:sp>
    </p:spTree>
    <p:extLst>
      <p:ext uri="{BB962C8B-B14F-4D97-AF65-F5344CB8AC3E}">
        <p14:creationId xmlns:p14="http://schemas.microsoft.com/office/powerpoint/2010/main" val="412554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6417BE-89AF-9832-5592-1A4735A5D8D6}"/>
              </a:ext>
            </a:extLst>
          </p:cNvPr>
          <p:cNvSpPr txBox="1"/>
          <p:nvPr/>
        </p:nvSpPr>
        <p:spPr>
          <a:xfrm>
            <a:off x="623888" y="584200"/>
            <a:ext cx="4507670" cy="1902059"/>
          </a:xfrm>
          <a:prstGeom prst="rect">
            <a:avLst/>
          </a:prstGeom>
          <a:noFill/>
        </p:spPr>
        <p:txBody>
          <a:bodyPr wrap="square" rtlCol="0">
            <a:spAutoFit/>
          </a:bodyPr>
          <a:lstStyle/>
          <a:p>
            <a:pPr>
              <a:lnSpc>
                <a:spcPct val="80000"/>
              </a:lnSpc>
            </a:pPr>
            <a:r>
              <a:rPr lang="en-US" sz="4800" dirty="0">
                <a:solidFill>
                  <a:schemeClr val="tx1">
                    <a:lumMod val="85000"/>
                    <a:lumOff val="15000"/>
                  </a:schemeClr>
                </a:solidFill>
                <a:latin typeface="+mj-lt"/>
                <a:ea typeface="Dela Gothic One" panose="00000500000000000000" pitchFamily="2" charset="-128"/>
              </a:rPr>
              <a:t>Celebrate the Season </a:t>
            </a:r>
            <a:r>
              <a:rPr lang="en-US" sz="4800" dirty="0">
                <a:solidFill>
                  <a:srgbClr val="9D4444"/>
                </a:solidFill>
                <a:latin typeface="+mj-lt"/>
                <a:ea typeface="Dela Gothic One" panose="00000500000000000000" pitchFamily="2" charset="-128"/>
              </a:rPr>
              <a:t>with Savings</a:t>
            </a:r>
          </a:p>
        </p:txBody>
      </p:sp>
      <p:sp>
        <p:nvSpPr>
          <p:cNvPr id="7" name="TextBox 6">
            <a:extLst>
              <a:ext uri="{FF2B5EF4-FFF2-40B4-BE49-F238E27FC236}">
                <a16:creationId xmlns:a16="http://schemas.microsoft.com/office/drawing/2014/main" id="{E84AC378-43B1-8BF3-177D-D771ABE86488}"/>
              </a:ext>
            </a:extLst>
          </p:cNvPr>
          <p:cNvSpPr txBox="1"/>
          <p:nvPr/>
        </p:nvSpPr>
        <p:spPr>
          <a:xfrm>
            <a:off x="623888" y="3198106"/>
            <a:ext cx="10944224" cy="2862322"/>
          </a:xfrm>
          <a:prstGeom prst="rect">
            <a:avLst/>
          </a:prstGeom>
          <a:noFill/>
        </p:spPr>
        <p:txBody>
          <a:bodyPr wrap="square" rtlCol="0">
            <a:spAutoFit/>
          </a:bodyPr>
          <a:lstStyle/>
          <a:p>
            <a:r>
              <a:rPr lang="id-ID" sz="2000" dirty="0">
                <a:solidFill>
                  <a:schemeClr val="bg1"/>
                </a:solidFill>
                <a:ea typeface="Dela Gothic One" panose="00000500000000000000" pitchFamily="2" charset="-128"/>
              </a:rPr>
              <a:t>Lorem ipsum dolor sit amet, consectetuer adipiscing elit. Maecenas porttitor congue massa. Fusce posuere, magna sed pulvinar ultricies, purus lectus malesuada libero, sit amet commodo magna eros quis urna.</a:t>
            </a:r>
          </a:p>
          <a:p>
            <a:endParaRPr lang="id-ID" sz="2000" dirty="0">
              <a:solidFill>
                <a:schemeClr val="bg1"/>
              </a:solidFill>
              <a:ea typeface="Dela Gothic One" panose="00000500000000000000" pitchFamily="2" charset="-128"/>
            </a:endParaRPr>
          </a:p>
          <a:p>
            <a:r>
              <a:rPr lang="id-ID" sz="2000" dirty="0">
                <a:solidFill>
                  <a:schemeClr val="bg1"/>
                </a:solidFill>
                <a:ea typeface="Dela Gothic One" panose="00000500000000000000" pitchFamily="2" charset="-128"/>
              </a:rPr>
              <a:t>Lorem ipsum dolor sit amet, consectetuer adipiscing elit. Maecenas porttitor congue massa. Fusce posuere, magna sed pulvinar ultricies, purus lectus malesuada libero, sit amet commodo magna eros quis urna.Nunc viverra imperdiet enim. Fusce est. Vivamus a tellus.Pellentesque habitant morbi tristique senectus et netus et malesuada fames ac turpis egestas. Proin pharetra nonummy pede. Mauris et orci.</a:t>
            </a:r>
          </a:p>
        </p:txBody>
      </p:sp>
      <p:sp>
        <p:nvSpPr>
          <p:cNvPr id="22" name="TextBox 21">
            <a:extLst>
              <a:ext uri="{FF2B5EF4-FFF2-40B4-BE49-F238E27FC236}">
                <a16:creationId xmlns:a16="http://schemas.microsoft.com/office/drawing/2014/main" id="{4AE41630-DB19-9A32-A2AC-0478A6B22731}"/>
              </a:ext>
            </a:extLst>
          </p:cNvPr>
          <p:cNvSpPr txBox="1"/>
          <p:nvPr/>
        </p:nvSpPr>
        <p:spPr>
          <a:xfrm>
            <a:off x="623888" y="6453188"/>
            <a:ext cx="508000" cy="229935"/>
          </a:xfrm>
          <a:prstGeom prst="rect">
            <a:avLst/>
          </a:prstGeom>
          <a:noFill/>
        </p:spPr>
        <p:txBody>
          <a:bodyPr wrap="square" anchor="ctr">
            <a:spAutoFit/>
          </a:bodyPr>
          <a:lstStyle/>
          <a:p>
            <a:pPr>
              <a:lnSpc>
                <a:spcPct val="70000"/>
              </a:lnSpc>
            </a:pPr>
            <a:fld id="{035EC6E4-7EAF-4AB3-9851-E6447B90715C}" type="slidenum">
              <a:rPr lang="en-ID" sz="1200" smtClean="0">
                <a:solidFill>
                  <a:schemeClr val="bg1"/>
                </a:solidFill>
              </a:rPr>
              <a:pPr>
                <a:lnSpc>
                  <a:spcPct val="70000"/>
                </a:lnSpc>
              </a:pPr>
              <a:t>11</a:t>
            </a:fld>
            <a:endParaRPr lang="en-ID" sz="1200" dirty="0">
              <a:solidFill>
                <a:schemeClr val="bg1"/>
              </a:solidFill>
            </a:endParaRPr>
          </a:p>
        </p:txBody>
      </p:sp>
    </p:spTree>
    <p:extLst>
      <p:ext uri="{BB962C8B-B14F-4D97-AF65-F5344CB8AC3E}">
        <p14:creationId xmlns:p14="http://schemas.microsoft.com/office/powerpoint/2010/main" val="484888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81D37C2-680F-0D4D-7CEE-02B7B64068CC}"/>
              </a:ext>
            </a:extLst>
          </p:cNvPr>
          <p:cNvSpPr txBox="1"/>
          <p:nvPr/>
        </p:nvSpPr>
        <p:spPr>
          <a:xfrm>
            <a:off x="623888" y="6453188"/>
            <a:ext cx="508000" cy="229935"/>
          </a:xfrm>
          <a:prstGeom prst="rect">
            <a:avLst/>
          </a:prstGeom>
          <a:noFill/>
        </p:spPr>
        <p:txBody>
          <a:bodyPr wrap="square" anchor="ctr">
            <a:spAutoFit/>
          </a:bodyPr>
          <a:lstStyle/>
          <a:p>
            <a:pPr>
              <a:lnSpc>
                <a:spcPct val="70000"/>
              </a:lnSpc>
            </a:pPr>
            <a:fld id="{035EC6E4-7EAF-4AB3-9851-E6447B90715C}" type="slidenum">
              <a:rPr lang="en-ID" sz="1200" smtClean="0">
                <a:solidFill>
                  <a:schemeClr val="bg1"/>
                </a:solidFill>
              </a:rPr>
              <a:pPr>
                <a:lnSpc>
                  <a:spcPct val="70000"/>
                </a:lnSpc>
              </a:pPr>
              <a:t>12</a:t>
            </a:fld>
            <a:endParaRPr lang="en-ID" sz="1200" dirty="0">
              <a:solidFill>
                <a:schemeClr val="bg1"/>
              </a:solidFill>
            </a:endParaRPr>
          </a:p>
        </p:txBody>
      </p:sp>
      <p:sp>
        <p:nvSpPr>
          <p:cNvPr id="6" name="Text Placeholder 5">
            <a:extLst>
              <a:ext uri="{FF2B5EF4-FFF2-40B4-BE49-F238E27FC236}">
                <a16:creationId xmlns:a16="http://schemas.microsoft.com/office/drawing/2014/main" id="{CA929A30-4218-C656-C8B3-58E8972C7360}"/>
              </a:ext>
            </a:extLst>
          </p:cNvPr>
          <p:cNvSpPr>
            <a:spLocks noGrp="1"/>
          </p:cNvSpPr>
          <p:nvPr>
            <p:ph type="body" sz="quarter" idx="11"/>
          </p:nvPr>
        </p:nvSpPr>
        <p:spPr/>
        <p:txBody>
          <a:bodyPr/>
          <a:lstStyle/>
          <a:p>
            <a:r>
              <a:rPr lang="en-US" dirty="0"/>
              <a:t>Lorem ipsum dolor sit amet, consectetuer adipiscing elit. Maecenas porttitor congue massa. Fusce posuere, magna sed pulvinar ultricies, purus lectus malesuada libero, sit amet commodo magna eros quis </a:t>
            </a:r>
            <a:r>
              <a:rPr lang="en-US" dirty="0" err="1"/>
              <a:t>urna</a:t>
            </a:r>
            <a:r>
              <a:rPr lang="en-US" dirty="0"/>
              <a:t>. Nunc viverra imperdiet enim. Fusce est. Vivamus a tellus.</a:t>
            </a:r>
          </a:p>
          <a:p>
            <a:endParaRPr lang="en-US" dirty="0"/>
          </a:p>
          <a:p>
            <a:r>
              <a:rPr lang="en-US" dirty="0"/>
              <a:t>Pellentesque habitant morbi tristique senectus et netus et malesuada fames ac turpis egestas. Proin pharetra nonummy pede. Mauris et orci.</a:t>
            </a:r>
          </a:p>
          <a:p>
            <a:endParaRPr lang="en-US" dirty="0"/>
          </a:p>
        </p:txBody>
      </p:sp>
      <p:sp>
        <p:nvSpPr>
          <p:cNvPr id="4" name="Text Placeholder 3">
            <a:extLst>
              <a:ext uri="{FF2B5EF4-FFF2-40B4-BE49-F238E27FC236}">
                <a16:creationId xmlns:a16="http://schemas.microsoft.com/office/drawing/2014/main" id="{14529DD7-E20E-4E31-28B3-9A3D0BADFD2D}"/>
              </a:ext>
            </a:extLst>
          </p:cNvPr>
          <p:cNvSpPr>
            <a:spLocks noGrp="1"/>
          </p:cNvSpPr>
          <p:nvPr>
            <p:ph type="body" sz="quarter" idx="10"/>
          </p:nvPr>
        </p:nvSpPr>
        <p:spPr/>
        <p:txBody>
          <a:bodyPr/>
          <a:lstStyle/>
          <a:p>
            <a:r>
              <a:rPr lang="en-US" dirty="0"/>
              <a:t>Page Title </a:t>
            </a:r>
          </a:p>
          <a:p>
            <a:r>
              <a:rPr lang="en-US" dirty="0"/>
              <a:t>Goes Here</a:t>
            </a:r>
          </a:p>
        </p:txBody>
      </p:sp>
    </p:spTree>
    <p:extLst>
      <p:ext uri="{BB962C8B-B14F-4D97-AF65-F5344CB8AC3E}">
        <p14:creationId xmlns:p14="http://schemas.microsoft.com/office/powerpoint/2010/main" val="3449467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E20B840-D6D1-0865-E7A0-A636DD652DEE}"/>
              </a:ext>
            </a:extLst>
          </p:cNvPr>
          <p:cNvGrpSpPr/>
          <p:nvPr/>
        </p:nvGrpSpPr>
        <p:grpSpPr>
          <a:xfrm>
            <a:off x="683217" y="636150"/>
            <a:ext cx="5830353" cy="2632422"/>
            <a:chOff x="623887" y="709844"/>
            <a:chExt cx="5830353" cy="2632422"/>
          </a:xfrm>
        </p:grpSpPr>
        <p:sp>
          <p:nvSpPr>
            <p:cNvPr id="3" name="TextBox 2">
              <a:extLst>
                <a:ext uri="{FF2B5EF4-FFF2-40B4-BE49-F238E27FC236}">
                  <a16:creationId xmlns:a16="http://schemas.microsoft.com/office/drawing/2014/main" id="{4F47A58C-1274-245C-FBF2-C8BC4074E008}"/>
                </a:ext>
              </a:extLst>
            </p:cNvPr>
            <p:cNvSpPr txBox="1"/>
            <p:nvPr/>
          </p:nvSpPr>
          <p:spPr>
            <a:xfrm>
              <a:off x="623887" y="709844"/>
              <a:ext cx="5830353" cy="1463478"/>
            </a:xfrm>
            <a:prstGeom prst="rect">
              <a:avLst/>
            </a:prstGeom>
            <a:noFill/>
          </p:spPr>
          <p:txBody>
            <a:bodyPr wrap="square" rtlCol="0">
              <a:spAutoFit/>
            </a:bodyPr>
            <a:lstStyle>
              <a:defPPr>
                <a:defRPr lang="en-US"/>
              </a:defPPr>
              <a:lvl1pPr algn="ctr">
                <a:lnSpc>
                  <a:spcPct val="80000"/>
                </a:lnSpc>
                <a:defRPr sz="5400">
                  <a:latin typeface="+mj-lt"/>
                  <a:ea typeface="Dela Gothic One" panose="00000500000000000000" pitchFamily="2" charset="-128"/>
                </a:defRPr>
              </a:lvl1pPr>
            </a:lstStyle>
            <a:p>
              <a:pPr algn="l"/>
              <a:r>
                <a:rPr lang="en-US" dirty="0">
                  <a:solidFill>
                    <a:schemeClr val="tx1">
                      <a:lumMod val="85000"/>
                      <a:lumOff val="15000"/>
                    </a:schemeClr>
                  </a:solidFill>
                </a:rPr>
                <a:t>Drive Sales with </a:t>
              </a:r>
              <a:r>
                <a:rPr lang="en-US" dirty="0">
                  <a:solidFill>
                    <a:srgbClr val="9D4444"/>
                  </a:solidFill>
                </a:rPr>
                <a:t>Smarter Data </a:t>
              </a:r>
            </a:p>
          </p:txBody>
        </p:sp>
        <p:sp>
          <p:nvSpPr>
            <p:cNvPr id="4" name="TextBox 3">
              <a:extLst>
                <a:ext uri="{FF2B5EF4-FFF2-40B4-BE49-F238E27FC236}">
                  <a16:creationId xmlns:a16="http://schemas.microsoft.com/office/drawing/2014/main" id="{9B86813B-A908-FF77-23B5-22CBC59E7756}"/>
                </a:ext>
              </a:extLst>
            </p:cNvPr>
            <p:cNvSpPr txBox="1"/>
            <p:nvPr/>
          </p:nvSpPr>
          <p:spPr>
            <a:xfrm>
              <a:off x="623888" y="2326603"/>
              <a:ext cx="5472492" cy="1015663"/>
            </a:xfrm>
            <a:prstGeom prst="rect">
              <a:avLst/>
            </a:prstGeom>
            <a:noFill/>
          </p:spPr>
          <p:txBody>
            <a:bodyPr wrap="square" rtlCol="0">
              <a:spAutoFit/>
            </a:bodyPr>
            <a:lstStyle/>
            <a:p>
              <a:r>
                <a:rPr lang="id-ID" sz="2000" dirty="0">
                  <a:solidFill>
                    <a:schemeClr val="tx1">
                      <a:lumMod val="75000"/>
                      <a:lumOff val="25000"/>
                    </a:schemeClr>
                  </a:solidFill>
                  <a:ea typeface="Dela Gothic One" panose="00000500000000000000" pitchFamily="2" charset="-128"/>
                </a:rPr>
                <a:t>Lorem ipsum dolor sit amet, consectetuer adipiscing elit. Maecenas porttitor congue massa. Fusce posuere, </a:t>
              </a:r>
              <a:endParaRPr lang="en-ID" sz="2000" dirty="0">
                <a:solidFill>
                  <a:schemeClr val="tx1">
                    <a:lumMod val="75000"/>
                    <a:lumOff val="25000"/>
                  </a:schemeClr>
                </a:solidFill>
                <a:ea typeface="Dela Gothic One" panose="00000500000000000000" pitchFamily="2" charset="-128"/>
              </a:endParaRPr>
            </a:p>
          </p:txBody>
        </p:sp>
      </p:grpSp>
      <p:sp>
        <p:nvSpPr>
          <p:cNvPr id="7" name="Rectangle 6">
            <a:extLst>
              <a:ext uri="{FF2B5EF4-FFF2-40B4-BE49-F238E27FC236}">
                <a16:creationId xmlns:a16="http://schemas.microsoft.com/office/drawing/2014/main" id="{EC05A981-28A3-13BC-D400-4F7EF6B7D5DB}"/>
              </a:ext>
            </a:extLst>
          </p:cNvPr>
          <p:cNvSpPr/>
          <p:nvPr/>
        </p:nvSpPr>
        <p:spPr>
          <a:xfrm>
            <a:off x="650398" y="3613150"/>
            <a:ext cx="2468654" cy="2565400"/>
          </a:xfrm>
          <a:prstGeom prst="rect">
            <a:avLst/>
          </a:prstGeom>
          <a:solidFill>
            <a:srgbClr val="9D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Rectangle 7">
            <a:extLst>
              <a:ext uri="{FF2B5EF4-FFF2-40B4-BE49-F238E27FC236}">
                <a16:creationId xmlns:a16="http://schemas.microsoft.com/office/drawing/2014/main" id="{81BDE879-E3A3-A1D9-1379-D3FC91291370}"/>
              </a:ext>
            </a:extLst>
          </p:cNvPr>
          <p:cNvSpPr/>
          <p:nvPr/>
        </p:nvSpPr>
        <p:spPr>
          <a:xfrm>
            <a:off x="3565032" y="3613150"/>
            <a:ext cx="2468654" cy="2565400"/>
          </a:xfrm>
          <a:prstGeom prst="rect">
            <a:avLst/>
          </a:prstGeom>
          <a:solidFill>
            <a:srgbClr val="9D44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aphicFrame>
        <p:nvGraphicFramePr>
          <p:cNvPr id="9" name="Chart 8">
            <a:extLst>
              <a:ext uri="{FF2B5EF4-FFF2-40B4-BE49-F238E27FC236}">
                <a16:creationId xmlns:a16="http://schemas.microsoft.com/office/drawing/2014/main" id="{1E2457D7-C9DB-EF2D-6FA7-C91E7238FEDA}"/>
              </a:ext>
            </a:extLst>
          </p:cNvPr>
          <p:cNvGraphicFramePr/>
          <p:nvPr>
            <p:extLst>
              <p:ext uri="{D42A27DB-BD31-4B8C-83A1-F6EECF244321}">
                <p14:modId xmlns:p14="http://schemas.microsoft.com/office/powerpoint/2010/main" val="3217305098"/>
              </p:ext>
            </p:extLst>
          </p:nvPr>
        </p:nvGraphicFramePr>
        <p:xfrm>
          <a:off x="6699406" y="4146056"/>
          <a:ext cx="4803355" cy="2127744"/>
        </p:xfrm>
        <a:graphic>
          <a:graphicData uri="http://schemas.openxmlformats.org/drawingml/2006/chart">
            <c:chart xmlns:c="http://schemas.openxmlformats.org/drawingml/2006/chart" xmlns:r="http://schemas.openxmlformats.org/officeDocument/2006/relationships" r:id="rId2"/>
          </a:graphicData>
        </a:graphic>
      </p:graphicFrame>
      <p:sp>
        <p:nvSpPr>
          <p:cNvPr id="21" name="TextBox 20">
            <a:extLst>
              <a:ext uri="{FF2B5EF4-FFF2-40B4-BE49-F238E27FC236}">
                <a16:creationId xmlns:a16="http://schemas.microsoft.com/office/drawing/2014/main" id="{DEAA909B-C58A-E852-630D-EA46396AAE99}"/>
              </a:ext>
            </a:extLst>
          </p:cNvPr>
          <p:cNvSpPr txBox="1"/>
          <p:nvPr/>
        </p:nvSpPr>
        <p:spPr>
          <a:xfrm>
            <a:off x="6742564" y="3613151"/>
            <a:ext cx="2346497" cy="461665"/>
          </a:xfrm>
          <a:prstGeom prst="rect">
            <a:avLst/>
          </a:prstGeom>
          <a:noFill/>
        </p:spPr>
        <p:txBody>
          <a:bodyPr wrap="square" rtlCol="0">
            <a:spAutoFit/>
          </a:bodyPr>
          <a:lstStyle/>
          <a:p>
            <a:r>
              <a:rPr lang="id-ID" sz="2400" dirty="0">
                <a:solidFill>
                  <a:schemeClr val="tx1">
                    <a:lumMod val="85000"/>
                    <a:lumOff val="15000"/>
                  </a:schemeClr>
                </a:solidFill>
                <a:latin typeface="+mj-lt"/>
                <a:ea typeface="Dela Gothic One" panose="00000500000000000000" pitchFamily="2" charset="-128"/>
              </a:rPr>
              <a:t>Bar Chart </a:t>
            </a:r>
            <a:endParaRPr lang="en-ID" sz="2400" dirty="0">
              <a:solidFill>
                <a:schemeClr val="tx1">
                  <a:lumMod val="85000"/>
                  <a:lumOff val="15000"/>
                </a:schemeClr>
              </a:solidFill>
              <a:latin typeface="+mj-lt"/>
              <a:ea typeface="Dela Gothic One" panose="00000500000000000000" pitchFamily="2" charset="-128"/>
            </a:endParaRPr>
          </a:p>
        </p:txBody>
      </p:sp>
      <p:sp>
        <p:nvSpPr>
          <p:cNvPr id="26" name="TextBox 25">
            <a:extLst>
              <a:ext uri="{FF2B5EF4-FFF2-40B4-BE49-F238E27FC236}">
                <a16:creationId xmlns:a16="http://schemas.microsoft.com/office/drawing/2014/main" id="{A05C6852-7C00-0C4B-B83F-6C70D68D3183}"/>
              </a:ext>
            </a:extLst>
          </p:cNvPr>
          <p:cNvSpPr txBox="1"/>
          <p:nvPr/>
        </p:nvSpPr>
        <p:spPr>
          <a:xfrm>
            <a:off x="827701" y="4434185"/>
            <a:ext cx="1624167" cy="461665"/>
          </a:xfrm>
          <a:prstGeom prst="rect">
            <a:avLst/>
          </a:prstGeom>
          <a:noFill/>
        </p:spPr>
        <p:txBody>
          <a:bodyPr wrap="square" rtlCol="0">
            <a:spAutoFit/>
          </a:bodyPr>
          <a:lstStyle/>
          <a:p>
            <a:r>
              <a:rPr lang="id-ID" sz="2400" dirty="0">
                <a:solidFill>
                  <a:schemeClr val="bg1"/>
                </a:solidFill>
                <a:latin typeface="+mj-lt"/>
                <a:ea typeface="Dela Gothic One" panose="00000500000000000000" pitchFamily="2" charset="-128"/>
              </a:rPr>
              <a:t>Data A</a:t>
            </a:r>
            <a:endParaRPr lang="en-ID" sz="2400" dirty="0">
              <a:solidFill>
                <a:schemeClr val="bg1"/>
              </a:solidFill>
              <a:latin typeface="+mj-lt"/>
              <a:ea typeface="Dela Gothic One" panose="00000500000000000000" pitchFamily="2" charset="-128"/>
            </a:endParaRPr>
          </a:p>
        </p:txBody>
      </p:sp>
      <p:sp>
        <p:nvSpPr>
          <p:cNvPr id="27" name="TextBox 26">
            <a:extLst>
              <a:ext uri="{FF2B5EF4-FFF2-40B4-BE49-F238E27FC236}">
                <a16:creationId xmlns:a16="http://schemas.microsoft.com/office/drawing/2014/main" id="{892E5563-F900-7CC4-20BF-82005D2044BC}"/>
              </a:ext>
            </a:extLst>
          </p:cNvPr>
          <p:cNvSpPr txBox="1"/>
          <p:nvPr/>
        </p:nvSpPr>
        <p:spPr>
          <a:xfrm>
            <a:off x="3767084" y="4434185"/>
            <a:ext cx="1221247" cy="461665"/>
          </a:xfrm>
          <a:prstGeom prst="rect">
            <a:avLst/>
          </a:prstGeom>
          <a:noFill/>
        </p:spPr>
        <p:txBody>
          <a:bodyPr wrap="square" rtlCol="0">
            <a:spAutoFit/>
          </a:bodyPr>
          <a:lstStyle/>
          <a:p>
            <a:r>
              <a:rPr lang="id-ID" sz="2400" dirty="0">
                <a:solidFill>
                  <a:schemeClr val="bg1"/>
                </a:solidFill>
                <a:latin typeface="+mj-lt"/>
                <a:ea typeface="Dela Gothic One" panose="00000500000000000000" pitchFamily="2" charset="-128"/>
              </a:rPr>
              <a:t>Data B</a:t>
            </a:r>
            <a:endParaRPr lang="en-ID" sz="2400" dirty="0">
              <a:solidFill>
                <a:schemeClr val="bg1"/>
              </a:solidFill>
              <a:latin typeface="+mj-lt"/>
              <a:ea typeface="Dela Gothic One" panose="00000500000000000000" pitchFamily="2" charset="-128"/>
            </a:endParaRPr>
          </a:p>
        </p:txBody>
      </p:sp>
      <p:sp>
        <p:nvSpPr>
          <p:cNvPr id="28" name="TextBox 27">
            <a:extLst>
              <a:ext uri="{FF2B5EF4-FFF2-40B4-BE49-F238E27FC236}">
                <a16:creationId xmlns:a16="http://schemas.microsoft.com/office/drawing/2014/main" id="{1F8E8CC5-F581-DD10-93B2-DB11D9E9065A}"/>
              </a:ext>
            </a:extLst>
          </p:cNvPr>
          <p:cNvSpPr txBox="1"/>
          <p:nvPr/>
        </p:nvSpPr>
        <p:spPr>
          <a:xfrm>
            <a:off x="809352" y="5049172"/>
            <a:ext cx="2252345" cy="769441"/>
          </a:xfrm>
          <a:prstGeom prst="rect">
            <a:avLst/>
          </a:prstGeom>
          <a:noFill/>
        </p:spPr>
        <p:txBody>
          <a:bodyPr wrap="square" rtlCol="0">
            <a:spAutoFit/>
          </a:bodyPr>
          <a:lstStyle/>
          <a:p>
            <a:r>
              <a:rPr lang="id-ID" sz="4400" dirty="0">
                <a:solidFill>
                  <a:schemeClr val="bg1"/>
                </a:solidFill>
                <a:latin typeface="+mj-lt"/>
                <a:ea typeface="Dela Gothic One" panose="00000500000000000000" pitchFamily="2" charset="-128"/>
              </a:rPr>
              <a:t>$10.00</a:t>
            </a:r>
            <a:endParaRPr lang="en-ID" sz="4400" dirty="0">
              <a:solidFill>
                <a:schemeClr val="bg1"/>
              </a:solidFill>
              <a:latin typeface="+mj-lt"/>
              <a:ea typeface="Dela Gothic One" panose="00000500000000000000" pitchFamily="2" charset="-128"/>
            </a:endParaRPr>
          </a:p>
        </p:txBody>
      </p:sp>
      <p:sp>
        <p:nvSpPr>
          <p:cNvPr id="29" name="TextBox 28">
            <a:extLst>
              <a:ext uri="{FF2B5EF4-FFF2-40B4-BE49-F238E27FC236}">
                <a16:creationId xmlns:a16="http://schemas.microsoft.com/office/drawing/2014/main" id="{8D177718-DB6A-9077-10A0-C6A7226A10A2}"/>
              </a:ext>
            </a:extLst>
          </p:cNvPr>
          <p:cNvSpPr txBox="1"/>
          <p:nvPr/>
        </p:nvSpPr>
        <p:spPr>
          <a:xfrm>
            <a:off x="3720431" y="5047080"/>
            <a:ext cx="2002345" cy="769441"/>
          </a:xfrm>
          <a:prstGeom prst="rect">
            <a:avLst/>
          </a:prstGeom>
          <a:noFill/>
        </p:spPr>
        <p:txBody>
          <a:bodyPr wrap="square" rtlCol="0">
            <a:spAutoFit/>
          </a:bodyPr>
          <a:lstStyle/>
          <a:p>
            <a:r>
              <a:rPr lang="id-ID" sz="4400" dirty="0">
                <a:solidFill>
                  <a:schemeClr val="bg1"/>
                </a:solidFill>
                <a:latin typeface="+mj-lt"/>
                <a:ea typeface="Dela Gothic One" panose="00000500000000000000" pitchFamily="2" charset="-128"/>
              </a:rPr>
              <a:t>$8.00</a:t>
            </a:r>
            <a:endParaRPr lang="en-ID" sz="4400" dirty="0">
              <a:solidFill>
                <a:schemeClr val="bg1"/>
              </a:solidFill>
              <a:latin typeface="+mj-lt"/>
              <a:ea typeface="Dela Gothic One" panose="00000500000000000000" pitchFamily="2" charset="-128"/>
            </a:endParaRPr>
          </a:p>
        </p:txBody>
      </p:sp>
    </p:spTree>
    <p:extLst>
      <p:ext uri="{BB962C8B-B14F-4D97-AF65-F5344CB8AC3E}">
        <p14:creationId xmlns:p14="http://schemas.microsoft.com/office/powerpoint/2010/main" val="2281046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5028A-F48C-C85F-0213-8145CED4663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DEC42B7-2F1E-FEF1-4A20-788FCC167B9F}"/>
              </a:ext>
            </a:extLst>
          </p:cNvPr>
          <p:cNvSpPr txBox="1"/>
          <p:nvPr/>
        </p:nvSpPr>
        <p:spPr>
          <a:xfrm>
            <a:off x="6451189" y="2102166"/>
            <a:ext cx="4959761" cy="406265"/>
          </a:xfrm>
          <a:prstGeom prst="rect">
            <a:avLst/>
          </a:prstGeom>
          <a:noFill/>
        </p:spPr>
        <p:txBody>
          <a:bodyPr wrap="square" rtlCol="0">
            <a:spAutoFit/>
          </a:bodyPr>
          <a:lstStyle/>
          <a:p>
            <a:pPr>
              <a:lnSpc>
                <a:spcPct val="80000"/>
              </a:lnSpc>
            </a:pPr>
            <a:r>
              <a:rPr lang="id-ID" sz="2400" dirty="0">
                <a:solidFill>
                  <a:schemeClr val="bg1"/>
                </a:solidFill>
                <a:latin typeface="+mj-lt"/>
                <a:ea typeface="Dela Gothic One" panose="00000500000000000000" pitchFamily="2" charset="-128"/>
              </a:rPr>
              <a:t>Real Customers, Real Stories</a:t>
            </a:r>
            <a:endParaRPr lang="en-ID" sz="2400" dirty="0">
              <a:solidFill>
                <a:schemeClr val="bg1"/>
              </a:solidFill>
              <a:latin typeface="+mj-lt"/>
              <a:ea typeface="Dela Gothic One" panose="00000500000000000000" pitchFamily="2" charset="-128"/>
            </a:endParaRPr>
          </a:p>
        </p:txBody>
      </p:sp>
      <p:sp>
        <p:nvSpPr>
          <p:cNvPr id="6" name="Rectangle 5">
            <a:extLst>
              <a:ext uri="{FF2B5EF4-FFF2-40B4-BE49-F238E27FC236}">
                <a16:creationId xmlns:a16="http://schemas.microsoft.com/office/drawing/2014/main" id="{C2BFEC58-A686-41CF-23C9-043DE2D1FE5E}"/>
              </a:ext>
            </a:extLst>
          </p:cNvPr>
          <p:cNvSpPr/>
          <p:nvPr/>
        </p:nvSpPr>
        <p:spPr>
          <a:xfrm>
            <a:off x="6451189" y="2608307"/>
            <a:ext cx="4769261" cy="688462"/>
          </a:xfrm>
          <a:prstGeom prst="rect">
            <a:avLst/>
          </a:prstGeom>
          <a:solidFill>
            <a:schemeClr val="bg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a16="http://schemas.microsoft.com/office/drawing/2014/main" id="{30B513E6-8519-1EBE-0FC6-FF68EDF6DD81}"/>
              </a:ext>
            </a:extLst>
          </p:cNvPr>
          <p:cNvSpPr/>
          <p:nvPr/>
        </p:nvSpPr>
        <p:spPr>
          <a:xfrm>
            <a:off x="6451189" y="3432476"/>
            <a:ext cx="4769261" cy="688462"/>
          </a:xfrm>
          <a:prstGeom prst="rect">
            <a:avLst/>
          </a:prstGeom>
          <a:solidFill>
            <a:schemeClr val="bg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Rectangle 7">
            <a:extLst>
              <a:ext uri="{FF2B5EF4-FFF2-40B4-BE49-F238E27FC236}">
                <a16:creationId xmlns:a16="http://schemas.microsoft.com/office/drawing/2014/main" id="{34486EF9-59FF-B08E-3DEC-1CD2325FDEF5}"/>
              </a:ext>
            </a:extLst>
          </p:cNvPr>
          <p:cNvSpPr/>
          <p:nvPr/>
        </p:nvSpPr>
        <p:spPr>
          <a:xfrm>
            <a:off x="6451189" y="4256645"/>
            <a:ext cx="4769261" cy="688462"/>
          </a:xfrm>
          <a:prstGeom prst="rect">
            <a:avLst/>
          </a:prstGeom>
          <a:solidFill>
            <a:schemeClr val="bg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 name="Rectangle 8">
            <a:extLst>
              <a:ext uri="{FF2B5EF4-FFF2-40B4-BE49-F238E27FC236}">
                <a16:creationId xmlns:a16="http://schemas.microsoft.com/office/drawing/2014/main" id="{57D16DE8-38CD-CAEB-ADC3-EABEC4223621}"/>
              </a:ext>
            </a:extLst>
          </p:cNvPr>
          <p:cNvSpPr/>
          <p:nvPr/>
        </p:nvSpPr>
        <p:spPr>
          <a:xfrm>
            <a:off x="6451189" y="5080815"/>
            <a:ext cx="4769261" cy="688462"/>
          </a:xfrm>
          <a:prstGeom prst="rect">
            <a:avLst/>
          </a:prstGeom>
          <a:solidFill>
            <a:schemeClr val="bg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 name="TextBox 9">
            <a:extLst>
              <a:ext uri="{FF2B5EF4-FFF2-40B4-BE49-F238E27FC236}">
                <a16:creationId xmlns:a16="http://schemas.microsoft.com/office/drawing/2014/main" id="{4B4EFD52-0459-50AD-201C-9582BF4014D9}"/>
              </a:ext>
            </a:extLst>
          </p:cNvPr>
          <p:cNvSpPr txBox="1"/>
          <p:nvPr/>
        </p:nvSpPr>
        <p:spPr>
          <a:xfrm>
            <a:off x="6641689" y="2901094"/>
            <a:ext cx="1979797" cy="301621"/>
          </a:xfrm>
          <a:prstGeom prst="rect">
            <a:avLst/>
          </a:prstGeom>
          <a:noFill/>
        </p:spPr>
        <p:txBody>
          <a:bodyPr wrap="square" rtlCol="0" anchor="ctr">
            <a:spAutoFit/>
          </a:bodyPr>
          <a:lstStyle/>
          <a:p>
            <a:pPr>
              <a:lnSpc>
                <a:spcPct val="80000"/>
              </a:lnSpc>
            </a:pPr>
            <a:r>
              <a:rPr lang="id-ID" sz="1600" dirty="0">
                <a:solidFill>
                  <a:schemeClr val="bg1"/>
                </a:solidFill>
                <a:latin typeface="+mj-lt"/>
                <a:ea typeface="Dela Gothic One" panose="00000500000000000000" pitchFamily="2" charset="-128"/>
              </a:rPr>
              <a:t>Document </a:t>
            </a:r>
            <a:endParaRPr lang="en-ID" sz="1600" dirty="0">
              <a:solidFill>
                <a:schemeClr val="bg1"/>
              </a:solidFill>
              <a:latin typeface="+mj-lt"/>
              <a:ea typeface="Dela Gothic One" panose="00000500000000000000" pitchFamily="2" charset="-128"/>
            </a:endParaRPr>
          </a:p>
        </p:txBody>
      </p:sp>
      <p:sp>
        <p:nvSpPr>
          <p:cNvPr id="11" name="TextBox 10">
            <a:extLst>
              <a:ext uri="{FF2B5EF4-FFF2-40B4-BE49-F238E27FC236}">
                <a16:creationId xmlns:a16="http://schemas.microsoft.com/office/drawing/2014/main" id="{286A2BC1-D0E5-C6EB-C36B-E3A30C111229}"/>
              </a:ext>
            </a:extLst>
          </p:cNvPr>
          <p:cNvSpPr txBox="1"/>
          <p:nvPr/>
        </p:nvSpPr>
        <p:spPr>
          <a:xfrm>
            <a:off x="9722028" y="2901094"/>
            <a:ext cx="1346611" cy="301621"/>
          </a:xfrm>
          <a:prstGeom prst="rect">
            <a:avLst/>
          </a:prstGeom>
          <a:noFill/>
        </p:spPr>
        <p:txBody>
          <a:bodyPr wrap="square" rtlCol="0" anchor="ctr">
            <a:spAutoFit/>
          </a:bodyPr>
          <a:lstStyle/>
          <a:p>
            <a:pPr algn="r">
              <a:lnSpc>
                <a:spcPct val="80000"/>
              </a:lnSpc>
            </a:pPr>
            <a:r>
              <a:rPr lang="id-ID" sz="1600" dirty="0">
                <a:solidFill>
                  <a:schemeClr val="bg1"/>
                </a:solidFill>
                <a:latin typeface="+mj-lt"/>
                <a:ea typeface="Dela Gothic One" panose="00000500000000000000" pitchFamily="2" charset="-128"/>
              </a:rPr>
              <a:t>10$</a:t>
            </a:r>
            <a:endParaRPr lang="en-ID" sz="1600" dirty="0">
              <a:solidFill>
                <a:schemeClr val="bg1"/>
              </a:solidFill>
              <a:latin typeface="+mj-lt"/>
              <a:ea typeface="Dela Gothic One" panose="00000500000000000000" pitchFamily="2" charset="-128"/>
            </a:endParaRPr>
          </a:p>
        </p:txBody>
      </p:sp>
      <p:sp>
        <p:nvSpPr>
          <p:cNvPr id="12" name="TextBox 11">
            <a:extLst>
              <a:ext uri="{FF2B5EF4-FFF2-40B4-BE49-F238E27FC236}">
                <a16:creationId xmlns:a16="http://schemas.microsoft.com/office/drawing/2014/main" id="{79DDAE01-6554-2982-37E9-43B87FB862D3}"/>
              </a:ext>
            </a:extLst>
          </p:cNvPr>
          <p:cNvSpPr txBox="1"/>
          <p:nvPr/>
        </p:nvSpPr>
        <p:spPr>
          <a:xfrm>
            <a:off x="6641689" y="3720284"/>
            <a:ext cx="1346611" cy="301621"/>
          </a:xfrm>
          <a:prstGeom prst="rect">
            <a:avLst/>
          </a:prstGeom>
          <a:noFill/>
        </p:spPr>
        <p:txBody>
          <a:bodyPr wrap="square" rtlCol="0" anchor="ctr">
            <a:spAutoFit/>
          </a:bodyPr>
          <a:lstStyle/>
          <a:p>
            <a:pPr>
              <a:lnSpc>
                <a:spcPct val="80000"/>
              </a:lnSpc>
            </a:pPr>
            <a:r>
              <a:rPr lang="id-ID" sz="1600" dirty="0">
                <a:solidFill>
                  <a:schemeClr val="bg1"/>
                </a:solidFill>
                <a:latin typeface="+mj-lt"/>
                <a:ea typeface="Dela Gothic One" panose="00000500000000000000" pitchFamily="2" charset="-128"/>
              </a:rPr>
              <a:t>Vanue </a:t>
            </a:r>
            <a:endParaRPr lang="en-ID" sz="1600" dirty="0">
              <a:solidFill>
                <a:schemeClr val="bg1"/>
              </a:solidFill>
              <a:latin typeface="+mj-lt"/>
              <a:ea typeface="Dela Gothic One" panose="00000500000000000000" pitchFamily="2" charset="-128"/>
            </a:endParaRPr>
          </a:p>
        </p:txBody>
      </p:sp>
      <p:sp>
        <p:nvSpPr>
          <p:cNvPr id="13" name="TextBox 12">
            <a:extLst>
              <a:ext uri="{FF2B5EF4-FFF2-40B4-BE49-F238E27FC236}">
                <a16:creationId xmlns:a16="http://schemas.microsoft.com/office/drawing/2014/main" id="{7A12F9FA-D456-8B98-ED78-37709A25000D}"/>
              </a:ext>
            </a:extLst>
          </p:cNvPr>
          <p:cNvSpPr txBox="1"/>
          <p:nvPr/>
        </p:nvSpPr>
        <p:spPr>
          <a:xfrm>
            <a:off x="9722028" y="3720284"/>
            <a:ext cx="1346611" cy="301621"/>
          </a:xfrm>
          <a:prstGeom prst="rect">
            <a:avLst/>
          </a:prstGeom>
          <a:noFill/>
        </p:spPr>
        <p:txBody>
          <a:bodyPr wrap="square" rtlCol="0" anchor="ctr">
            <a:spAutoFit/>
          </a:bodyPr>
          <a:lstStyle/>
          <a:p>
            <a:pPr algn="r">
              <a:lnSpc>
                <a:spcPct val="80000"/>
              </a:lnSpc>
            </a:pPr>
            <a:r>
              <a:rPr lang="id-ID" sz="1600" dirty="0">
                <a:solidFill>
                  <a:schemeClr val="bg1"/>
                </a:solidFill>
                <a:latin typeface="+mj-lt"/>
                <a:ea typeface="Dela Gothic One" panose="00000500000000000000" pitchFamily="2" charset="-128"/>
              </a:rPr>
              <a:t>87$</a:t>
            </a:r>
            <a:endParaRPr lang="en-ID" sz="1600" dirty="0">
              <a:solidFill>
                <a:schemeClr val="bg1"/>
              </a:solidFill>
              <a:latin typeface="+mj-lt"/>
              <a:ea typeface="Dela Gothic One" panose="00000500000000000000" pitchFamily="2" charset="-128"/>
            </a:endParaRPr>
          </a:p>
        </p:txBody>
      </p:sp>
      <p:sp>
        <p:nvSpPr>
          <p:cNvPr id="14" name="TextBox 13">
            <a:extLst>
              <a:ext uri="{FF2B5EF4-FFF2-40B4-BE49-F238E27FC236}">
                <a16:creationId xmlns:a16="http://schemas.microsoft.com/office/drawing/2014/main" id="{B5C5BC1C-93FF-AC7E-EFF0-5DAEC9202BE4}"/>
              </a:ext>
            </a:extLst>
          </p:cNvPr>
          <p:cNvSpPr txBox="1"/>
          <p:nvPr/>
        </p:nvSpPr>
        <p:spPr>
          <a:xfrm>
            <a:off x="6641689" y="4549433"/>
            <a:ext cx="3198997" cy="301621"/>
          </a:xfrm>
          <a:prstGeom prst="rect">
            <a:avLst/>
          </a:prstGeom>
          <a:noFill/>
        </p:spPr>
        <p:txBody>
          <a:bodyPr wrap="square" rtlCol="0" anchor="ctr">
            <a:spAutoFit/>
          </a:bodyPr>
          <a:lstStyle/>
          <a:p>
            <a:pPr>
              <a:lnSpc>
                <a:spcPct val="80000"/>
              </a:lnSpc>
            </a:pPr>
            <a:r>
              <a:rPr lang="id-ID" sz="1600" dirty="0">
                <a:solidFill>
                  <a:schemeClr val="bg1"/>
                </a:solidFill>
                <a:latin typeface="+mj-lt"/>
                <a:ea typeface="Dela Gothic One" panose="00000500000000000000" pitchFamily="2" charset="-128"/>
              </a:rPr>
              <a:t>Visual Content </a:t>
            </a:r>
            <a:endParaRPr lang="en-ID" sz="1600" dirty="0">
              <a:solidFill>
                <a:schemeClr val="bg1"/>
              </a:solidFill>
              <a:latin typeface="+mj-lt"/>
              <a:ea typeface="Dela Gothic One" panose="00000500000000000000" pitchFamily="2" charset="-128"/>
            </a:endParaRPr>
          </a:p>
        </p:txBody>
      </p:sp>
      <p:sp>
        <p:nvSpPr>
          <p:cNvPr id="15" name="TextBox 14">
            <a:extLst>
              <a:ext uri="{FF2B5EF4-FFF2-40B4-BE49-F238E27FC236}">
                <a16:creationId xmlns:a16="http://schemas.microsoft.com/office/drawing/2014/main" id="{1D4365CB-95EC-6180-6939-6220C2B55E5C}"/>
              </a:ext>
            </a:extLst>
          </p:cNvPr>
          <p:cNvSpPr txBox="1"/>
          <p:nvPr/>
        </p:nvSpPr>
        <p:spPr>
          <a:xfrm>
            <a:off x="9722028" y="4549433"/>
            <a:ext cx="1346611" cy="301621"/>
          </a:xfrm>
          <a:prstGeom prst="rect">
            <a:avLst/>
          </a:prstGeom>
          <a:noFill/>
        </p:spPr>
        <p:txBody>
          <a:bodyPr wrap="square" rtlCol="0" anchor="ctr">
            <a:spAutoFit/>
          </a:bodyPr>
          <a:lstStyle/>
          <a:p>
            <a:pPr algn="r">
              <a:lnSpc>
                <a:spcPct val="80000"/>
              </a:lnSpc>
            </a:pPr>
            <a:r>
              <a:rPr lang="id-ID" sz="1600" dirty="0">
                <a:solidFill>
                  <a:schemeClr val="bg1"/>
                </a:solidFill>
                <a:latin typeface="+mj-lt"/>
                <a:ea typeface="Dela Gothic One" panose="00000500000000000000" pitchFamily="2" charset="-128"/>
              </a:rPr>
              <a:t>56$</a:t>
            </a:r>
            <a:endParaRPr lang="en-ID" sz="1600" dirty="0">
              <a:solidFill>
                <a:schemeClr val="bg1"/>
              </a:solidFill>
              <a:latin typeface="+mj-lt"/>
              <a:ea typeface="Dela Gothic One" panose="00000500000000000000" pitchFamily="2" charset="-128"/>
            </a:endParaRPr>
          </a:p>
        </p:txBody>
      </p:sp>
      <p:sp>
        <p:nvSpPr>
          <p:cNvPr id="16" name="TextBox 15">
            <a:extLst>
              <a:ext uri="{FF2B5EF4-FFF2-40B4-BE49-F238E27FC236}">
                <a16:creationId xmlns:a16="http://schemas.microsoft.com/office/drawing/2014/main" id="{7F111CAD-8367-261D-D92F-42ADE04FE7C3}"/>
              </a:ext>
            </a:extLst>
          </p:cNvPr>
          <p:cNvSpPr txBox="1"/>
          <p:nvPr/>
        </p:nvSpPr>
        <p:spPr>
          <a:xfrm>
            <a:off x="6641689" y="5367780"/>
            <a:ext cx="3431225" cy="301621"/>
          </a:xfrm>
          <a:prstGeom prst="rect">
            <a:avLst/>
          </a:prstGeom>
          <a:noFill/>
        </p:spPr>
        <p:txBody>
          <a:bodyPr wrap="square" rtlCol="0" anchor="ctr">
            <a:spAutoFit/>
          </a:bodyPr>
          <a:lstStyle/>
          <a:p>
            <a:pPr>
              <a:lnSpc>
                <a:spcPct val="80000"/>
              </a:lnSpc>
            </a:pPr>
            <a:r>
              <a:rPr lang="id-ID" sz="1600" dirty="0">
                <a:solidFill>
                  <a:schemeClr val="bg1"/>
                </a:solidFill>
                <a:latin typeface="+mj-lt"/>
                <a:ea typeface="Dela Gothic One" panose="00000500000000000000" pitchFamily="2" charset="-128"/>
              </a:rPr>
              <a:t>Brand Ambasador </a:t>
            </a:r>
            <a:endParaRPr lang="en-ID" sz="1600" dirty="0">
              <a:solidFill>
                <a:schemeClr val="bg1"/>
              </a:solidFill>
              <a:latin typeface="+mj-lt"/>
              <a:ea typeface="Dela Gothic One" panose="00000500000000000000" pitchFamily="2" charset="-128"/>
            </a:endParaRPr>
          </a:p>
        </p:txBody>
      </p:sp>
      <p:sp>
        <p:nvSpPr>
          <p:cNvPr id="17" name="TextBox 16">
            <a:extLst>
              <a:ext uri="{FF2B5EF4-FFF2-40B4-BE49-F238E27FC236}">
                <a16:creationId xmlns:a16="http://schemas.microsoft.com/office/drawing/2014/main" id="{FFC70CAD-DC81-E1F7-BFD4-1DF5C258F5A3}"/>
              </a:ext>
            </a:extLst>
          </p:cNvPr>
          <p:cNvSpPr txBox="1"/>
          <p:nvPr/>
        </p:nvSpPr>
        <p:spPr>
          <a:xfrm>
            <a:off x="9722028" y="5367780"/>
            <a:ext cx="1346611" cy="301621"/>
          </a:xfrm>
          <a:prstGeom prst="rect">
            <a:avLst/>
          </a:prstGeom>
          <a:noFill/>
        </p:spPr>
        <p:txBody>
          <a:bodyPr wrap="square" rtlCol="0" anchor="ctr">
            <a:spAutoFit/>
          </a:bodyPr>
          <a:lstStyle/>
          <a:p>
            <a:pPr algn="r">
              <a:lnSpc>
                <a:spcPct val="80000"/>
              </a:lnSpc>
            </a:pPr>
            <a:r>
              <a:rPr lang="id-ID" sz="1600" dirty="0">
                <a:solidFill>
                  <a:schemeClr val="bg1"/>
                </a:solidFill>
                <a:latin typeface="+mj-lt"/>
                <a:ea typeface="Dela Gothic One" panose="00000500000000000000" pitchFamily="2" charset="-128"/>
              </a:rPr>
              <a:t>129$</a:t>
            </a:r>
            <a:endParaRPr lang="en-ID" sz="1600" dirty="0">
              <a:solidFill>
                <a:schemeClr val="bg1"/>
              </a:solidFill>
              <a:latin typeface="+mj-lt"/>
              <a:ea typeface="Dela Gothic One" panose="00000500000000000000" pitchFamily="2" charset="-128"/>
            </a:endParaRPr>
          </a:p>
        </p:txBody>
      </p:sp>
      <p:cxnSp>
        <p:nvCxnSpPr>
          <p:cNvPr id="19" name="Straight Connector 18">
            <a:extLst>
              <a:ext uri="{FF2B5EF4-FFF2-40B4-BE49-F238E27FC236}">
                <a16:creationId xmlns:a16="http://schemas.microsoft.com/office/drawing/2014/main" id="{738C9E40-89BE-DEC1-6632-F4113ADAD687}"/>
              </a:ext>
            </a:extLst>
          </p:cNvPr>
          <p:cNvCxnSpPr/>
          <p:nvPr/>
        </p:nvCxnSpPr>
        <p:spPr>
          <a:xfrm>
            <a:off x="6451189" y="5769277"/>
            <a:ext cx="476926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331CFA81-D09D-5985-04A7-87A902A1C6A6}"/>
              </a:ext>
            </a:extLst>
          </p:cNvPr>
          <p:cNvSpPr txBox="1"/>
          <p:nvPr/>
        </p:nvSpPr>
        <p:spPr>
          <a:xfrm>
            <a:off x="6641689" y="5869154"/>
            <a:ext cx="1346611" cy="301621"/>
          </a:xfrm>
          <a:prstGeom prst="rect">
            <a:avLst/>
          </a:prstGeom>
          <a:noFill/>
        </p:spPr>
        <p:txBody>
          <a:bodyPr wrap="square" rtlCol="0" anchor="ctr">
            <a:spAutoFit/>
          </a:bodyPr>
          <a:lstStyle/>
          <a:p>
            <a:pPr>
              <a:lnSpc>
                <a:spcPct val="80000"/>
              </a:lnSpc>
            </a:pPr>
            <a:r>
              <a:rPr lang="id-ID" sz="1600" dirty="0">
                <a:solidFill>
                  <a:schemeClr val="bg1"/>
                </a:solidFill>
                <a:latin typeface="+mj-lt"/>
                <a:ea typeface="Dela Gothic One" panose="00000500000000000000" pitchFamily="2" charset="-128"/>
              </a:rPr>
              <a:t>Total </a:t>
            </a:r>
            <a:endParaRPr lang="en-ID" sz="1600" dirty="0">
              <a:solidFill>
                <a:schemeClr val="bg1"/>
              </a:solidFill>
              <a:latin typeface="+mj-lt"/>
              <a:ea typeface="Dela Gothic One" panose="00000500000000000000" pitchFamily="2" charset="-128"/>
            </a:endParaRPr>
          </a:p>
        </p:txBody>
      </p:sp>
      <p:sp>
        <p:nvSpPr>
          <p:cNvPr id="21" name="TextBox 20">
            <a:extLst>
              <a:ext uri="{FF2B5EF4-FFF2-40B4-BE49-F238E27FC236}">
                <a16:creationId xmlns:a16="http://schemas.microsoft.com/office/drawing/2014/main" id="{0003D6D2-605F-5793-C6B8-64ECB9988FAB}"/>
              </a:ext>
            </a:extLst>
          </p:cNvPr>
          <p:cNvSpPr txBox="1"/>
          <p:nvPr/>
        </p:nvSpPr>
        <p:spPr>
          <a:xfrm>
            <a:off x="9722028" y="5869154"/>
            <a:ext cx="1346611" cy="301621"/>
          </a:xfrm>
          <a:prstGeom prst="rect">
            <a:avLst/>
          </a:prstGeom>
          <a:noFill/>
        </p:spPr>
        <p:txBody>
          <a:bodyPr wrap="square" rtlCol="0" anchor="ctr">
            <a:spAutoFit/>
          </a:bodyPr>
          <a:lstStyle/>
          <a:p>
            <a:pPr algn="r">
              <a:lnSpc>
                <a:spcPct val="80000"/>
              </a:lnSpc>
            </a:pPr>
            <a:r>
              <a:rPr lang="id-ID" sz="1600" dirty="0">
                <a:solidFill>
                  <a:schemeClr val="bg1"/>
                </a:solidFill>
                <a:latin typeface="+mj-lt"/>
                <a:ea typeface="Dela Gothic One" panose="00000500000000000000" pitchFamily="2" charset="-128"/>
              </a:rPr>
              <a:t>372$</a:t>
            </a:r>
            <a:endParaRPr lang="en-ID" sz="1600" dirty="0">
              <a:solidFill>
                <a:schemeClr val="bg1"/>
              </a:solidFill>
              <a:latin typeface="+mj-lt"/>
              <a:ea typeface="Dela Gothic One" panose="00000500000000000000" pitchFamily="2" charset="-128"/>
            </a:endParaRPr>
          </a:p>
        </p:txBody>
      </p:sp>
      <p:grpSp>
        <p:nvGrpSpPr>
          <p:cNvPr id="25" name="Group 24">
            <a:extLst>
              <a:ext uri="{FF2B5EF4-FFF2-40B4-BE49-F238E27FC236}">
                <a16:creationId xmlns:a16="http://schemas.microsoft.com/office/drawing/2014/main" id="{E8248AE2-6E33-7109-D908-5F44E83ECC7E}"/>
              </a:ext>
            </a:extLst>
          </p:cNvPr>
          <p:cNvGrpSpPr/>
          <p:nvPr/>
        </p:nvGrpSpPr>
        <p:grpSpPr>
          <a:xfrm>
            <a:off x="698954" y="595570"/>
            <a:ext cx="5201964" cy="5959279"/>
            <a:chOff x="698954" y="796269"/>
            <a:chExt cx="5201964" cy="5959279"/>
          </a:xfrm>
        </p:grpSpPr>
        <p:sp>
          <p:nvSpPr>
            <p:cNvPr id="4" name="TextBox 3">
              <a:extLst>
                <a:ext uri="{FF2B5EF4-FFF2-40B4-BE49-F238E27FC236}">
                  <a16:creationId xmlns:a16="http://schemas.microsoft.com/office/drawing/2014/main" id="{6C068E4E-CDD9-815C-78A9-A11187A5E065}"/>
                </a:ext>
              </a:extLst>
            </p:cNvPr>
            <p:cNvSpPr txBox="1"/>
            <p:nvPr/>
          </p:nvSpPr>
          <p:spPr>
            <a:xfrm>
              <a:off x="698954" y="796269"/>
              <a:ext cx="5201964" cy="2128275"/>
            </a:xfrm>
            <a:prstGeom prst="rect">
              <a:avLst/>
            </a:prstGeom>
            <a:noFill/>
          </p:spPr>
          <p:txBody>
            <a:bodyPr wrap="square" rtlCol="0">
              <a:spAutoFit/>
            </a:bodyPr>
            <a:lstStyle>
              <a:defPPr>
                <a:defRPr lang="en-US"/>
              </a:defPPr>
              <a:lvl1pPr algn="ctr">
                <a:lnSpc>
                  <a:spcPct val="80000"/>
                </a:lnSpc>
                <a:defRPr sz="5400">
                  <a:latin typeface="+mj-lt"/>
                  <a:ea typeface="Dela Gothic One" panose="00000500000000000000" pitchFamily="2" charset="-128"/>
                </a:defRPr>
              </a:lvl1pPr>
            </a:lstStyle>
            <a:p>
              <a:pPr algn="l"/>
              <a:r>
                <a:rPr lang="id-ID" dirty="0"/>
                <a:t>Budget marketing campaign </a:t>
              </a:r>
              <a:endParaRPr lang="en-US" dirty="0"/>
            </a:p>
          </p:txBody>
        </p:sp>
        <p:sp>
          <p:nvSpPr>
            <p:cNvPr id="22" name="TextBox 21">
              <a:extLst>
                <a:ext uri="{FF2B5EF4-FFF2-40B4-BE49-F238E27FC236}">
                  <a16:creationId xmlns:a16="http://schemas.microsoft.com/office/drawing/2014/main" id="{412865F2-3743-1729-CEA8-447739EDC069}"/>
                </a:ext>
              </a:extLst>
            </p:cNvPr>
            <p:cNvSpPr txBox="1"/>
            <p:nvPr/>
          </p:nvSpPr>
          <p:spPr>
            <a:xfrm>
              <a:off x="741142" y="5121109"/>
              <a:ext cx="3721306" cy="406265"/>
            </a:xfrm>
            <a:prstGeom prst="rect">
              <a:avLst/>
            </a:prstGeom>
            <a:noFill/>
          </p:spPr>
          <p:txBody>
            <a:bodyPr wrap="square" rtlCol="0">
              <a:spAutoFit/>
            </a:bodyPr>
            <a:lstStyle/>
            <a:p>
              <a:pPr>
                <a:lnSpc>
                  <a:spcPct val="80000"/>
                </a:lnSpc>
              </a:pPr>
              <a:r>
                <a:rPr lang="id-ID" sz="2400" dirty="0">
                  <a:latin typeface="+mj-lt"/>
                  <a:ea typeface="Dela Gothic One" panose="00000500000000000000" pitchFamily="2" charset="-128"/>
                </a:rPr>
                <a:t>Your text here </a:t>
              </a:r>
              <a:endParaRPr lang="en-ID" sz="2400" dirty="0">
                <a:latin typeface="+mj-lt"/>
                <a:ea typeface="Dela Gothic One" panose="00000500000000000000" pitchFamily="2" charset="-128"/>
              </a:endParaRPr>
            </a:p>
          </p:txBody>
        </p:sp>
        <p:sp>
          <p:nvSpPr>
            <p:cNvPr id="23" name="TextBox 22">
              <a:extLst>
                <a:ext uri="{FF2B5EF4-FFF2-40B4-BE49-F238E27FC236}">
                  <a16:creationId xmlns:a16="http://schemas.microsoft.com/office/drawing/2014/main" id="{37B17C4C-931A-5855-B7D1-B08E968D4B17}"/>
                </a:ext>
              </a:extLst>
            </p:cNvPr>
            <p:cNvSpPr txBox="1"/>
            <p:nvPr/>
          </p:nvSpPr>
          <p:spPr>
            <a:xfrm>
              <a:off x="741142" y="5570031"/>
              <a:ext cx="3721306" cy="1185517"/>
            </a:xfrm>
            <a:prstGeom prst="rect">
              <a:avLst/>
            </a:prstGeom>
            <a:noFill/>
          </p:spPr>
          <p:txBody>
            <a:bodyPr wrap="square" rtlCol="0">
              <a:spAutoFit/>
            </a:bodyPr>
            <a:lstStyle/>
            <a:p>
              <a:pPr>
                <a:lnSpc>
                  <a:spcPct val="130000"/>
                </a:lnSpc>
              </a:pPr>
              <a:r>
                <a:rPr lang="id-ID" sz="1400" dirty="0">
                  <a:ea typeface="Dela Gothic One" panose="00000500000000000000" pitchFamily="2" charset="-128"/>
                </a:rPr>
                <a:t>Lorem ipsum dolor sit amet, consectetuer adipiscing elit. Maecenas porttitor congue massa. Fusce posuere, magna sed .</a:t>
              </a:r>
            </a:p>
            <a:p>
              <a:pPr>
                <a:lnSpc>
                  <a:spcPct val="130000"/>
                </a:lnSpc>
              </a:pPr>
              <a:endParaRPr lang="en-ID" sz="1400" dirty="0">
                <a:ea typeface="Dela Gothic One" panose="00000500000000000000" pitchFamily="2" charset="-128"/>
              </a:endParaRPr>
            </a:p>
          </p:txBody>
        </p:sp>
        <p:sp>
          <p:nvSpPr>
            <p:cNvPr id="24" name="TextBox 23">
              <a:extLst>
                <a:ext uri="{FF2B5EF4-FFF2-40B4-BE49-F238E27FC236}">
                  <a16:creationId xmlns:a16="http://schemas.microsoft.com/office/drawing/2014/main" id="{09589574-6193-8778-942D-D6642DEBA0AC}"/>
                </a:ext>
              </a:extLst>
            </p:cNvPr>
            <p:cNvSpPr txBox="1"/>
            <p:nvPr/>
          </p:nvSpPr>
          <p:spPr>
            <a:xfrm>
              <a:off x="741142" y="4150940"/>
              <a:ext cx="3721306" cy="877163"/>
            </a:xfrm>
            <a:prstGeom prst="rect">
              <a:avLst/>
            </a:prstGeom>
            <a:noFill/>
          </p:spPr>
          <p:txBody>
            <a:bodyPr wrap="square" rtlCol="0">
              <a:spAutoFit/>
            </a:bodyPr>
            <a:lstStyle/>
            <a:p>
              <a:pPr>
                <a:lnSpc>
                  <a:spcPct val="80000"/>
                </a:lnSpc>
              </a:pPr>
              <a:r>
                <a:rPr lang="id-ID" sz="6000" dirty="0">
                  <a:latin typeface="+mj-lt"/>
                  <a:ea typeface="Dela Gothic One" panose="00000500000000000000" pitchFamily="2" charset="-128"/>
                </a:rPr>
                <a:t>372$</a:t>
              </a:r>
              <a:endParaRPr lang="en-ID" sz="6000" dirty="0">
                <a:latin typeface="+mj-lt"/>
                <a:ea typeface="Dela Gothic One" panose="00000500000000000000" pitchFamily="2" charset="-128"/>
              </a:endParaRPr>
            </a:p>
          </p:txBody>
        </p:sp>
      </p:grpSp>
      <p:sp>
        <p:nvSpPr>
          <p:cNvPr id="29" name="TextBox 28">
            <a:extLst>
              <a:ext uri="{FF2B5EF4-FFF2-40B4-BE49-F238E27FC236}">
                <a16:creationId xmlns:a16="http://schemas.microsoft.com/office/drawing/2014/main" id="{A8A15F14-A6E6-959E-EE6F-54B4E8C9C3B7}"/>
              </a:ext>
            </a:extLst>
          </p:cNvPr>
          <p:cNvSpPr txBox="1"/>
          <p:nvPr/>
        </p:nvSpPr>
        <p:spPr>
          <a:xfrm>
            <a:off x="623888" y="6453188"/>
            <a:ext cx="508000" cy="229935"/>
          </a:xfrm>
          <a:prstGeom prst="rect">
            <a:avLst/>
          </a:prstGeom>
          <a:noFill/>
        </p:spPr>
        <p:txBody>
          <a:bodyPr wrap="square" anchor="ctr">
            <a:spAutoFit/>
          </a:bodyPr>
          <a:lstStyle/>
          <a:p>
            <a:pPr>
              <a:lnSpc>
                <a:spcPct val="70000"/>
              </a:lnSpc>
            </a:pPr>
            <a:fld id="{035EC6E4-7EAF-4AB3-9851-E6447B90715C}" type="slidenum">
              <a:rPr lang="en-ID" sz="1200" smtClean="0">
                <a:solidFill>
                  <a:schemeClr val="bg1"/>
                </a:solidFill>
              </a:rPr>
              <a:pPr>
                <a:lnSpc>
                  <a:spcPct val="70000"/>
                </a:lnSpc>
              </a:pPr>
              <a:t>14</a:t>
            </a:fld>
            <a:endParaRPr lang="en-ID" sz="1200" dirty="0">
              <a:solidFill>
                <a:schemeClr val="bg1"/>
              </a:solidFill>
            </a:endParaRPr>
          </a:p>
        </p:txBody>
      </p:sp>
    </p:spTree>
    <p:extLst>
      <p:ext uri="{BB962C8B-B14F-4D97-AF65-F5344CB8AC3E}">
        <p14:creationId xmlns:p14="http://schemas.microsoft.com/office/powerpoint/2010/main" val="3126958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7" name="Group 86">
            <a:extLst>
              <a:ext uri="{FF2B5EF4-FFF2-40B4-BE49-F238E27FC236}">
                <a16:creationId xmlns:a16="http://schemas.microsoft.com/office/drawing/2014/main" id="{DCCD9163-E267-7A25-B492-26335A6F06B2}"/>
              </a:ext>
            </a:extLst>
          </p:cNvPr>
          <p:cNvGrpSpPr/>
          <p:nvPr/>
        </p:nvGrpSpPr>
        <p:grpSpPr>
          <a:xfrm>
            <a:off x="1062476" y="1261938"/>
            <a:ext cx="10067048" cy="4898572"/>
            <a:chOff x="794657" y="1415762"/>
            <a:chExt cx="10602685" cy="5159210"/>
          </a:xfrm>
        </p:grpSpPr>
        <p:cxnSp>
          <p:nvCxnSpPr>
            <p:cNvPr id="2" name="Straight Connector 1">
              <a:extLst>
                <a:ext uri="{FF2B5EF4-FFF2-40B4-BE49-F238E27FC236}">
                  <a16:creationId xmlns:a16="http://schemas.microsoft.com/office/drawing/2014/main" id="{F9442939-31F2-42F5-51D0-8D0ACA4C7DCA}"/>
                </a:ext>
              </a:extLst>
            </p:cNvPr>
            <p:cNvCxnSpPr>
              <a:cxnSpLocks/>
            </p:cNvCxnSpPr>
            <p:nvPr/>
          </p:nvCxnSpPr>
          <p:spPr>
            <a:xfrm>
              <a:off x="1352402" y="2087781"/>
              <a:ext cx="988052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Shape">
              <a:extLst>
                <a:ext uri="{FF2B5EF4-FFF2-40B4-BE49-F238E27FC236}">
                  <a16:creationId xmlns:a16="http://schemas.microsoft.com/office/drawing/2014/main" id="{F8C663FB-AA3B-4883-ED4F-6866283F9D68}"/>
                </a:ext>
              </a:extLst>
            </p:cNvPr>
            <p:cNvSpPr/>
            <p:nvPr/>
          </p:nvSpPr>
          <p:spPr>
            <a:xfrm>
              <a:off x="10872697" y="6252302"/>
              <a:ext cx="524645" cy="211044"/>
            </a:xfrm>
            <a:custGeom>
              <a:avLst/>
              <a:gdLst/>
              <a:ahLst/>
              <a:cxnLst>
                <a:cxn ang="0">
                  <a:pos x="wd2" y="hd2"/>
                </a:cxn>
                <a:cxn ang="5400000">
                  <a:pos x="wd2" y="hd2"/>
                </a:cxn>
                <a:cxn ang="10800000">
                  <a:pos x="wd2" y="hd2"/>
                </a:cxn>
                <a:cxn ang="16200000">
                  <a:pos x="wd2" y="hd2"/>
                </a:cxn>
              </a:cxnLst>
              <a:rect l="0" t="0" r="r" b="b"/>
              <a:pathLst>
                <a:path w="21600" h="21600" extrusionOk="0">
                  <a:moveTo>
                    <a:pt x="20588" y="15120"/>
                  </a:moveTo>
                  <a:cubicBezTo>
                    <a:pt x="20588" y="19440"/>
                    <a:pt x="20588" y="19440"/>
                    <a:pt x="20588" y="19440"/>
                  </a:cubicBezTo>
                  <a:cubicBezTo>
                    <a:pt x="20588" y="20700"/>
                    <a:pt x="20166" y="21600"/>
                    <a:pt x="19575" y="21600"/>
                  </a:cubicBezTo>
                  <a:cubicBezTo>
                    <a:pt x="1012" y="21600"/>
                    <a:pt x="1012" y="21600"/>
                    <a:pt x="1012" y="21600"/>
                  </a:cubicBezTo>
                  <a:cubicBezTo>
                    <a:pt x="422" y="21600"/>
                    <a:pt x="0" y="20700"/>
                    <a:pt x="0" y="19440"/>
                  </a:cubicBezTo>
                  <a:cubicBezTo>
                    <a:pt x="0" y="2160"/>
                    <a:pt x="0" y="2160"/>
                    <a:pt x="0" y="2160"/>
                  </a:cubicBezTo>
                  <a:cubicBezTo>
                    <a:pt x="0" y="900"/>
                    <a:pt x="422" y="0"/>
                    <a:pt x="1012" y="0"/>
                  </a:cubicBezTo>
                  <a:cubicBezTo>
                    <a:pt x="19575" y="0"/>
                    <a:pt x="19575" y="0"/>
                    <a:pt x="19575" y="0"/>
                  </a:cubicBezTo>
                  <a:cubicBezTo>
                    <a:pt x="20166" y="0"/>
                    <a:pt x="20588" y="900"/>
                    <a:pt x="20588" y="2160"/>
                  </a:cubicBezTo>
                  <a:cubicBezTo>
                    <a:pt x="20588" y="6480"/>
                    <a:pt x="20588" y="6480"/>
                    <a:pt x="20588" y="6480"/>
                  </a:cubicBezTo>
                  <a:cubicBezTo>
                    <a:pt x="21178" y="6480"/>
                    <a:pt x="21600" y="7380"/>
                    <a:pt x="21600" y="8640"/>
                  </a:cubicBezTo>
                  <a:cubicBezTo>
                    <a:pt x="21600" y="12960"/>
                    <a:pt x="21600" y="12960"/>
                    <a:pt x="21600" y="12960"/>
                  </a:cubicBezTo>
                  <a:cubicBezTo>
                    <a:pt x="21600" y="14220"/>
                    <a:pt x="21178" y="15120"/>
                    <a:pt x="20588" y="15120"/>
                  </a:cubicBezTo>
                  <a:moveTo>
                    <a:pt x="18563" y="12960"/>
                  </a:moveTo>
                  <a:cubicBezTo>
                    <a:pt x="18563" y="8640"/>
                    <a:pt x="18563" y="8640"/>
                    <a:pt x="18563" y="8640"/>
                  </a:cubicBezTo>
                  <a:cubicBezTo>
                    <a:pt x="18563" y="4320"/>
                    <a:pt x="18563" y="4320"/>
                    <a:pt x="18563" y="4320"/>
                  </a:cubicBezTo>
                  <a:cubicBezTo>
                    <a:pt x="2025" y="4320"/>
                    <a:pt x="2025" y="4320"/>
                    <a:pt x="2025" y="4320"/>
                  </a:cubicBezTo>
                  <a:cubicBezTo>
                    <a:pt x="2025" y="17280"/>
                    <a:pt x="2025" y="17280"/>
                    <a:pt x="2025" y="17280"/>
                  </a:cubicBezTo>
                  <a:cubicBezTo>
                    <a:pt x="18563" y="17280"/>
                    <a:pt x="18563" y="17280"/>
                    <a:pt x="18563" y="17280"/>
                  </a:cubicBezTo>
                  <a:lnTo>
                    <a:pt x="18563" y="12960"/>
                  </a:lnTo>
                  <a:close/>
                  <a:moveTo>
                    <a:pt x="17550" y="15120"/>
                  </a:moveTo>
                  <a:cubicBezTo>
                    <a:pt x="3037" y="15120"/>
                    <a:pt x="3037" y="15120"/>
                    <a:pt x="3037" y="15120"/>
                  </a:cubicBezTo>
                  <a:cubicBezTo>
                    <a:pt x="3037" y="6480"/>
                    <a:pt x="3037" y="6480"/>
                    <a:pt x="3037" y="6480"/>
                  </a:cubicBezTo>
                  <a:cubicBezTo>
                    <a:pt x="17550" y="6480"/>
                    <a:pt x="17550" y="6480"/>
                    <a:pt x="17550" y="6480"/>
                  </a:cubicBezTo>
                  <a:lnTo>
                    <a:pt x="17550" y="15120"/>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4" name="Shape">
              <a:extLst>
                <a:ext uri="{FF2B5EF4-FFF2-40B4-BE49-F238E27FC236}">
                  <a16:creationId xmlns:a16="http://schemas.microsoft.com/office/drawing/2014/main" id="{08829479-3C1D-FF5E-89F3-424CD7ECA9F5}"/>
                </a:ext>
              </a:extLst>
            </p:cNvPr>
            <p:cNvSpPr/>
            <p:nvPr/>
          </p:nvSpPr>
          <p:spPr>
            <a:xfrm>
              <a:off x="9957621" y="6252302"/>
              <a:ext cx="522610" cy="211044"/>
            </a:xfrm>
            <a:custGeom>
              <a:avLst/>
              <a:gdLst/>
              <a:ahLst/>
              <a:cxnLst>
                <a:cxn ang="0">
                  <a:pos x="wd2" y="hd2"/>
                </a:cxn>
                <a:cxn ang="5400000">
                  <a:pos x="wd2" y="hd2"/>
                </a:cxn>
                <a:cxn ang="10800000">
                  <a:pos x="wd2" y="hd2"/>
                </a:cxn>
                <a:cxn ang="16200000">
                  <a:pos x="wd2" y="hd2"/>
                </a:cxn>
              </a:cxnLst>
              <a:rect l="0" t="0" r="r" b="b"/>
              <a:pathLst>
                <a:path w="21600" h="21600" extrusionOk="0">
                  <a:moveTo>
                    <a:pt x="20588" y="15120"/>
                  </a:moveTo>
                  <a:cubicBezTo>
                    <a:pt x="20588" y="19440"/>
                    <a:pt x="20588" y="19440"/>
                    <a:pt x="20588" y="19440"/>
                  </a:cubicBezTo>
                  <a:cubicBezTo>
                    <a:pt x="20588" y="20700"/>
                    <a:pt x="20166" y="21600"/>
                    <a:pt x="19575" y="21600"/>
                  </a:cubicBezTo>
                  <a:cubicBezTo>
                    <a:pt x="1012" y="21600"/>
                    <a:pt x="1012" y="21600"/>
                    <a:pt x="1012" y="21600"/>
                  </a:cubicBezTo>
                  <a:cubicBezTo>
                    <a:pt x="422" y="21600"/>
                    <a:pt x="0" y="20700"/>
                    <a:pt x="0" y="19440"/>
                  </a:cubicBezTo>
                  <a:cubicBezTo>
                    <a:pt x="0" y="2160"/>
                    <a:pt x="0" y="2160"/>
                    <a:pt x="0" y="2160"/>
                  </a:cubicBezTo>
                  <a:cubicBezTo>
                    <a:pt x="0" y="900"/>
                    <a:pt x="422" y="0"/>
                    <a:pt x="1012" y="0"/>
                  </a:cubicBezTo>
                  <a:cubicBezTo>
                    <a:pt x="19575" y="0"/>
                    <a:pt x="19575" y="0"/>
                    <a:pt x="19575" y="0"/>
                  </a:cubicBezTo>
                  <a:cubicBezTo>
                    <a:pt x="20166" y="0"/>
                    <a:pt x="20588" y="900"/>
                    <a:pt x="20588" y="2160"/>
                  </a:cubicBezTo>
                  <a:cubicBezTo>
                    <a:pt x="20588" y="6480"/>
                    <a:pt x="20588" y="6480"/>
                    <a:pt x="20588" y="6480"/>
                  </a:cubicBezTo>
                  <a:cubicBezTo>
                    <a:pt x="21178" y="6480"/>
                    <a:pt x="21600" y="7380"/>
                    <a:pt x="21600" y="8640"/>
                  </a:cubicBezTo>
                  <a:cubicBezTo>
                    <a:pt x="21600" y="12960"/>
                    <a:pt x="21600" y="12960"/>
                    <a:pt x="21600" y="12960"/>
                  </a:cubicBezTo>
                  <a:cubicBezTo>
                    <a:pt x="21600" y="14220"/>
                    <a:pt x="21178" y="15120"/>
                    <a:pt x="20588" y="15120"/>
                  </a:cubicBezTo>
                  <a:moveTo>
                    <a:pt x="18562" y="12960"/>
                  </a:moveTo>
                  <a:cubicBezTo>
                    <a:pt x="18562" y="8640"/>
                    <a:pt x="18562" y="8640"/>
                    <a:pt x="18562" y="8640"/>
                  </a:cubicBezTo>
                  <a:cubicBezTo>
                    <a:pt x="18562" y="4320"/>
                    <a:pt x="18562" y="4320"/>
                    <a:pt x="18562" y="4320"/>
                  </a:cubicBezTo>
                  <a:cubicBezTo>
                    <a:pt x="2025" y="4320"/>
                    <a:pt x="2025" y="4320"/>
                    <a:pt x="2025" y="4320"/>
                  </a:cubicBezTo>
                  <a:cubicBezTo>
                    <a:pt x="2025" y="17280"/>
                    <a:pt x="2025" y="17280"/>
                    <a:pt x="2025" y="17280"/>
                  </a:cubicBezTo>
                  <a:cubicBezTo>
                    <a:pt x="18562" y="17280"/>
                    <a:pt x="18562" y="17280"/>
                    <a:pt x="18562" y="17280"/>
                  </a:cubicBezTo>
                  <a:lnTo>
                    <a:pt x="18562" y="12960"/>
                  </a:lnTo>
                  <a:close/>
                  <a:moveTo>
                    <a:pt x="12487" y="15120"/>
                  </a:moveTo>
                  <a:cubicBezTo>
                    <a:pt x="12487" y="15120"/>
                    <a:pt x="12487" y="15120"/>
                    <a:pt x="12487" y="15120"/>
                  </a:cubicBezTo>
                  <a:cubicBezTo>
                    <a:pt x="3037" y="15120"/>
                    <a:pt x="3037" y="15120"/>
                    <a:pt x="3037" y="15120"/>
                  </a:cubicBezTo>
                  <a:cubicBezTo>
                    <a:pt x="3037" y="6480"/>
                    <a:pt x="3037" y="6480"/>
                    <a:pt x="3037" y="6480"/>
                  </a:cubicBezTo>
                  <a:cubicBezTo>
                    <a:pt x="12487" y="6480"/>
                    <a:pt x="12487" y="6480"/>
                    <a:pt x="12487" y="6480"/>
                  </a:cubicBezTo>
                  <a:lnTo>
                    <a:pt x="12487" y="15120"/>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5" name="Shape">
              <a:extLst>
                <a:ext uri="{FF2B5EF4-FFF2-40B4-BE49-F238E27FC236}">
                  <a16:creationId xmlns:a16="http://schemas.microsoft.com/office/drawing/2014/main" id="{256B59CC-998B-8DE4-CFF3-576111FFFC78}"/>
                </a:ext>
              </a:extLst>
            </p:cNvPr>
            <p:cNvSpPr/>
            <p:nvPr/>
          </p:nvSpPr>
          <p:spPr>
            <a:xfrm>
              <a:off x="9040510" y="6252302"/>
              <a:ext cx="524645" cy="211044"/>
            </a:xfrm>
            <a:custGeom>
              <a:avLst/>
              <a:gdLst/>
              <a:ahLst/>
              <a:cxnLst>
                <a:cxn ang="0">
                  <a:pos x="wd2" y="hd2"/>
                </a:cxn>
                <a:cxn ang="5400000">
                  <a:pos x="wd2" y="hd2"/>
                </a:cxn>
                <a:cxn ang="10800000">
                  <a:pos x="wd2" y="hd2"/>
                </a:cxn>
                <a:cxn ang="16200000">
                  <a:pos x="wd2" y="hd2"/>
                </a:cxn>
              </a:cxnLst>
              <a:rect l="0" t="0" r="r" b="b"/>
              <a:pathLst>
                <a:path w="21600" h="21600" extrusionOk="0">
                  <a:moveTo>
                    <a:pt x="20588" y="15120"/>
                  </a:moveTo>
                  <a:cubicBezTo>
                    <a:pt x="20588" y="19440"/>
                    <a:pt x="20588" y="19440"/>
                    <a:pt x="20588" y="19440"/>
                  </a:cubicBezTo>
                  <a:cubicBezTo>
                    <a:pt x="20588" y="20700"/>
                    <a:pt x="20166" y="21600"/>
                    <a:pt x="19575" y="21600"/>
                  </a:cubicBezTo>
                  <a:cubicBezTo>
                    <a:pt x="1012" y="21600"/>
                    <a:pt x="1012" y="21600"/>
                    <a:pt x="1012" y="21600"/>
                  </a:cubicBezTo>
                  <a:cubicBezTo>
                    <a:pt x="422" y="21600"/>
                    <a:pt x="0" y="20700"/>
                    <a:pt x="0" y="19440"/>
                  </a:cubicBezTo>
                  <a:cubicBezTo>
                    <a:pt x="0" y="2160"/>
                    <a:pt x="0" y="2160"/>
                    <a:pt x="0" y="2160"/>
                  </a:cubicBezTo>
                  <a:cubicBezTo>
                    <a:pt x="0" y="900"/>
                    <a:pt x="422" y="0"/>
                    <a:pt x="1012" y="0"/>
                  </a:cubicBezTo>
                  <a:cubicBezTo>
                    <a:pt x="19575" y="0"/>
                    <a:pt x="19575" y="0"/>
                    <a:pt x="19575" y="0"/>
                  </a:cubicBezTo>
                  <a:cubicBezTo>
                    <a:pt x="20166" y="0"/>
                    <a:pt x="20588" y="900"/>
                    <a:pt x="20588" y="2160"/>
                  </a:cubicBezTo>
                  <a:cubicBezTo>
                    <a:pt x="20588" y="6480"/>
                    <a:pt x="20588" y="6480"/>
                    <a:pt x="20588" y="6480"/>
                  </a:cubicBezTo>
                  <a:cubicBezTo>
                    <a:pt x="21178" y="6480"/>
                    <a:pt x="21600" y="7380"/>
                    <a:pt x="21600" y="8640"/>
                  </a:cubicBezTo>
                  <a:cubicBezTo>
                    <a:pt x="21600" y="12960"/>
                    <a:pt x="21600" y="12960"/>
                    <a:pt x="21600" y="12960"/>
                  </a:cubicBezTo>
                  <a:cubicBezTo>
                    <a:pt x="21600" y="14220"/>
                    <a:pt x="21178" y="15120"/>
                    <a:pt x="20588" y="15120"/>
                  </a:cubicBezTo>
                  <a:moveTo>
                    <a:pt x="18563" y="12960"/>
                  </a:moveTo>
                  <a:cubicBezTo>
                    <a:pt x="18563" y="8640"/>
                    <a:pt x="18563" y="8640"/>
                    <a:pt x="18563" y="8640"/>
                  </a:cubicBezTo>
                  <a:cubicBezTo>
                    <a:pt x="18563" y="4320"/>
                    <a:pt x="18563" y="4320"/>
                    <a:pt x="18563" y="4320"/>
                  </a:cubicBezTo>
                  <a:cubicBezTo>
                    <a:pt x="18225" y="4320"/>
                    <a:pt x="18225" y="4320"/>
                    <a:pt x="18225" y="4320"/>
                  </a:cubicBezTo>
                  <a:cubicBezTo>
                    <a:pt x="12488" y="4320"/>
                    <a:pt x="12488" y="4320"/>
                    <a:pt x="12488" y="4320"/>
                  </a:cubicBezTo>
                  <a:cubicBezTo>
                    <a:pt x="2025" y="4320"/>
                    <a:pt x="2025" y="4320"/>
                    <a:pt x="2025" y="4320"/>
                  </a:cubicBezTo>
                  <a:cubicBezTo>
                    <a:pt x="2025" y="17280"/>
                    <a:pt x="2025" y="17280"/>
                    <a:pt x="2025" y="17280"/>
                  </a:cubicBezTo>
                  <a:cubicBezTo>
                    <a:pt x="18563" y="17280"/>
                    <a:pt x="18563" y="17280"/>
                    <a:pt x="18563" y="17280"/>
                  </a:cubicBezTo>
                  <a:lnTo>
                    <a:pt x="18563" y="12960"/>
                  </a:lnTo>
                  <a:close/>
                  <a:moveTo>
                    <a:pt x="7425" y="15120"/>
                  </a:moveTo>
                  <a:cubicBezTo>
                    <a:pt x="3037" y="15120"/>
                    <a:pt x="3037" y="15120"/>
                    <a:pt x="3037" y="15120"/>
                  </a:cubicBezTo>
                  <a:cubicBezTo>
                    <a:pt x="3037" y="6480"/>
                    <a:pt x="3037" y="6480"/>
                    <a:pt x="3037" y="6480"/>
                  </a:cubicBezTo>
                  <a:cubicBezTo>
                    <a:pt x="7425" y="6480"/>
                    <a:pt x="7425" y="6480"/>
                    <a:pt x="7425" y="6480"/>
                  </a:cubicBezTo>
                  <a:lnTo>
                    <a:pt x="7425" y="15120"/>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6" name="Shape">
              <a:extLst>
                <a:ext uri="{FF2B5EF4-FFF2-40B4-BE49-F238E27FC236}">
                  <a16:creationId xmlns:a16="http://schemas.microsoft.com/office/drawing/2014/main" id="{49BD51F7-48A3-6133-42AE-F74DD4EB1AB8}"/>
                </a:ext>
              </a:extLst>
            </p:cNvPr>
            <p:cNvSpPr/>
            <p:nvPr/>
          </p:nvSpPr>
          <p:spPr>
            <a:xfrm>
              <a:off x="8125434" y="6252302"/>
              <a:ext cx="522612" cy="211044"/>
            </a:xfrm>
            <a:custGeom>
              <a:avLst/>
              <a:gdLst/>
              <a:ahLst/>
              <a:cxnLst>
                <a:cxn ang="0">
                  <a:pos x="wd2" y="hd2"/>
                </a:cxn>
                <a:cxn ang="5400000">
                  <a:pos x="wd2" y="hd2"/>
                </a:cxn>
                <a:cxn ang="10800000">
                  <a:pos x="wd2" y="hd2"/>
                </a:cxn>
                <a:cxn ang="16200000">
                  <a:pos x="wd2" y="hd2"/>
                </a:cxn>
              </a:cxnLst>
              <a:rect l="0" t="0" r="r" b="b"/>
              <a:pathLst>
                <a:path w="21600" h="21600" extrusionOk="0">
                  <a:moveTo>
                    <a:pt x="20587" y="15120"/>
                  </a:moveTo>
                  <a:cubicBezTo>
                    <a:pt x="20587" y="19440"/>
                    <a:pt x="20587" y="19440"/>
                    <a:pt x="20587" y="19440"/>
                  </a:cubicBezTo>
                  <a:cubicBezTo>
                    <a:pt x="20587" y="20700"/>
                    <a:pt x="20166" y="21600"/>
                    <a:pt x="19575" y="21600"/>
                  </a:cubicBezTo>
                  <a:cubicBezTo>
                    <a:pt x="1013" y="21600"/>
                    <a:pt x="1013" y="21600"/>
                    <a:pt x="1013" y="21600"/>
                  </a:cubicBezTo>
                  <a:cubicBezTo>
                    <a:pt x="422" y="21600"/>
                    <a:pt x="0" y="20700"/>
                    <a:pt x="0" y="19440"/>
                  </a:cubicBezTo>
                  <a:cubicBezTo>
                    <a:pt x="0" y="2160"/>
                    <a:pt x="0" y="2160"/>
                    <a:pt x="0" y="2160"/>
                  </a:cubicBezTo>
                  <a:cubicBezTo>
                    <a:pt x="0" y="900"/>
                    <a:pt x="422" y="0"/>
                    <a:pt x="1013" y="0"/>
                  </a:cubicBezTo>
                  <a:cubicBezTo>
                    <a:pt x="19575" y="0"/>
                    <a:pt x="19575" y="0"/>
                    <a:pt x="19575" y="0"/>
                  </a:cubicBezTo>
                  <a:cubicBezTo>
                    <a:pt x="20166" y="0"/>
                    <a:pt x="20587" y="900"/>
                    <a:pt x="20587" y="2160"/>
                  </a:cubicBezTo>
                  <a:cubicBezTo>
                    <a:pt x="20587" y="6480"/>
                    <a:pt x="20587" y="6480"/>
                    <a:pt x="20587" y="6480"/>
                  </a:cubicBezTo>
                  <a:cubicBezTo>
                    <a:pt x="21178" y="6480"/>
                    <a:pt x="21600" y="7380"/>
                    <a:pt x="21600" y="8640"/>
                  </a:cubicBezTo>
                  <a:cubicBezTo>
                    <a:pt x="21600" y="12960"/>
                    <a:pt x="21600" y="12960"/>
                    <a:pt x="21600" y="12960"/>
                  </a:cubicBezTo>
                  <a:cubicBezTo>
                    <a:pt x="21600" y="14220"/>
                    <a:pt x="21178" y="15120"/>
                    <a:pt x="20587" y="15120"/>
                  </a:cubicBezTo>
                  <a:moveTo>
                    <a:pt x="18562" y="4320"/>
                  </a:moveTo>
                  <a:cubicBezTo>
                    <a:pt x="2025" y="4320"/>
                    <a:pt x="2025" y="4320"/>
                    <a:pt x="2025" y="4320"/>
                  </a:cubicBezTo>
                  <a:cubicBezTo>
                    <a:pt x="2025" y="17280"/>
                    <a:pt x="2025" y="17280"/>
                    <a:pt x="2025" y="17280"/>
                  </a:cubicBezTo>
                  <a:cubicBezTo>
                    <a:pt x="18562" y="17280"/>
                    <a:pt x="18562" y="17280"/>
                    <a:pt x="18562" y="17280"/>
                  </a:cubicBezTo>
                  <a:lnTo>
                    <a:pt x="18562" y="4320"/>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7" name="Shape">
              <a:extLst>
                <a:ext uri="{FF2B5EF4-FFF2-40B4-BE49-F238E27FC236}">
                  <a16:creationId xmlns:a16="http://schemas.microsoft.com/office/drawing/2014/main" id="{1F33A1E9-15AE-9D57-CC11-E51FDD4A75FA}"/>
                </a:ext>
              </a:extLst>
            </p:cNvPr>
            <p:cNvSpPr/>
            <p:nvPr/>
          </p:nvSpPr>
          <p:spPr>
            <a:xfrm>
              <a:off x="7208325" y="6147653"/>
              <a:ext cx="524645" cy="427319"/>
            </a:xfrm>
            <a:custGeom>
              <a:avLst/>
              <a:gdLst/>
              <a:ahLst/>
              <a:cxnLst>
                <a:cxn ang="0">
                  <a:pos x="wd2" y="hd2"/>
                </a:cxn>
                <a:cxn ang="5400000">
                  <a:pos x="wd2" y="hd2"/>
                </a:cxn>
                <a:cxn ang="10800000">
                  <a:pos x="wd2" y="hd2"/>
                </a:cxn>
                <a:cxn ang="16200000">
                  <a:pos x="wd2" y="hd2"/>
                </a:cxn>
              </a:cxnLst>
              <a:rect l="0" t="0" r="r" b="b"/>
              <a:pathLst>
                <a:path w="21600" h="21600" extrusionOk="0">
                  <a:moveTo>
                    <a:pt x="21178" y="9384"/>
                  </a:moveTo>
                  <a:cubicBezTo>
                    <a:pt x="21178" y="9384"/>
                    <a:pt x="21178" y="9384"/>
                    <a:pt x="21178" y="9384"/>
                  </a:cubicBezTo>
                  <a:cubicBezTo>
                    <a:pt x="15778" y="13456"/>
                    <a:pt x="15778" y="13456"/>
                    <a:pt x="15778" y="13456"/>
                  </a:cubicBezTo>
                  <a:cubicBezTo>
                    <a:pt x="17803" y="20184"/>
                    <a:pt x="17803" y="20184"/>
                    <a:pt x="17803" y="20184"/>
                  </a:cubicBezTo>
                  <a:cubicBezTo>
                    <a:pt x="17888" y="20272"/>
                    <a:pt x="17888" y="20449"/>
                    <a:pt x="17888" y="20538"/>
                  </a:cubicBezTo>
                  <a:cubicBezTo>
                    <a:pt x="17888" y="21157"/>
                    <a:pt x="17466" y="21600"/>
                    <a:pt x="16875" y="21600"/>
                  </a:cubicBezTo>
                  <a:cubicBezTo>
                    <a:pt x="16622" y="21600"/>
                    <a:pt x="16453" y="21511"/>
                    <a:pt x="16284" y="21423"/>
                  </a:cubicBezTo>
                  <a:cubicBezTo>
                    <a:pt x="16284" y="21423"/>
                    <a:pt x="16284" y="21423"/>
                    <a:pt x="16284" y="21423"/>
                  </a:cubicBezTo>
                  <a:cubicBezTo>
                    <a:pt x="10800" y="17262"/>
                    <a:pt x="10800" y="17262"/>
                    <a:pt x="10800" y="17262"/>
                  </a:cubicBezTo>
                  <a:cubicBezTo>
                    <a:pt x="5316" y="21423"/>
                    <a:pt x="5316" y="21423"/>
                    <a:pt x="5316" y="21423"/>
                  </a:cubicBezTo>
                  <a:cubicBezTo>
                    <a:pt x="5316" y="21423"/>
                    <a:pt x="5316" y="21423"/>
                    <a:pt x="5316" y="21423"/>
                  </a:cubicBezTo>
                  <a:cubicBezTo>
                    <a:pt x="5147" y="21511"/>
                    <a:pt x="4978" y="21600"/>
                    <a:pt x="4725" y="21600"/>
                  </a:cubicBezTo>
                  <a:cubicBezTo>
                    <a:pt x="4134" y="21600"/>
                    <a:pt x="3712" y="21157"/>
                    <a:pt x="3712" y="20538"/>
                  </a:cubicBezTo>
                  <a:cubicBezTo>
                    <a:pt x="3712" y="20449"/>
                    <a:pt x="3712" y="20272"/>
                    <a:pt x="3797" y="20184"/>
                  </a:cubicBezTo>
                  <a:cubicBezTo>
                    <a:pt x="5822" y="13456"/>
                    <a:pt x="5822" y="13456"/>
                    <a:pt x="5822" y="13456"/>
                  </a:cubicBezTo>
                  <a:cubicBezTo>
                    <a:pt x="422" y="9384"/>
                    <a:pt x="422" y="9384"/>
                    <a:pt x="422" y="9384"/>
                  </a:cubicBezTo>
                  <a:cubicBezTo>
                    <a:pt x="422" y="9384"/>
                    <a:pt x="422" y="9384"/>
                    <a:pt x="422" y="9384"/>
                  </a:cubicBezTo>
                  <a:cubicBezTo>
                    <a:pt x="169" y="9207"/>
                    <a:pt x="0" y="8852"/>
                    <a:pt x="0" y="8498"/>
                  </a:cubicBezTo>
                  <a:cubicBezTo>
                    <a:pt x="0" y="7879"/>
                    <a:pt x="422" y="7436"/>
                    <a:pt x="1012" y="7436"/>
                  </a:cubicBezTo>
                  <a:cubicBezTo>
                    <a:pt x="7762" y="7436"/>
                    <a:pt x="7762" y="7436"/>
                    <a:pt x="7762" y="7436"/>
                  </a:cubicBezTo>
                  <a:cubicBezTo>
                    <a:pt x="9872" y="708"/>
                    <a:pt x="9872" y="708"/>
                    <a:pt x="9872" y="708"/>
                  </a:cubicBezTo>
                  <a:cubicBezTo>
                    <a:pt x="9956" y="354"/>
                    <a:pt x="10378" y="0"/>
                    <a:pt x="10800" y="0"/>
                  </a:cubicBezTo>
                  <a:cubicBezTo>
                    <a:pt x="11222" y="0"/>
                    <a:pt x="11644" y="354"/>
                    <a:pt x="11728" y="708"/>
                  </a:cubicBezTo>
                  <a:cubicBezTo>
                    <a:pt x="13838" y="7436"/>
                    <a:pt x="13838" y="7436"/>
                    <a:pt x="13838" y="7436"/>
                  </a:cubicBezTo>
                  <a:cubicBezTo>
                    <a:pt x="20588" y="7436"/>
                    <a:pt x="20588" y="7436"/>
                    <a:pt x="20588" y="7436"/>
                  </a:cubicBezTo>
                  <a:cubicBezTo>
                    <a:pt x="21178" y="7436"/>
                    <a:pt x="21600" y="7879"/>
                    <a:pt x="21600" y="8498"/>
                  </a:cubicBezTo>
                  <a:cubicBezTo>
                    <a:pt x="21600" y="8852"/>
                    <a:pt x="21431" y="9207"/>
                    <a:pt x="21178" y="9384"/>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8" name="Shape">
              <a:extLst>
                <a:ext uri="{FF2B5EF4-FFF2-40B4-BE49-F238E27FC236}">
                  <a16:creationId xmlns:a16="http://schemas.microsoft.com/office/drawing/2014/main" id="{314E0397-58B2-6C7A-FA99-B46B8418077E}"/>
                </a:ext>
              </a:extLst>
            </p:cNvPr>
            <p:cNvSpPr/>
            <p:nvPr/>
          </p:nvSpPr>
          <p:spPr>
            <a:xfrm>
              <a:off x="6293248" y="6147653"/>
              <a:ext cx="514477" cy="427319"/>
            </a:xfrm>
            <a:custGeom>
              <a:avLst/>
              <a:gdLst/>
              <a:ahLst/>
              <a:cxnLst>
                <a:cxn ang="0">
                  <a:pos x="wd2" y="hd2"/>
                </a:cxn>
                <a:cxn ang="5400000">
                  <a:pos x="wd2" y="hd2"/>
                </a:cxn>
                <a:cxn ang="10800000">
                  <a:pos x="wd2" y="hd2"/>
                </a:cxn>
                <a:cxn ang="16200000">
                  <a:pos x="wd2" y="hd2"/>
                </a:cxn>
              </a:cxnLst>
              <a:rect l="0" t="0" r="r" b="b"/>
              <a:pathLst>
                <a:path w="21600" h="21600" extrusionOk="0">
                  <a:moveTo>
                    <a:pt x="20571" y="12748"/>
                  </a:moveTo>
                  <a:cubicBezTo>
                    <a:pt x="20229" y="12748"/>
                    <a:pt x="20229" y="12748"/>
                    <a:pt x="20229" y="12748"/>
                  </a:cubicBezTo>
                  <a:cubicBezTo>
                    <a:pt x="19886" y="12748"/>
                    <a:pt x="19886" y="12748"/>
                    <a:pt x="19886" y="12748"/>
                  </a:cubicBezTo>
                  <a:cubicBezTo>
                    <a:pt x="19886" y="14518"/>
                    <a:pt x="19886" y="14518"/>
                    <a:pt x="19886" y="14518"/>
                  </a:cubicBezTo>
                  <a:cubicBezTo>
                    <a:pt x="19886" y="14607"/>
                    <a:pt x="19886" y="14695"/>
                    <a:pt x="19886" y="14695"/>
                  </a:cubicBezTo>
                  <a:cubicBezTo>
                    <a:pt x="19886" y="14784"/>
                    <a:pt x="19800" y="14784"/>
                    <a:pt x="19800" y="14872"/>
                  </a:cubicBezTo>
                  <a:cubicBezTo>
                    <a:pt x="19800" y="14872"/>
                    <a:pt x="19800" y="14872"/>
                    <a:pt x="19800" y="14961"/>
                  </a:cubicBezTo>
                  <a:cubicBezTo>
                    <a:pt x="19800" y="14961"/>
                    <a:pt x="19800" y="15049"/>
                    <a:pt x="19714" y="15049"/>
                  </a:cubicBezTo>
                  <a:cubicBezTo>
                    <a:pt x="19714" y="15049"/>
                    <a:pt x="19714" y="15049"/>
                    <a:pt x="19714" y="15138"/>
                  </a:cubicBezTo>
                  <a:cubicBezTo>
                    <a:pt x="19714" y="15138"/>
                    <a:pt x="19629" y="15226"/>
                    <a:pt x="19629" y="15226"/>
                  </a:cubicBezTo>
                  <a:cubicBezTo>
                    <a:pt x="19629" y="15226"/>
                    <a:pt x="19629" y="15226"/>
                    <a:pt x="19543" y="15226"/>
                  </a:cubicBezTo>
                  <a:cubicBezTo>
                    <a:pt x="19371" y="15492"/>
                    <a:pt x="19114" y="15580"/>
                    <a:pt x="18857" y="15580"/>
                  </a:cubicBezTo>
                  <a:cubicBezTo>
                    <a:pt x="18857" y="15580"/>
                    <a:pt x="18857" y="15580"/>
                    <a:pt x="18857" y="15580"/>
                  </a:cubicBezTo>
                  <a:cubicBezTo>
                    <a:pt x="18600" y="15580"/>
                    <a:pt x="18343" y="15492"/>
                    <a:pt x="18171" y="15226"/>
                  </a:cubicBezTo>
                  <a:cubicBezTo>
                    <a:pt x="15686" y="12748"/>
                    <a:pt x="15686" y="12748"/>
                    <a:pt x="15686" y="12748"/>
                  </a:cubicBezTo>
                  <a:cubicBezTo>
                    <a:pt x="15600" y="12748"/>
                    <a:pt x="15600" y="12748"/>
                    <a:pt x="15600" y="12748"/>
                  </a:cubicBezTo>
                  <a:cubicBezTo>
                    <a:pt x="6171" y="12748"/>
                    <a:pt x="6171" y="12748"/>
                    <a:pt x="6171" y="12748"/>
                  </a:cubicBezTo>
                  <a:cubicBezTo>
                    <a:pt x="5571" y="12748"/>
                    <a:pt x="5143" y="12305"/>
                    <a:pt x="5143" y="11685"/>
                  </a:cubicBezTo>
                  <a:cubicBezTo>
                    <a:pt x="5143" y="1062"/>
                    <a:pt x="5143" y="1062"/>
                    <a:pt x="5143" y="1062"/>
                  </a:cubicBezTo>
                  <a:cubicBezTo>
                    <a:pt x="5143" y="443"/>
                    <a:pt x="5571" y="0"/>
                    <a:pt x="6171" y="0"/>
                  </a:cubicBezTo>
                  <a:cubicBezTo>
                    <a:pt x="20571" y="0"/>
                    <a:pt x="20571" y="0"/>
                    <a:pt x="20571" y="0"/>
                  </a:cubicBezTo>
                  <a:cubicBezTo>
                    <a:pt x="21171" y="0"/>
                    <a:pt x="21600" y="443"/>
                    <a:pt x="21600" y="1062"/>
                  </a:cubicBezTo>
                  <a:cubicBezTo>
                    <a:pt x="21600" y="11685"/>
                    <a:pt x="21600" y="11685"/>
                    <a:pt x="21600" y="11685"/>
                  </a:cubicBezTo>
                  <a:cubicBezTo>
                    <a:pt x="21600" y="12305"/>
                    <a:pt x="21171" y="12748"/>
                    <a:pt x="20571" y="12748"/>
                  </a:cubicBezTo>
                  <a:moveTo>
                    <a:pt x="15257" y="13810"/>
                  </a:moveTo>
                  <a:cubicBezTo>
                    <a:pt x="17400" y="16023"/>
                    <a:pt x="17400" y="16023"/>
                    <a:pt x="17400" y="16023"/>
                  </a:cubicBezTo>
                  <a:cubicBezTo>
                    <a:pt x="17400" y="16023"/>
                    <a:pt x="17400" y="16023"/>
                    <a:pt x="17400" y="16023"/>
                  </a:cubicBezTo>
                  <a:cubicBezTo>
                    <a:pt x="17829" y="16377"/>
                    <a:pt x="18343" y="16643"/>
                    <a:pt x="18857" y="16643"/>
                  </a:cubicBezTo>
                  <a:cubicBezTo>
                    <a:pt x="18857" y="17351"/>
                    <a:pt x="18857" y="17351"/>
                    <a:pt x="18857" y="17351"/>
                  </a:cubicBezTo>
                  <a:cubicBezTo>
                    <a:pt x="18857" y="17970"/>
                    <a:pt x="18429" y="18413"/>
                    <a:pt x="17829" y="18413"/>
                  </a:cubicBezTo>
                  <a:cubicBezTo>
                    <a:pt x="10629" y="18413"/>
                    <a:pt x="10629" y="18413"/>
                    <a:pt x="10629" y="18413"/>
                  </a:cubicBezTo>
                  <a:cubicBezTo>
                    <a:pt x="8229" y="18413"/>
                    <a:pt x="8229" y="18413"/>
                    <a:pt x="8229" y="18413"/>
                  </a:cubicBezTo>
                  <a:cubicBezTo>
                    <a:pt x="7200" y="18413"/>
                    <a:pt x="7200" y="18413"/>
                    <a:pt x="7200" y="18413"/>
                  </a:cubicBezTo>
                  <a:cubicBezTo>
                    <a:pt x="6943" y="18413"/>
                    <a:pt x="6943" y="18413"/>
                    <a:pt x="6943" y="18413"/>
                  </a:cubicBezTo>
                  <a:cubicBezTo>
                    <a:pt x="4114" y="21246"/>
                    <a:pt x="4114" y="21246"/>
                    <a:pt x="4114" y="21246"/>
                  </a:cubicBezTo>
                  <a:cubicBezTo>
                    <a:pt x="3943" y="21511"/>
                    <a:pt x="3686" y="21600"/>
                    <a:pt x="3429" y="21600"/>
                  </a:cubicBezTo>
                  <a:cubicBezTo>
                    <a:pt x="3429" y="21600"/>
                    <a:pt x="3429" y="21600"/>
                    <a:pt x="3429" y="21600"/>
                  </a:cubicBezTo>
                  <a:cubicBezTo>
                    <a:pt x="3171" y="21600"/>
                    <a:pt x="2914" y="21511"/>
                    <a:pt x="2743" y="21246"/>
                  </a:cubicBezTo>
                  <a:cubicBezTo>
                    <a:pt x="2657" y="21246"/>
                    <a:pt x="2657" y="21246"/>
                    <a:pt x="2657" y="21246"/>
                  </a:cubicBezTo>
                  <a:cubicBezTo>
                    <a:pt x="2657" y="21246"/>
                    <a:pt x="2571" y="21157"/>
                    <a:pt x="2571" y="21157"/>
                  </a:cubicBezTo>
                  <a:cubicBezTo>
                    <a:pt x="2571" y="21069"/>
                    <a:pt x="2571" y="21069"/>
                    <a:pt x="2571" y="21069"/>
                  </a:cubicBezTo>
                  <a:cubicBezTo>
                    <a:pt x="2486" y="21069"/>
                    <a:pt x="2486" y="20980"/>
                    <a:pt x="2486" y="20980"/>
                  </a:cubicBezTo>
                  <a:cubicBezTo>
                    <a:pt x="2486" y="20892"/>
                    <a:pt x="2486" y="20892"/>
                    <a:pt x="2486" y="20892"/>
                  </a:cubicBezTo>
                  <a:cubicBezTo>
                    <a:pt x="2486" y="20803"/>
                    <a:pt x="2400" y="20803"/>
                    <a:pt x="2400" y="20715"/>
                  </a:cubicBezTo>
                  <a:cubicBezTo>
                    <a:pt x="2400" y="20715"/>
                    <a:pt x="2400" y="20626"/>
                    <a:pt x="2400" y="20538"/>
                  </a:cubicBezTo>
                  <a:cubicBezTo>
                    <a:pt x="2400" y="18413"/>
                    <a:pt x="2400" y="18413"/>
                    <a:pt x="2400" y="18413"/>
                  </a:cubicBezTo>
                  <a:cubicBezTo>
                    <a:pt x="2229" y="18413"/>
                    <a:pt x="2229" y="18413"/>
                    <a:pt x="2229" y="18413"/>
                  </a:cubicBezTo>
                  <a:cubicBezTo>
                    <a:pt x="1029" y="18413"/>
                    <a:pt x="1029" y="18413"/>
                    <a:pt x="1029" y="18413"/>
                  </a:cubicBezTo>
                  <a:cubicBezTo>
                    <a:pt x="429" y="18413"/>
                    <a:pt x="0" y="17970"/>
                    <a:pt x="0" y="17351"/>
                  </a:cubicBezTo>
                  <a:cubicBezTo>
                    <a:pt x="0" y="5311"/>
                    <a:pt x="0" y="5311"/>
                    <a:pt x="0" y="5311"/>
                  </a:cubicBezTo>
                  <a:cubicBezTo>
                    <a:pt x="0" y="4692"/>
                    <a:pt x="429" y="4249"/>
                    <a:pt x="1029" y="4249"/>
                  </a:cubicBezTo>
                  <a:cubicBezTo>
                    <a:pt x="4114" y="4249"/>
                    <a:pt x="4114" y="4249"/>
                    <a:pt x="4114" y="4249"/>
                  </a:cubicBezTo>
                  <a:cubicBezTo>
                    <a:pt x="4114" y="11685"/>
                    <a:pt x="4114" y="11685"/>
                    <a:pt x="4114" y="11685"/>
                  </a:cubicBezTo>
                  <a:cubicBezTo>
                    <a:pt x="4114" y="12836"/>
                    <a:pt x="5057" y="13810"/>
                    <a:pt x="6171" y="13810"/>
                  </a:cubicBezTo>
                  <a:lnTo>
                    <a:pt x="15257" y="13810"/>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9" name="Shape">
              <a:extLst>
                <a:ext uri="{FF2B5EF4-FFF2-40B4-BE49-F238E27FC236}">
                  <a16:creationId xmlns:a16="http://schemas.microsoft.com/office/drawing/2014/main" id="{B9D56985-37DD-2918-E0E5-6C7171944ABC}"/>
                </a:ext>
              </a:extLst>
            </p:cNvPr>
            <p:cNvSpPr/>
            <p:nvPr/>
          </p:nvSpPr>
          <p:spPr>
            <a:xfrm>
              <a:off x="5376138" y="6154630"/>
              <a:ext cx="522612" cy="406389"/>
            </a:xfrm>
            <a:custGeom>
              <a:avLst/>
              <a:gdLst/>
              <a:ahLst/>
              <a:cxnLst>
                <a:cxn ang="0">
                  <a:pos x="wd2" y="hd2"/>
                </a:cxn>
                <a:cxn ang="5400000">
                  <a:pos x="wd2" y="hd2"/>
                </a:cxn>
                <a:cxn ang="10800000">
                  <a:pos x="wd2" y="hd2"/>
                </a:cxn>
                <a:cxn ang="16200000">
                  <a:pos x="wd2" y="hd2"/>
                </a:cxn>
              </a:cxnLst>
              <a:rect l="0" t="0" r="r" b="b"/>
              <a:pathLst>
                <a:path w="21600" h="21600" extrusionOk="0">
                  <a:moveTo>
                    <a:pt x="20587" y="18248"/>
                  </a:moveTo>
                  <a:cubicBezTo>
                    <a:pt x="15862" y="18248"/>
                    <a:pt x="15862" y="18248"/>
                    <a:pt x="15862" y="18248"/>
                  </a:cubicBezTo>
                  <a:cubicBezTo>
                    <a:pt x="8100" y="18248"/>
                    <a:pt x="8100" y="18248"/>
                    <a:pt x="8100" y="18248"/>
                  </a:cubicBezTo>
                  <a:cubicBezTo>
                    <a:pt x="7087" y="18248"/>
                    <a:pt x="7087" y="18248"/>
                    <a:pt x="7087" y="18248"/>
                  </a:cubicBezTo>
                  <a:cubicBezTo>
                    <a:pt x="6834" y="18248"/>
                    <a:pt x="6834" y="18248"/>
                    <a:pt x="6834" y="18248"/>
                  </a:cubicBezTo>
                  <a:cubicBezTo>
                    <a:pt x="4050" y="21228"/>
                    <a:pt x="4050" y="21228"/>
                    <a:pt x="4050" y="21228"/>
                  </a:cubicBezTo>
                  <a:cubicBezTo>
                    <a:pt x="3881" y="21507"/>
                    <a:pt x="3628" y="21600"/>
                    <a:pt x="3375" y="21600"/>
                  </a:cubicBezTo>
                  <a:cubicBezTo>
                    <a:pt x="3375" y="21600"/>
                    <a:pt x="3375" y="21600"/>
                    <a:pt x="3375" y="21600"/>
                  </a:cubicBezTo>
                  <a:cubicBezTo>
                    <a:pt x="3122" y="21600"/>
                    <a:pt x="2869" y="21507"/>
                    <a:pt x="2700" y="21228"/>
                  </a:cubicBezTo>
                  <a:cubicBezTo>
                    <a:pt x="2616" y="21228"/>
                    <a:pt x="2616" y="21228"/>
                    <a:pt x="2616" y="21228"/>
                  </a:cubicBezTo>
                  <a:cubicBezTo>
                    <a:pt x="2616" y="21228"/>
                    <a:pt x="2531" y="21134"/>
                    <a:pt x="2531" y="21134"/>
                  </a:cubicBezTo>
                  <a:cubicBezTo>
                    <a:pt x="2531" y="21041"/>
                    <a:pt x="2531" y="21041"/>
                    <a:pt x="2531" y="21041"/>
                  </a:cubicBezTo>
                  <a:cubicBezTo>
                    <a:pt x="2447" y="21041"/>
                    <a:pt x="2447" y="20948"/>
                    <a:pt x="2447" y="20948"/>
                  </a:cubicBezTo>
                  <a:cubicBezTo>
                    <a:pt x="2447" y="20855"/>
                    <a:pt x="2447" y="20855"/>
                    <a:pt x="2447" y="20855"/>
                  </a:cubicBezTo>
                  <a:cubicBezTo>
                    <a:pt x="2447" y="20762"/>
                    <a:pt x="2362" y="20762"/>
                    <a:pt x="2362" y="20669"/>
                  </a:cubicBezTo>
                  <a:cubicBezTo>
                    <a:pt x="2362" y="20669"/>
                    <a:pt x="2362" y="20576"/>
                    <a:pt x="2362" y="20483"/>
                  </a:cubicBezTo>
                  <a:cubicBezTo>
                    <a:pt x="2362" y="18248"/>
                    <a:pt x="2362" y="18248"/>
                    <a:pt x="2362" y="18248"/>
                  </a:cubicBezTo>
                  <a:cubicBezTo>
                    <a:pt x="2194" y="18248"/>
                    <a:pt x="2194" y="18248"/>
                    <a:pt x="2194" y="18248"/>
                  </a:cubicBezTo>
                  <a:cubicBezTo>
                    <a:pt x="1013" y="18248"/>
                    <a:pt x="1013" y="18248"/>
                    <a:pt x="1013" y="18248"/>
                  </a:cubicBezTo>
                  <a:cubicBezTo>
                    <a:pt x="422" y="18248"/>
                    <a:pt x="0" y="17783"/>
                    <a:pt x="0" y="17131"/>
                  </a:cubicBezTo>
                  <a:cubicBezTo>
                    <a:pt x="0" y="1117"/>
                    <a:pt x="0" y="1117"/>
                    <a:pt x="0" y="1117"/>
                  </a:cubicBezTo>
                  <a:cubicBezTo>
                    <a:pt x="0" y="466"/>
                    <a:pt x="422" y="0"/>
                    <a:pt x="1013" y="0"/>
                  </a:cubicBezTo>
                  <a:cubicBezTo>
                    <a:pt x="20587" y="0"/>
                    <a:pt x="20587" y="0"/>
                    <a:pt x="20587" y="0"/>
                  </a:cubicBezTo>
                  <a:cubicBezTo>
                    <a:pt x="21178" y="0"/>
                    <a:pt x="21600" y="466"/>
                    <a:pt x="21600" y="1117"/>
                  </a:cubicBezTo>
                  <a:cubicBezTo>
                    <a:pt x="21600" y="17131"/>
                    <a:pt x="21600" y="17131"/>
                    <a:pt x="21600" y="17131"/>
                  </a:cubicBezTo>
                  <a:cubicBezTo>
                    <a:pt x="21600" y="17783"/>
                    <a:pt x="21178" y="18248"/>
                    <a:pt x="20587" y="18248"/>
                  </a:cubicBezTo>
                  <a:moveTo>
                    <a:pt x="5737" y="7076"/>
                  </a:moveTo>
                  <a:cubicBezTo>
                    <a:pt x="4641" y="7076"/>
                    <a:pt x="3712" y="8100"/>
                    <a:pt x="3712" y="9310"/>
                  </a:cubicBezTo>
                  <a:cubicBezTo>
                    <a:pt x="3712" y="10521"/>
                    <a:pt x="4641" y="11545"/>
                    <a:pt x="5737" y="11545"/>
                  </a:cubicBezTo>
                  <a:cubicBezTo>
                    <a:pt x="6834" y="11545"/>
                    <a:pt x="7762" y="10521"/>
                    <a:pt x="7762" y="9310"/>
                  </a:cubicBezTo>
                  <a:cubicBezTo>
                    <a:pt x="7762" y="8100"/>
                    <a:pt x="6834" y="7076"/>
                    <a:pt x="5737" y="7076"/>
                  </a:cubicBezTo>
                  <a:moveTo>
                    <a:pt x="10800" y="7076"/>
                  </a:moveTo>
                  <a:cubicBezTo>
                    <a:pt x="9703" y="7076"/>
                    <a:pt x="8775" y="8100"/>
                    <a:pt x="8775" y="9310"/>
                  </a:cubicBezTo>
                  <a:cubicBezTo>
                    <a:pt x="8775" y="10521"/>
                    <a:pt x="9703" y="11545"/>
                    <a:pt x="10800" y="11545"/>
                  </a:cubicBezTo>
                  <a:cubicBezTo>
                    <a:pt x="11897" y="11545"/>
                    <a:pt x="12825" y="10521"/>
                    <a:pt x="12825" y="9310"/>
                  </a:cubicBezTo>
                  <a:cubicBezTo>
                    <a:pt x="12825" y="8100"/>
                    <a:pt x="11897" y="7076"/>
                    <a:pt x="10800" y="7076"/>
                  </a:cubicBezTo>
                  <a:moveTo>
                    <a:pt x="15862" y="7076"/>
                  </a:moveTo>
                  <a:cubicBezTo>
                    <a:pt x="14766" y="7076"/>
                    <a:pt x="13837" y="8100"/>
                    <a:pt x="13837" y="9310"/>
                  </a:cubicBezTo>
                  <a:cubicBezTo>
                    <a:pt x="13837" y="10521"/>
                    <a:pt x="14766" y="11545"/>
                    <a:pt x="15862" y="11545"/>
                  </a:cubicBezTo>
                  <a:cubicBezTo>
                    <a:pt x="16959" y="11545"/>
                    <a:pt x="17887" y="10521"/>
                    <a:pt x="17887" y="9310"/>
                  </a:cubicBezTo>
                  <a:cubicBezTo>
                    <a:pt x="17887" y="8100"/>
                    <a:pt x="16959" y="7076"/>
                    <a:pt x="15862" y="7076"/>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0" name="Shape">
              <a:extLst>
                <a:ext uri="{FF2B5EF4-FFF2-40B4-BE49-F238E27FC236}">
                  <a16:creationId xmlns:a16="http://schemas.microsoft.com/office/drawing/2014/main" id="{E5105963-95F5-A7CE-7297-251B39F11217}"/>
                </a:ext>
              </a:extLst>
            </p:cNvPr>
            <p:cNvSpPr/>
            <p:nvPr/>
          </p:nvSpPr>
          <p:spPr>
            <a:xfrm>
              <a:off x="4459029" y="6154630"/>
              <a:ext cx="524645" cy="406389"/>
            </a:xfrm>
            <a:custGeom>
              <a:avLst/>
              <a:gdLst/>
              <a:ahLst/>
              <a:cxnLst>
                <a:cxn ang="0">
                  <a:pos x="wd2" y="hd2"/>
                </a:cxn>
                <a:cxn ang="5400000">
                  <a:pos x="wd2" y="hd2"/>
                </a:cxn>
                <a:cxn ang="10800000">
                  <a:pos x="wd2" y="hd2"/>
                </a:cxn>
                <a:cxn ang="16200000">
                  <a:pos x="wd2" y="hd2"/>
                </a:cxn>
              </a:cxnLst>
              <a:rect l="0" t="0" r="r" b="b"/>
              <a:pathLst>
                <a:path w="21600" h="21600" extrusionOk="0">
                  <a:moveTo>
                    <a:pt x="20588" y="18248"/>
                  </a:moveTo>
                  <a:cubicBezTo>
                    <a:pt x="12150" y="18248"/>
                    <a:pt x="12150" y="18248"/>
                    <a:pt x="12150" y="18248"/>
                  </a:cubicBezTo>
                  <a:cubicBezTo>
                    <a:pt x="8100" y="18248"/>
                    <a:pt x="8100" y="18248"/>
                    <a:pt x="8100" y="18248"/>
                  </a:cubicBezTo>
                  <a:cubicBezTo>
                    <a:pt x="7087" y="18248"/>
                    <a:pt x="7087" y="18248"/>
                    <a:pt x="7087" y="18248"/>
                  </a:cubicBezTo>
                  <a:cubicBezTo>
                    <a:pt x="6834" y="18248"/>
                    <a:pt x="6834" y="18248"/>
                    <a:pt x="6834" y="18248"/>
                  </a:cubicBezTo>
                  <a:cubicBezTo>
                    <a:pt x="4050" y="21228"/>
                    <a:pt x="4050" y="21228"/>
                    <a:pt x="4050" y="21228"/>
                  </a:cubicBezTo>
                  <a:cubicBezTo>
                    <a:pt x="3881" y="21507"/>
                    <a:pt x="3628" y="21600"/>
                    <a:pt x="3375" y="21600"/>
                  </a:cubicBezTo>
                  <a:cubicBezTo>
                    <a:pt x="3375" y="21600"/>
                    <a:pt x="3375" y="21600"/>
                    <a:pt x="3375" y="21600"/>
                  </a:cubicBezTo>
                  <a:cubicBezTo>
                    <a:pt x="3122" y="21600"/>
                    <a:pt x="2869" y="21507"/>
                    <a:pt x="2700" y="21228"/>
                  </a:cubicBezTo>
                  <a:cubicBezTo>
                    <a:pt x="2616" y="21228"/>
                    <a:pt x="2616" y="21228"/>
                    <a:pt x="2616" y="21228"/>
                  </a:cubicBezTo>
                  <a:cubicBezTo>
                    <a:pt x="2616" y="21228"/>
                    <a:pt x="2531" y="21134"/>
                    <a:pt x="2531" y="21134"/>
                  </a:cubicBezTo>
                  <a:cubicBezTo>
                    <a:pt x="2531" y="21041"/>
                    <a:pt x="2531" y="21041"/>
                    <a:pt x="2531" y="21041"/>
                  </a:cubicBezTo>
                  <a:cubicBezTo>
                    <a:pt x="2447" y="21041"/>
                    <a:pt x="2447" y="20948"/>
                    <a:pt x="2447" y="20948"/>
                  </a:cubicBezTo>
                  <a:cubicBezTo>
                    <a:pt x="2447" y="20855"/>
                    <a:pt x="2447" y="20855"/>
                    <a:pt x="2447" y="20855"/>
                  </a:cubicBezTo>
                  <a:cubicBezTo>
                    <a:pt x="2447" y="20762"/>
                    <a:pt x="2362" y="20762"/>
                    <a:pt x="2362" y="20669"/>
                  </a:cubicBezTo>
                  <a:cubicBezTo>
                    <a:pt x="2362" y="20669"/>
                    <a:pt x="2362" y="20576"/>
                    <a:pt x="2362" y="20483"/>
                  </a:cubicBezTo>
                  <a:cubicBezTo>
                    <a:pt x="2362" y="18248"/>
                    <a:pt x="2362" y="18248"/>
                    <a:pt x="2362" y="18248"/>
                  </a:cubicBezTo>
                  <a:cubicBezTo>
                    <a:pt x="2194" y="18248"/>
                    <a:pt x="2194" y="18248"/>
                    <a:pt x="2194" y="18248"/>
                  </a:cubicBezTo>
                  <a:cubicBezTo>
                    <a:pt x="1012" y="18248"/>
                    <a:pt x="1012" y="18248"/>
                    <a:pt x="1012" y="18248"/>
                  </a:cubicBezTo>
                  <a:cubicBezTo>
                    <a:pt x="422" y="18248"/>
                    <a:pt x="0" y="17783"/>
                    <a:pt x="0" y="17131"/>
                  </a:cubicBezTo>
                  <a:cubicBezTo>
                    <a:pt x="0" y="1117"/>
                    <a:pt x="0" y="1117"/>
                    <a:pt x="0" y="1117"/>
                  </a:cubicBezTo>
                  <a:cubicBezTo>
                    <a:pt x="0" y="466"/>
                    <a:pt x="422" y="0"/>
                    <a:pt x="1012" y="0"/>
                  </a:cubicBezTo>
                  <a:cubicBezTo>
                    <a:pt x="20588" y="0"/>
                    <a:pt x="20588" y="0"/>
                    <a:pt x="20588" y="0"/>
                  </a:cubicBezTo>
                  <a:cubicBezTo>
                    <a:pt x="21178" y="0"/>
                    <a:pt x="21600" y="466"/>
                    <a:pt x="21600" y="1117"/>
                  </a:cubicBezTo>
                  <a:cubicBezTo>
                    <a:pt x="21600" y="17131"/>
                    <a:pt x="21600" y="17131"/>
                    <a:pt x="21600" y="17131"/>
                  </a:cubicBezTo>
                  <a:cubicBezTo>
                    <a:pt x="21600" y="17783"/>
                    <a:pt x="21178" y="18248"/>
                    <a:pt x="20588" y="18248"/>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1" name="Shape">
              <a:extLst>
                <a:ext uri="{FF2B5EF4-FFF2-40B4-BE49-F238E27FC236}">
                  <a16:creationId xmlns:a16="http://schemas.microsoft.com/office/drawing/2014/main" id="{C9AB54B7-D89A-C170-813B-80C99DD83762}"/>
                </a:ext>
              </a:extLst>
            </p:cNvPr>
            <p:cNvSpPr/>
            <p:nvPr/>
          </p:nvSpPr>
          <p:spPr>
            <a:xfrm>
              <a:off x="3543952" y="6154630"/>
              <a:ext cx="522611" cy="406389"/>
            </a:xfrm>
            <a:custGeom>
              <a:avLst/>
              <a:gdLst/>
              <a:ahLst/>
              <a:cxnLst>
                <a:cxn ang="0">
                  <a:pos x="wd2" y="hd2"/>
                </a:cxn>
                <a:cxn ang="5400000">
                  <a:pos x="wd2" y="hd2"/>
                </a:cxn>
                <a:cxn ang="10800000">
                  <a:pos x="wd2" y="hd2"/>
                </a:cxn>
                <a:cxn ang="16200000">
                  <a:pos x="wd2" y="hd2"/>
                </a:cxn>
              </a:cxnLst>
              <a:rect l="0" t="0" r="r" b="b"/>
              <a:pathLst>
                <a:path w="21600" h="21600" extrusionOk="0">
                  <a:moveTo>
                    <a:pt x="20588" y="18248"/>
                  </a:moveTo>
                  <a:cubicBezTo>
                    <a:pt x="7087" y="18248"/>
                    <a:pt x="7087" y="18248"/>
                    <a:pt x="7087" y="18248"/>
                  </a:cubicBezTo>
                  <a:cubicBezTo>
                    <a:pt x="6834" y="18248"/>
                    <a:pt x="6834" y="18248"/>
                    <a:pt x="6834" y="18248"/>
                  </a:cubicBezTo>
                  <a:cubicBezTo>
                    <a:pt x="4050" y="21228"/>
                    <a:pt x="4050" y="21228"/>
                    <a:pt x="4050" y="21228"/>
                  </a:cubicBezTo>
                  <a:cubicBezTo>
                    <a:pt x="3881" y="21507"/>
                    <a:pt x="3628" y="21600"/>
                    <a:pt x="3375" y="21600"/>
                  </a:cubicBezTo>
                  <a:cubicBezTo>
                    <a:pt x="3375" y="21600"/>
                    <a:pt x="3375" y="21600"/>
                    <a:pt x="3375" y="21600"/>
                  </a:cubicBezTo>
                  <a:cubicBezTo>
                    <a:pt x="3122" y="21600"/>
                    <a:pt x="2869" y="21507"/>
                    <a:pt x="2700" y="21228"/>
                  </a:cubicBezTo>
                  <a:cubicBezTo>
                    <a:pt x="2616" y="21228"/>
                    <a:pt x="2616" y="21228"/>
                    <a:pt x="2616" y="21228"/>
                  </a:cubicBezTo>
                  <a:cubicBezTo>
                    <a:pt x="2616" y="21228"/>
                    <a:pt x="2531" y="21134"/>
                    <a:pt x="2531" y="21134"/>
                  </a:cubicBezTo>
                  <a:cubicBezTo>
                    <a:pt x="2531" y="21041"/>
                    <a:pt x="2531" y="21041"/>
                    <a:pt x="2531" y="21041"/>
                  </a:cubicBezTo>
                  <a:cubicBezTo>
                    <a:pt x="2447" y="21041"/>
                    <a:pt x="2447" y="20948"/>
                    <a:pt x="2447" y="20948"/>
                  </a:cubicBezTo>
                  <a:cubicBezTo>
                    <a:pt x="2447" y="20855"/>
                    <a:pt x="2447" y="20855"/>
                    <a:pt x="2447" y="20855"/>
                  </a:cubicBezTo>
                  <a:cubicBezTo>
                    <a:pt x="2447" y="20762"/>
                    <a:pt x="2362" y="20762"/>
                    <a:pt x="2362" y="20669"/>
                  </a:cubicBezTo>
                  <a:cubicBezTo>
                    <a:pt x="2362" y="20669"/>
                    <a:pt x="2362" y="20576"/>
                    <a:pt x="2362" y="20483"/>
                  </a:cubicBezTo>
                  <a:cubicBezTo>
                    <a:pt x="2362" y="18248"/>
                    <a:pt x="2362" y="18248"/>
                    <a:pt x="2362" y="18248"/>
                  </a:cubicBezTo>
                  <a:cubicBezTo>
                    <a:pt x="1012" y="18248"/>
                    <a:pt x="1012" y="18248"/>
                    <a:pt x="1012" y="18248"/>
                  </a:cubicBezTo>
                  <a:cubicBezTo>
                    <a:pt x="422" y="18248"/>
                    <a:pt x="0" y="17783"/>
                    <a:pt x="0" y="17131"/>
                  </a:cubicBezTo>
                  <a:cubicBezTo>
                    <a:pt x="0" y="1117"/>
                    <a:pt x="0" y="1117"/>
                    <a:pt x="0" y="1117"/>
                  </a:cubicBezTo>
                  <a:cubicBezTo>
                    <a:pt x="0" y="466"/>
                    <a:pt x="422" y="0"/>
                    <a:pt x="1012" y="0"/>
                  </a:cubicBezTo>
                  <a:cubicBezTo>
                    <a:pt x="20588" y="0"/>
                    <a:pt x="20588" y="0"/>
                    <a:pt x="20588" y="0"/>
                  </a:cubicBezTo>
                  <a:cubicBezTo>
                    <a:pt x="21178" y="0"/>
                    <a:pt x="21600" y="466"/>
                    <a:pt x="21600" y="1117"/>
                  </a:cubicBezTo>
                  <a:cubicBezTo>
                    <a:pt x="21600" y="17131"/>
                    <a:pt x="21600" y="17131"/>
                    <a:pt x="21600" y="17131"/>
                  </a:cubicBezTo>
                  <a:cubicBezTo>
                    <a:pt x="21600" y="17783"/>
                    <a:pt x="21178" y="18248"/>
                    <a:pt x="20588" y="18248"/>
                  </a:cubicBezTo>
                  <a:moveTo>
                    <a:pt x="19575" y="2234"/>
                  </a:moveTo>
                  <a:cubicBezTo>
                    <a:pt x="2025" y="2234"/>
                    <a:pt x="2025" y="2234"/>
                    <a:pt x="2025" y="2234"/>
                  </a:cubicBezTo>
                  <a:cubicBezTo>
                    <a:pt x="2025" y="16014"/>
                    <a:pt x="2025" y="16014"/>
                    <a:pt x="2025" y="16014"/>
                  </a:cubicBezTo>
                  <a:cubicBezTo>
                    <a:pt x="3375" y="16014"/>
                    <a:pt x="3375" y="16014"/>
                    <a:pt x="3375" y="16014"/>
                  </a:cubicBezTo>
                  <a:cubicBezTo>
                    <a:pt x="4387" y="16014"/>
                    <a:pt x="4387" y="16014"/>
                    <a:pt x="4387" y="16014"/>
                  </a:cubicBezTo>
                  <a:cubicBezTo>
                    <a:pt x="4387" y="17783"/>
                    <a:pt x="4387" y="17783"/>
                    <a:pt x="4387" y="17783"/>
                  </a:cubicBezTo>
                  <a:cubicBezTo>
                    <a:pt x="5991" y="16014"/>
                    <a:pt x="5991" y="16014"/>
                    <a:pt x="5991" y="16014"/>
                  </a:cubicBezTo>
                  <a:cubicBezTo>
                    <a:pt x="8775" y="16014"/>
                    <a:pt x="8775" y="16014"/>
                    <a:pt x="8775" y="16014"/>
                  </a:cubicBezTo>
                  <a:cubicBezTo>
                    <a:pt x="19575" y="16014"/>
                    <a:pt x="19575" y="16014"/>
                    <a:pt x="19575" y="16014"/>
                  </a:cubicBezTo>
                  <a:lnTo>
                    <a:pt x="19575" y="2234"/>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2" name="Shape">
              <a:extLst>
                <a:ext uri="{FF2B5EF4-FFF2-40B4-BE49-F238E27FC236}">
                  <a16:creationId xmlns:a16="http://schemas.microsoft.com/office/drawing/2014/main" id="{A5E9903E-C152-49B3-F7F0-D0B48987BCB1}"/>
                </a:ext>
              </a:extLst>
            </p:cNvPr>
            <p:cNvSpPr/>
            <p:nvPr/>
          </p:nvSpPr>
          <p:spPr>
            <a:xfrm>
              <a:off x="2626842" y="6138932"/>
              <a:ext cx="524645" cy="429792"/>
            </a:xfrm>
            <a:custGeom>
              <a:avLst/>
              <a:gdLst/>
              <a:ahLst/>
              <a:cxnLst>
                <a:cxn ang="0">
                  <a:pos x="wd2" y="hd2"/>
                </a:cxn>
                <a:cxn ang="5400000">
                  <a:pos x="wd2" y="hd2"/>
                </a:cxn>
                <a:cxn ang="10800000">
                  <a:pos x="wd2" y="hd2"/>
                </a:cxn>
                <a:cxn ang="16200000">
                  <a:pos x="wd2" y="hd2"/>
                </a:cxn>
              </a:cxnLst>
              <a:rect l="0" t="0" r="r" b="b"/>
              <a:pathLst>
                <a:path w="21600" h="21038" extrusionOk="0">
                  <a:moveTo>
                    <a:pt x="19153" y="8864"/>
                  </a:moveTo>
                  <a:cubicBezTo>
                    <a:pt x="18816" y="9122"/>
                    <a:pt x="18731" y="10671"/>
                    <a:pt x="20672" y="11618"/>
                  </a:cubicBezTo>
                  <a:cubicBezTo>
                    <a:pt x="20672" y="11618"/>
                    <a:pt x="17972" y="12048"/>
                    <a:pt x="16200" y="9810"/>
                  </a:cubicBezTo>
                  <a:cubicBezTo>
                    <a:pt x="15778" y="9810"/>
                    <a:pt x="15272" y="9982"/>
                    <a:pt x="14850" y="9982"/>
                  </a:cubicBezTo>
                  <a:cubicBezTo>
                    <a:pt x="11053" y="9982"/>
                    <a:pt x="8775" y="7745"/>
                    <a:pt x="8775" y="4991"/>
                  </a:cubicBezTo>
                  <a:cubicBezTo>
                    <a:pt x="8775" y="2237"/>
                    <a:pt x="11053" y="0"/>
                    <a:pt x="14850" y="0"/>
                  </a:cubicBezTo>
                  <a:cubicBezTo>
                    <a:pt x="18647" y="0"/>
                    <a:pt x="21600" y="2237"/>
                    <a:pt x="21600" y="4991"/>
                  </a:cubicBezTo>
                  <a:cubicBezTo>
                    <a:pt x="21600" y="6540"/>
                    <a:pt x="20672" y="8003"/>
                    <a:pt x="19153" y="8864"/>
                  </a:cubicBezTo>
                  <a:moveTo>
                    <a:pt x="7509" y="5508"/>
                  </a:moveTo>
                  <a:cubicBezTo>
                    <a:pt x="7678" y="8520"/>
                    <a:pt x="10294" y="11101"/>
                    <a:pt x="14344" y="11359"/>
                  </a:cubicBezTo>
                  <a:cubicBezTo>
                    <a:pt x="14850" y="11445"/>
                    <a:pt x="15272" y="11273"/>
                    <a:pt x="15694" y="11187"/>
                  </a:cubicBezTo>
                  <a:cubicBezTo>
                    <a:pt x="15694" y="11187"/>
                    <a:pt x="15694" y="11187"/>
                    <a:pt x="15694" y="11187"/>
                  </a:cubicBezTo>
                  <a:cubicBezTo>
                    <a:pt x="15863" y="11187"/>
                    <a:pt x="15863" y="11187"/>
                    <a:pt x="15863" y="11187"/>
                  </a:cubicBezTo>
                  <a:cubicBezTo>
                    <a:pt x="17044" y="12392"/>
                    <a:pt x="18478" y="12650"/>
                    <a:pt x="19322" y="12650"/>
                  </a:cubicBezTo>
                  <a:cubicBezTo>
                    <a:pt x="18478" y="16006"/>
                    <a:pt x="15188" y="18502"/>
                    <a:pt x="10294" y="18502"/>
                  </a:cubicBezTo>
                  <a:cubicBezTo>
                    <a:pt x="9619" y="18502"/>
                    <a:pt x="8944" y="18244"/>
                    <a:pt x="8269" y="18158"/>
                  </a:cubicBezTo>
                  <a:cubicBezTo>
                    <a:pt x="5569" y="21600"/>
                    <a:pt x="1350" y="20998"/>
                    <a:pt x="1350" y="20998"/>
                  </a:cubicBezTo>
                  <a:cubicBezTo>
                    <a:pt x="4303" y="19535"/>
                    <a:pt x="4303" y="17125"/>
                    <a:pt x="3712" y="16781"/>
                  </a:cubicBezTo>
                  <a:cubicBezTo>
                    <a:pt x="1434" y="15404"/>
                    <a:pt x="0" y="13253"/>
                    <a:pt x="0" y="10843"/>
                  </a:cubicBezTo>
                  <a:cubicBezTo>
                    <a:pt x="0" y="7229"/>
                    <a:pt x="3291" y="4217"/>
                    <a:pt x="7847" y="3442"/>
                  </a:cubicBezTo>
                  <a:cubicBezTo>
                    <a:pt x="7594" y="4045"/>
                    <a:pt x="7509" y="4733"/>
                    <a:pt x="7509" y="5508"/>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3" name="Shape">
              <a:extLst>
                <a:ext uri="{FF2B5EF4-FFF2-40B4-BE49-F238E27FC236}">
                  <a16:creationId xmlns:a16="http://schemas.microsoft.com/office/drawing/2014/main" id="{5407398F-2659-E739-6DAB-5651F2672670}"/>
                </a:ext>
              </a:extLst>
            </p:cNvPr>
            <p:cNvSpPr/>
            <p:nvPr/>
          </p:nvSpPr>
          <p:spPr>
            <a:xfrm>
              <a:off x="1711766" y="6161606"/>
              <a:ext cx="522612" cy="398930"/>
            </a:xfrm>
            <a:custGeom>
              <a:avLst/>
              <a:gdLst/>
              <a:ahLst/>
              <a:cxnLst>
                <a:cxn ang="0">
                  <a:pos x="wd2" y="hd2"/>
                </a:cxn>
                <a:cxn ang="5400000">
                  <a:pos x="wd2" y="hd2"/>
                </a:cxn>
                <a:cxn ang="10800000">
                  <a:pos x="wd2" y="hd2"/>
                </a:cxn>
                <a:cxn ang="16200000">
                  <a:pos x="wd2" y="hd2"/>
                </a:cxn>
              </a:cxnLst>
              <a:rect l="0" t="0" r="r" b="b"/>
              <a:pathLst>
                <a:path w="21600" h="20846" extrusionOk="0">
                  <a:moveTo>
                    <a:pt x="11391" y="17939"/>
                  </a:moveTo>
                  <a:cubicBezTo>
                    <a:pt x="10631" y="17939"/>
                    <a:pt x="9872" y="17664"/>
                    <a:pt x="9112" y="17573"/>
                  </a:cubicBezTo>
                  <a:cubicBezTo>
                    <a:pt x="6159" y="21600"/>
                    <a:pt x="1519" y="20776"/>
                    <a:pt x="1519" y="20776"/>
                  </a:cubicBezTo>
                  <a:cubicBezTo>
                    <a:pt x="4809" y="19129"/>
                    <a:pt x="4725" y="16292"/>
                    <a:pt x="4134" y="15925"/>
                  </a:cubicBezTo>
                  <a:cubicBezTo>
                    <a:pt x="1519" y="14278"/>
                    <a:pt x="0" y="11807"/>
                    <a:pt x="0" y="8969"/>
                  </a:cubicBezTo>
                  <a:cubicBezTo>
                    <a:pt x="0" y="4027"/>
                    <a:pt x="4978" y="0"/>
                    <a:pt x="11391" y="0"/>
                  </a:cubicBezTo>
                  <a:cubicBezTo>
                    <a:pt x="17719" y="0"/>
                    <a:pt x="21600" y="4027"/>
                    <a:pt x="21600" y="8969"/>
                  </a:cubicBezTo>
                  <a:cubicBezTo>
                    <a:pt x="21600" y="13912"/>
                    <a:pt x="17719" y="17939"/>
                    <a:pt x="11391" y="17939"/>
                  </a:cubicBezTo>
                  <a:moveTo>
                    <a:pt x="5737" y="6956"/>
                  </a:moveTo>
                  <a:cubicBezTo>
                    <a:pt x="4641" y="6956"/>
                    <a:pt x="3712" y="7963"/>
                    <a:pt x="3712" y="9153"/>
                  </a:cubicBezTo>
                  <a:cubicBezTo>
                    <a:pt x="3712" y="10342"/>
                    <a:pt x="4641" y="11349"/>
                    <a:pt x="5737" y="11349"/>
                  </a:cubicBezTo>
                  <a:cubicBezTo>
                    <a:pt x="6834" y="11349"/>
                    <a:pt x="7762" y="10342"/>
                    <a:pt x="7762" y="9153"/>
                  </a:cubicBezTo>
                  <a:cubicBezTo>
                    <a:pt x="7762" y="7963"/>
                    <a:pt x="6834" y="6956"/>
                    <a:pt x="5737" y="6956"/>
                  </a:cubicBezTo>
                  <a:moveTo>
                    <a:pt x="10800" y="6956"/>
                  </a:moveTo>
                  <a:cubicBezTo>
                    <a:pt x="9703" y="6956"/>
                    <a:pt x="8775" y="7963"/>
                    <a:pt x="8775" y="9153"/>
                  </a:cubicBezTo>
                  <a:cubicBezTo>
                    <a:pt x="8775" y="10342"/>
                    <a:pt x="9703" y="11349"/>
                    <a:pt x="10800" y="11349"/>
                  </a:cubicBezTo>
                  <a:cubicBezTo>
                    <a:pt x="11897" y="11349"/>
                    <a:pt x="12825" y="10342"/>
                    <a:pt x="12825" y="9153"/>
                  </a:cubicBezTo>
                  <a:cubicBezTo>
                    <a:pt x="12825" y="7963"/>
                    <a:pt x="11897" y="6956"/>
                    <a:pt x="10800" y="6956"/>
                  </a:cubicBezTo>
                  <a:moveTo>
                    <a:pt x="15862" y="6956"/>
                  </a:moveTo>
                  <a:cubicBezTo>
                    <a:pt x="14766" y="6956"/>
                    <a:pt x="13837" y="7963"/>
                    <a:pt x="13837" y="9153"/>
                  </a:cubicBezTo>
                  <a:cubicBezTo>
                    <a:pt x="13837" y="10342"/>
                    <a:pt x="14766" y="11349"/>
                    <a:pt x="15862" y="11349"/>
                  </a:cubicBezTo>
                  <a:cubicBezTo>
                    <a:pt x="16959" y="11349"/>
                    <a:pt x="17887" y="10342"/>
                    <a:pt x="17887" y="9153"/>
                  </a:cubicBezTo>
                  <a:cubicBezTo>
                    <a:pt x="17887" y="7963"/>
                    <a:pt x="16959" y="6956"/>
                    <a:pt x="15862" y="6956"/>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4" name="Shape">
              <a:extLst>
                <a:ext uri="{FF2B5EF4-FFF2-40B4-BE49-F238E27FC236}">
                  <a16:creationId xmlns:a16="http://schemas.microsoft.com/office/drawing/2014/main" id="{6E90EC99-6341-C16F-EDC7-D2149F3FBE10}"/>
                </a:ext>
              </a:extLst>
            </p:cNvPr>
            <p:cNvSpPr/>
            <p:nvPr/>
          </p:nvSpPr>
          <p:spPr>
            <a:xfrm>
              <a:off x="794657" y="6161606"/>
              <a:ext cx="524645" cy="398930"/>
            </a:xfrm>
            <a:custGeom>
              <a:avLst/>
              <a:gdLst/>
              <a:ahLst/>
              <a:cxnLst>
                <a:cxn ang="0">
                  <a:pos x="wd2" y="hd2"/>
                </a:cxn>
                <a:cxn ang="5400000">
                  <a:pos x="wd2" y="hd2"/>
                </a:cxn>
                <a:cxn ang="10800000">
                  <a:pos x="wd2" y="hd2"/>
                </a:cxn>
                <a:cxn ang="16200000">
                  <a:pos x="wd2" y="hd2"/>
                </a:cxn>
              </a:cxnLst>
              <a:rect l="0" t="0" r="r" b="b"/>
              <a:pathLst>
                <a:path w="21600" h="20846" extrusionOk="0">
                  <a:moveTo>
                    <a:pt x="11391" y="0"/>
                  </a:moveTo>
                  <a:cubicBezTo>
                    <a:pt x="17719" y="0"/>
                    <a:pt x="21600" y="4027"/>
                    <a:pt x="21600" y="8969"/>
                  </a:cubicBezTo>
                  <a:cubicBezTo>
                    <a:pt x="21600" y="13912"/>
                    <a:pt x="17719" y="17939"/>
                    <a:pt x="11391" y="17939"/>
                  </a:cubicBezTo>
                  <a:cubicBezTo>
                    <a:pt x="10631" y="17939"/>
                    <a:pt x="9872" y="17664"/>
                    <a:pt x="9112" y="17573"/>
                  </a:cubicBezTo>
                  <a:cubicBezTo>
                    <a:pt x="6159" y="21600"/>
                    <a:pt x="1519" y="20776"/>
                    <a:pt x="1519" y="20776"/>
                  </a:cubicBezTo>
                  <a:cubicBezTo>
                    <a:pt x="4809" y="19129"/>
                    <a:pt x="4725" y="16292"/>
                    <a:pt x="4134" y="15925"/>
                  </a:cubicBezTo>
                  <a:cubicBezTo>
                    <a:pt x="1519" y="14278"/>
                    <a:pt x="0" y="11807"/>
                    <a:pt x="0" y="8969"/>
                  </a:cubicBezTo>
                  <a:cubicBezTo>
                    <a:pt x="0" y="4027"/>
                    <a:pt x="4978" y="0"/>
                    <a:pt x="11391" y="0"/>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5" name="Shape">
              <a:extLst>
                <a:ext uri="{FF2B5EF4-FFF2-40B4-BE49-F238E27FC236}">
                  <a16:creationId xmlns:a16="http://schemas.microsoft.com/office/drawing/2014/main" id="{7C64ADB7-30D7-0108-54E9-4BCB831DBE7B}"/>
                </a:ext>
              </a:extLst>
            </p:cNvPr>
            <p:cNvSpPr/>
            <p:nvPr/>
          </p:nvSpPr>
          <p:spPr>
            <a:xfrm>
              <a:off x="10878797" y="5361040"/>
              <a:ext cx="514477" cy="399412"/>
            </a:xfrm>
            <a:custGeom>
              <a:avLst/>
              <a:gdLst/>
              <a:ahLst/>
              <a:cxnLst>
                <a:cxn ang="0">
                  <a:pos x="wd2" y="hd2"/>
                </a:cxn>
                <a:cxn ang="5400000">
                  <a:pos x="wd2" y="hd2"/>
                </a:cxn>
                <a:cxn ang="10800000">
                  <a:pos x="wd2" y="hd2"/>
                </a:cxn>
                <a:cxn ang="16200000">
                  <a:pos x="wd2" y="hd2"/>
                </a:cxn>
              </a:cxnLst>
              <a:rect l="0" t="0" r="r" b="b"/>
              <a:pathLst>
                <a:path w="21600" h="21600" extrusionOk="0">
                  <a:moveTo>
                    <a:pt x="20400" y="6537"/>
                  </a:moveTo>
                  <a:cubicBezTo>
                    <a:pt x="17914" y="3884"/>
                    <a:pt x="14486" y="2274"/>
                    <a:pt x="10800" y="2274"/>
                  </a:cubicBezTo>
                  <a:cubicBezTo>
                    <a:pt x="7114" y="2274"/>
                    <a:pt x="3686" y="3884"/>
                    <a:pt x="1200" y="6537"/>
                  </a:cubicBezTo>
                  <a:cubicBezTo>
                    <a:pt x="0" y="4737"/>
                    <a:pt x="0" y="4737"/>
                    <a:pt x="0" y="4737"/>
                  </a:cubicBezTo>
                  <a:cubicBezTo>
                    <a:pt x="2743" y="1800"/>
                    <a:pt x="6600" y="0"/>
                    <a:pt x="10800" y="0"/>
                  </a:cubicBezTo>
                  <a:cubicBezTo>
                    <a:pt x="15000" y="0"/>
                    <a:pt x="18857" y="1800"/>
                    <a:pt x="21600" y="4737"/>
                  </a:cubicBezTo>
                  <a:lnTo>
                    <a:pt x="20400" y="6537"/>
                  </a:lnTo>
                  <a:close/>
                  <a:moveTo>
                    <a:pt x="10800" y="5684"/>
                  </a:moveTo>
                  <a:cubicBezTo>
                    <a:pt x="13800" y="5684"/>
                    <a:pt x="16543" y="7105"/>
                    <a:pt x="18429" y="9284"/>
                  </a:cubicBezTo>
                  <a:cubicBezTo>
                    <a:pt x="17143" y="11084"/>
                    <a:pt x="17143" y="11084"/>
                    <a:pt x="17143" y="11084"/>
                  </a:cubicBezTo>
                  <a:cubicBezTo>
                    <a:pt x="15600" y="9189"/>
                    <a:pt x="13371" y="7958"/>
                    <a:pt x="10800" y="7958"/>
                  </a:cubicBezTo>
                  <a:cubicBezTo>
                    <a:pt x="8229" y="7958"/>
                    <a:pt x="6000" y="9189"/>
                    <a:pt x="4457" y="11084"/>
                  </a:cubicBezTo>
                  <a:cubicBezTo>
                    <a:pt x="3171" y="9284"/>
                    <a:pt x="3171" y="9284"/>
                    <a:pt x="3171" y="9284"/>
                  </a:cubicBezTo>
                  <a:cubicBezTo>
                    <a:pt x="5057" y="7105"/>
                    <a:pt x="7800" y="5684"/>
                    <a:pt x="10800" y="5684"/>
                  </a:cubicBezTo>
                  <a:moveTo>
                    <a:pt x="10800" y="11368"/>
                  </a:moveTo>
                  <a:cubicBezTo>
                    <a:pt x="12600" y="11368"/>
                    <a:pt x="14229" y="12411"/>
                    <a:pt x="15257" y="13926"/>
                  </a:cubicBezTo>
                  <a:cubicBezTo>
                    <a:pt x="14143" y="15537"/>
                    <a:pt x="14143" y="15537"/>
                    <a:pt x="14143" y="15537"/>
                  </a:cubicBezTo>
                  <a:cubicBezTo>
                    <a:pt x="13371" y="14400"/>
                    <a:pt x="12171" y="13642"/>
                    <a:pt x="10800" y="13642"/>
                  </a:cubicBezTo>
                  <a:cubicBezTo>
                    <a:pt x="9429" y="13642"/>
                    <a:pt x="8229" y="14400"/>
                    <a:pt x="7457" y="15537"/>
                  </a:cubicBezTo>
                  <a:cubicBezTo>
                    <a:pt x="6343" y="13926"/>
                    <a:pt x="6343" y="13926"/>
                    <a:pt x="6343" y="13926"/>
                  </a:cubicBezTo>
                  <a:cubicBezTo>
                    <a:pt x="7371" y="12411"/>
                    <a:pt x="9000" y="11368"/>
                    <a:pt x="10800" y="11368"/>
                  </a:cubicBezTo>
                  <a:moveTo>
                    <a:pt x="10800" y="17053"/>
                  </a:moveTo>
                  <a:cubicBezTo>
                    <a:pt x="11914" y="17053"/>
                    <a:pt x="12857" y="18095"/>
                    <a:pt x="12857" y="19326"/>
                  </a:cubicBezTo>
                  <a:cubicBezTo>
                    <a:pt x="12857" y="20558"/>
                    <a:pt x="11914" y="21600"/>
                    <a:pt x="10800" y="21600"/>
                  </a:cubicBezTo>
                  <a:cubicBezTo>
                    <a:pt x="9686" y="21600"/>
                    <a:pt x="8743" y="20558"/>
                    <a:pt x="8743" y="19326"/>
                  </a:cubicBezTo>
                  <a:cubicBezTo>
                    <a:pt x="8743" y="18095"/>
                    <a:pt x="9686" y="17053"/>
                    <a:pt x="10800" y="17053"/>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6" name="Shape">
              <a:extLst>
                <a:ext uri="{FF2B5EF4-FFF2-40B4-BE49-F238E27FC236}">
                  <a16:creationId xmlns:a16="http://schemas.microsoft.com/office/drawing/2014/main" id="{171B3DA8-B195-64D7-DCA3-CFC2F0FD1F85}"/>
                </a:ext>
              </a:extLst>
            </p:cNvPr>
            <p:cNvSpPr/>
            <p:nvPr/>
          </p:nvSpPr>
          <p:spPr>
            <a:xfrm>
              <a:off x="10036926" y="5465689"/>
              <a:ext cx="363999" cy="294762"/>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5047" y="0"/>
                    <a:pt x="18930" y="1929"/>
                    <a:pt x="21600" y="4886"/>
                  </a:cubicBezTo>
                  <a:cubicBezTo>
                    <a:pt x="19780" y="7329"/>
                    <a:pt x="19780" y="7329"/>
                    <a:pt x="19780" y="7329"/>
                  </a:cubicBezTo>
                  <a:cubicBezTo>
                    <a:pt x="17596" y="4757"/>
                    <a:pt x="14440" y="3086"/>
                    <a:pt x="10800" y="3086"/>
                  </a:cubicBezTo>
                  <a:cubicBezTo>
                    <a:pt x="7160" y="3086"/>
                    <a:pt x="4004" y="4757"/>
                    <a:pt x="1820" y="7329"/>
                  </a:cubicBezTo>
                  <a:cubicBezTo>
                    <a:pt x="0" y="4886"/>
                    <a:pt x="0" y="4886"/>
                    <a:pt x="0" y="4886"/>
                  </a:cubicBezTo>
                  <a:cubicBezTo>
                    <a:pt x="2670" y="1929"/>
                    <a:pt x="6553" y="0"/>
                    <a:pt x="10800" y="0"/>
                  </a:cubicBezTo>
                  <a:moveTo>
                    <a:pt x="10800" y="7714"/>
                  </a:moveTo>
                  <a:cubicBezTo>
                    <a:pt x="13348" y="7714"/>
                    <a:pt x="15654" y="9129"/>
                    <a:pt x="17110" y="11186"/>
                  </a:cubicBezTo>
                  <a:cubicBezTo>
                    <a:pt x="15533" y="13371"/>
                    <a:pt x="15533" y="13371"/>
                    <a:pt x="15533" y="13371"/>
                  </a:cubicBezTo>
                  <a:cubicBezTo>
                    <a:pt x="14440" y="11829"/>
                    <a:pt x="12742" y="10800"/>
                    <a:pt x="10800" y="10800"/>
                  </a:cubicBezTo>
                  <a:cubicBezTo>
                    <a:pt x="8858" y="10800"/>
                    <a:pt x="7160" y="11829"/>
                    <a:pt x="6067" y="13371"/>
                  </a:cubicBezTo>
                  <a:cubicBezTo>
                    <a:pt x="4490" y="11186"/>
                    <a:pt x="4490" y="11186"/>
                    <a:pt x="4490" y="11186"/>
                  </a:cubicBezTo>
                  <a:cubicBezTo>
                    <a:pt x="5946" y="9129"/>
                    <a:pt x="8252" y="7714"/>
                    <a:pt x="10800" y="7714"/>
                  </a:cubicBezTo>
                  <a:moveTo>
                    <a:pt x="10800" y="15429"/>
                  </a:moveTo>
                  <a:cubicBezTo>
                    <a:pt x="12378" y="15429"/>
                    <a:pt x="13712" y="16843"/>
                    <a:pt x="13712" y="18514"/>
                  </a:cubicBezTo>
                  <a:cubicBezTo>
                    <a:pt x="13712" y="20186"/>
                    <a:pt x="12378" y="21600"/>
                    <a:pt x="10800" y="21600"/>
                  </a:cubicBezTo>
                  <a:cubicBezTo>
                    <a:pt x="9222" y="21600"/>
                    <a:pt x="7888" y="20186"/>
                    <a:pt x="7888" y="18514"/>
                  </a:cubicBezTo>
                  <a:cubicBezTo>
                    <a:pt x="7888" y="16843"/>
                    <a:pt x="9222" y="15429"/>
                    <a:pt x="10800" y="15429"/>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7" name="Shape">
              <a:extLst>
                <a:ext uri="{FF2B5EF4-FFF2-40B4-BE49-F238E27FC236}">
                  <a16:creationId xmlns:a16="http://schemas.microsoft.com/office/drawing/2014/main" id="{D569A9FF-7D7B-68B7-F785-BC9812FF3810}"/>
                </a:ext>
              </a:extLst>
            </p:cNvPr>
            <p:cNvSpPr/>
            <p:nvPr/>
          </p:nvSpPr>
          <p:spPr>
            <a:xfrm>
              <a:off x="9197090" y="5570338"/>
              <a:ext cx="211485" cy="190113"/>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5162" y="0"/>
                    <a:pt x="19108" y="2200"/>
                    <a:pt x="21600" y="5400"/>
                  </a:cubicBezTo>
                  <a:cubicBezTo>
                    <a:pt x="18900" y="8800"/>
                    <a:pt x="18900" y="8800"/>
                    <a:pt x="18900" y="8800"/>
                  </a:cubicBezTo>
                  <a:cubicBezTo>
                    <a:pt x="17031" y="6400"/>
                    <a:pt x="14123" y="4800"/>
                    <a:pt x="10800" y="4800"/>
                  </a:cubicBezTo>
                  <a:cubicBezTo>
                    <a:pt x="7477" y="4800"/>
                    <a:pt x="4569" y="6400"/>
                    <a:pt x="2700" y="8800"/>
                  </a:cubicBezTo>
                  <a:cubicBezTo>
                    <a:pt x="0" y="5400"/>
                    <a:pt x="0" y="5400"/>
                    <a:pt x="0" y="5400"/>
                  </a:cubicBezTo>
                  <a:cubicBezTo>
                    <a:pt x="2492" y="2200"/>
                    <a:pt x="6438" y="0"/>
                    <a:pt x="10800" y="0"/>
                  </a:cubicBezTo>
                  <a:moveTo>
                    <a:pt x="10800" y="12000"/>
                  </a:moveTo>
                  <a:cubicBezTo>
                    <a:pt x="13500" y="12000"/>
                    <a:pt x="15785" y="14200"/>
                    <a:pt x="15785" y="16800"/>
                  </a:cubicBezTo>
                  <a:cubicBezTo>
                    <a:pt x="15785" y="19400"/>
                    <a:pt x="13500" y="21600"/>
                    <a:pt x="10800" y="21600"/>
                  </a:cubicBezTo>
                  <a:cubicBezTo>
                    <a:pt x="8100" y="21600"/>
                    <a:pt x="5815" y="19400"/>
                    <a:pt x="5815" y="16800"/>
                  </a:cubicBezTo>
                  <a:cubicBezTo>
                    <a:pt x="5815" y="14200"/>
                    <a:pt x="8100" y="12000"/>
                    <a:pt x="10800" y="12000"/>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8" name="Shape">
              <a:extLst>
                <a:ext uri="{FF2B5EF4-FFF2-40B4-BE49-F238E27FC236}">
                  <a16:creationId xmlns:a16="http://schemas.microsoft.com/office/drawing/2014/main" id="{1C9A5748-FB6E-8501-3D0E-F9C20BC61F34}"/>
                </a:ext>
              </a:extLst>
            </p:cNvPr>
            <p:cNvSpPr/>
            <p:nvPr/>
          </p:nvSpPr>
          <p:spPr>
            <a:xfrm>
              <a:off x="8125442" y="5437551"/>
              <a:ext cx="522603" cy="260343"/>
            </a:xfrm>
            <a:custGeom>
              <a:avLst/>
              <a:gdLst/>
              <a:ahLst/>
              <a:cxnLst>
                <a:cxn ang="0">
                  <a:pos x="wd2" y="hd2"/>
                </a:cxn>
                <a:cxn ang="5400000">
                  <a:pos x="wd2" y="hd2"/>
                </a:cxn>
                <a:cxn ang="10800000">
                  <a:pos x="wd2" y="hd2"/>
                </a:cxn>
                <a:cxn ang="16200000">
                  <a:pos x="wd2" y="hd2"/>
                </a:cxn>
              </a:cxnLst>
              <a:rect l="0" t="0" r="r" b="b"/>
              <a:pathLst>
                <a:path w="21516" h="21352" extrusionOk="0">
                  <a:moveTo>
                    <a:pt x="21516" y="10676"/>
                  </a:moveTo>
                  <a:cubicBezTo>
                    <a:pt x="21516" y="10820"/>
                    <a:pt x="21516" y="10820"/>
                    <a:pt x="21516" y="10820"/>
                  </a:cubicBezTo>
                  <a:cubicBezTo>
                    <a:pt x="21516" y="10820"/>
                    <a:pt x="21516" y="10820"/>
                    <a:pt x="21516" y="10820"/>
                  </a:cubicBezTo>
                  <a:cubicBezTo>
                    <a:pt x="21516" y="10820"/>
                    <a:pt x="21516" y="10820"/>
                    <a:pt x="21516" y="10820"/>
                  </a:cubicBezTo>
                  <a:cubicBezTo>
                    <a:pt x="21516" y="10820"/>
                    <a:pt x="21516" y="10820"/>
                    <a:pt x="21516" y="10820"/>
                  </a:cubicBezTo>
                  <a:cubicBezTo>
                    <a:pt x="21516" y="10820"/>
                    <a:pt x="21516" y="10964"/>
                    <a:pt x="21516" y="10964"/>
                  </a:cubicBezTo>
                  <a:cubicBezTo>
                    <a:pt x="21516" y="11252"/>
                    <a:pt x="21432" y="11396"/>
                    <a:pt x="21264" y="11684"/>
                  </a:cubicBezTo>
                  <a:cubicBezTo>
                    <a:pt x="21096" y="12116"/>
                    <a:pt x="20844" y="12548"/>
                    <a:pt x="20591" y="12980"/>
                  </a:cubicBezTo>
                  <a:cubicBezTo>
                    <a:pt x="19247" y="15284"/>
                    <a:pt x="17650" y="17444"/>
                    <a:pt x="15969" y="18884"/>
                  </a:cubicBezTo>
                  <a:cubicBezTo>
                    <a:pt x="14960" y="19892"/>
                    <a:pt x="13784" y="20612"/>
                    <a:pt x="12607" y="21044"/>
                  </a:cubicBezTo>
                  <a:cubicBezTo>
                    <a:pt x="11262" y="21476"/>
                    <a:pt x="9918" y="21476"/>
                    <a:pt x="8657" y="20900"/>
                  </a:cubicBezTo>
                  <a:cubicBezTo>
                    <a:pt x="7648" y="20612"/>
                    <a:pt x="6640" y="19892"/>
                    <a:pt x="5715" y="19028"/>
                  </a:cubicBezTo>
                  <a:cubicBezTo>
                    <a:pt x="5715" y="19028"/>
                    <a:pt x="5715" y="19028"/>
                    <a:pt x="5715" y="19028"/>
                  </a:cubicBezTo>
                  <a:cubicBezTo>
                    <a:pt x="8405" y="16004"/>
                    <a:pt x="8405" y="16004"/>
                    <a:pt x="8405" y="16004"/>
                  </a:cubicBezTo>
                  <a:cubicBezTo>
                    <a:pt x="9077" y="16868"/>
                    <a:pt x="9918" y="17300"/>
                    <a:pt x="10758" y="17300"/>
                  </a:cubicBezTo>
                  <a:cubicBezTo>
                    <a:pt x="13027" y="17300"/>
                    <a:pt x="14792" y="14276"/>
                    <a:pt x="14792" y="10388"/>
                  </a:cubicBezTo>
                  <a:cubicBezTo>
                    <a:pt x="14792" y="9812"/>
                    <a:pt x="14792" y="9380"/>
                    <a:pt x="14708" y="8948"/>
                  </a:cubicBezTo>
                  <a:cubicBezTo>
                    <a:pt x="18238" y="4916"/>
                    <a:pt x="18238" y="4916"/>
                    <a:pt x="18238" y="4916"/>
                  </a:cubicBezTo>
                  <a:cubicBezTo>
                    <a:pt x="18490" y="5204"/>
                    <a:pt x="18742" y="5492"/>
                    <a:pt x="18911" y="5780"/>
                  </a:cubicBezTo>
                  <a:cubicBezTo>
                    <a:pt x="19751" y="6932"/>
                    <a:pt x="20591" y="8228"/>
                    <a:pt x="21264" y="9668"/>
                  </a:cubicBezTo>
                  <a:cubicBezTo>
                    <a:pt x="21432" y="9956"/>
                    <a:pt x="21516" y="10100"/>
                    <a:pt x="21516" y="10388"/>
                  </a:cubicBezTo>
                  <a:cubicBezTo>
                    <a:pt x="21516" y="10532"/>
                    <a:pt x="21516" y="10532"/>
                    <a:pt x="21516" y="10532"/>
                  </a:cubicBezTo>
                  <a:cubicBezTo>
                    <a:pt x="21516" y="10532"/>
                    <a:pt x="21516" y="10532"/>
                    <a:pt x="21516" y="10532"/>
                  </a:cubicBezTo>
                  <a:cubicBezTo>
                    <a:pt x="21516" y="10532"/>
                    <a:pt x="21516" y="10532"/>
                    <a:pt x="21516" y="10532"/>
                  </a:cubicBezTo>
                  <a:cubicBezTo>
                    <a:pt x="21516" y="10532"/>
                    <a:pt x="21516" y="10532"/>
                    <a:pt x="21516" y="10532"/>
                  </a:cubicBezTo>
                  <a:cubicBezTo>
                    <a:pt x="21516" y="10532"/>
                    <a:pt x="21516" y="10532"/>
                    <a:pt x="21516" y="10676"/>
                  </a:cubicBezTo>
                  <a:cubicBezTo>
                    <a:pt x="21516" y="10676"/>
                    <a:pt x="21516" y="10676"/>
                    <a:pt x="21516" y="10676"/>
                  </a:cubicBezTo>
                  <a:cubicBezTo>
                    <a:pt x="21516" y="10676"/>
                    <a:pt x="21516" y="10676"/>
                    <a:pt x="21516" y="10676"/>
                  </a:cubicBezTo>
                  <a:moveTo>
                    <a:pt x="10758" y="13844"/>
                  </a:moveTo>
                  <a:cubicBezTo>
                    <a:pt x="10590" y="13844"/>
                    <a:pt x="10506" y="13844"/>
                    <a:pt x="10338" y="13844"/>
                  </a:cubicBezTo>
                  <a:cubicBezTo>
                    <a:pt x="12691" y="11108"/>
                    <a:pt x="12691" y="11108"/>
                    <a:pt x="12691" y="11108"/>
                  </a:cubicBezTo>
                  <a:cubicBezTo>
                    <a:pt x="12523" y="12692"/>
                    <a:pt x="11767" y="13844"/>
                    <a:pt x="10758" y="13844"/>
                  </a:cubicBezTo>
                  <a:moveTo>
                    <a:pt x="19583" y="1604"/>
                  </a:moveTo>
                  <a:cubicBezTo>
                    <a:pt x="2101" y="21188"/>
                    <a:pt x="2101" y="21188"/>
                    <a:pt x="2101" y="21188"/>
                  </a:cubicBezTo>
                  <a:cubicBezTo>
                    <a:pt x="2101" y="21188"/>
                    <a:pt x="2101" y="21188"/>
                    <a:pt x="2101" y="21188"/>
                  </a:cubicBezTo>
                  <a:cubicBezTo>
                    <a:pt x="2017" y="21332"/>
                    <a:pt x="1933" y="21332"/>
                    <a:pt x="1849" y="21332"/>
                  </a:cubicBezTo>
                  <a:cubicBezTo>
                    <a:pt x="1597" y="21332"/>
                    <a:pt x="1345" y="20900"/>
                    <a:pt x="1345" y="20468"/>
                  </a:cubicBezTo>
                  <a:cubicBezTo>
                    <a:pt x="1345" y="20180"/>
                    <a:pt x="1429" y="19892"/>
                    <a:pt x="1597" y="19748"/>
                  </a:cubicBezTo>
                  <a:cubicBezTo>
                    <a:pt x="19079" y="164"/>
                    <a:pt x="19079" y="164"/>
                    <a:pt x="19079" y="164"/>
                  </a:cubicBezTo>
                  <a:cubicBezTo>
                    <a:pt x="19079" y="164"/>
                    <a:pt x="19079" y="164"/>
                    <a:pt x="19079" y="164"/>
                  </a:cubicBezTo>
                  <a:cubicBezTo>
                    <a:pt x="19079" y="164"/>
                    <a:pt x="19079" y="164"/>
                    <a:pt x="19079" y="164"/>
                  </a:cubicBezTo>
                  <a:cubicBezTo>
                    <a:pt x="19163" y="20"/>
                    <a:pt x="19247" y="20"/>
                    <a:pt x="19331" y="20"/>
                  </a:cubicBezTo>
                  <a:cubicBezTo>
                    <a:pt x="19583" y="20"/>
                    <a:pt x="19835" y="452"/>
                    <a:pt x="19835" y="884"/>
                  </a:cubicBezTo>
                  <a:cubicBezTo>
                    <a:pt x="19835" y="1172"/>
                    <a:pt x="19751" y="1460"/>
                    <a:pt x="19583" y="1604"/>
                  </a:cubicBezTo>
                  <a:close/>
                  <a:moveTo>
                    <a:pt x="10758" y="6932"/>
                  </a:moveTo>
                  <a:cubicBezTo>
                    <a:pt x="10926" y="6932"/>
                    <a:pt x="11094" y="6932"/>
                    <a:pt x="11346" y="7076"/>
                  </a:cubicBezTo>
                  <a:cubicBezTo>
                    <a:pt x="8741" y="9956"/>
                    <a:pt x="8741" y="9956"/>
                    <a:pt x="8741" y="9956"/>
                  </a:cubicBezTo>
                  <a:cubicBezTo>
                    <a:pt x="8909" y="8228"/>
                    <a:pt x="9749" y="6932"/>
                    <a:pt x="10758" y="6932"/>
                  </a:cubicBezTo>
                  <a:moveTo>
                    <a:pt x="13195" y="4916"/>
                  </a:moveTo>
                  <a:cubicBezTo>
                    <a:pt x="12523" y="4052"/>
                    <a:pt x="11683" y="3476"/>
                    <a:pt x="10758" y="3476"/>
                  </a:cubicBezTo>
                  <a:cubicBezTo>
                    <a:pt x="8489" y="3476"/>
                    <a:pt x="6724" y="6500"/>
                    <a:pt x="6724" y="10388"/>
                  </a:cubicBezTo>
                  <a:cubicBezTo>
                    <a:pt x="6724" y="10964"/>
                    <a:pt x="6808" y="11540"/>
                    <a:pt x="6892" y="12116"/>
                  </a:cubicBezTo>
                  <a:cubicBezTo>
                    <a:pt x="3362" y="16148"/>
                    <a:pt x="3362" y="16148"/>
                    <a:pt x="3362" y="16148"/>
                  </a:cubicBezTo>
                  <a:cubicBezTo>
                    <a:pt x="3194" y="16292"/>
                    <a:pt x="3194" y="16292"/>
                    <a:pt x="3194" y="16292"/>
                  </a:cubicBezTo>
                  <a:cubicBezTo>
                    <a:pt x="2942" y="16148"/>
                    <a:pt x="2774" y="15860"/>
                    <a:pt x="2521" y="15572"/>
                  </a:cubicBezTo>
                  <a:cubicBezTo>
                    <a:pt x="1765" y="14420"/>
                    <a:pt x="925" y="13124"/>
                    <a:pt x="252" y="11684"/>
                  </a:cubicBezTo>
                  <a:cubicBezTo>
                    <a:pt x="-84" y="11108"/>
                    <a:pt x="-84" y="10244"/>
                    <a:pt x="252" y="9668"/>
                  </a:cubicBezTo>
                  <a:cubicBezTo>
                    <a:pt x="420" y="9236"/>
                    <a:pt x="672" y="8804"/>
                    <a:pt x="925" y="8372"/>
                  </a:cubicBezTo>
                  <a:cubicBezTo>
                    <a:pt x="2269" y="6068"/>
                    <a:pt x="3866" y="3908"/>
                    <a:pt x="5547" y="2468"/>
                  </a:cubicBezTo>
                  <a:cubicBezTo>
                    <a:pt x="6556" y="1460"/>
                    <a:pt x="7732" y="740"/>
                    <a:pt x="8909" y="308"/>
                  </a:cubicBezTo>
                  <a:cubicBezTo>
                    <a:pt x="10254" y="-124"/>
                    <a:pt x="11514" y="-124"/>
                    <a:pt x="12859" y="452"/>
                  </a:cubicBezTo>
                  <a:cubicBezTo>
                    <a:pt x="13868" y="740"/>
                    <a:pt x="14792" y="1316"/>
                    <a:pt x="15633" y="2180"/>
                  </a:cubicBezTo>
                  <a:cubicBezTo>
                    <a:pt x="15465" y="2324"/>
                    <a:pt x="15465" y="2324"/>
                    <a:pt x="15465" y="2324"/>
                  </a:cubicBezTo>
                  <a:lnTo>
                    <a:pt x="13195" y="4916"/>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9" name="Shape">
              <a:extLst>
                <a:ext uri="{FF2B5EF4-FFF2-40B4-BE49-F238E27FC236}">
                  <a16:creationId xmlns:a16="http://schemas.microsoft.com/office/drawing/2014/main" id="{F1625E45-E20E-7D59-97F9-35B6A1D06343}"/>
                </a:ext>
              </a:extLst>
            </p:cNvPr>
            <p:cNvSpPr/>
            <p:nvPr/>
          </p:nvSpPr>
          <p:spPr>
            <a:xfrm>
              <a:off x="7208339" y="5437551"/>
              <a:ext cx="524629" cy="260343"/>
            </a:xfrm>
            <a:custGeom>
              <a:avLst/>
              <a:gdLst/>
              <a:ahLst/>
              <a:cxnLst>
                <a:cxn ang="0">
                  <a:pos x="wd2" y="hd2"/>
                </a:cxn>
                <a:cxn ang="5400000">
                  <a:pos x="wd2" y="hd2"/>
                </a:cxn>
                <a:cxn ang="10800000">
                  <a:pos x="wd2" y="hd2"/>
                </a:cxn>
                <a:cxn ang="16200000">
                  <a:pos x="wd2" y="hd2"/>
                </a:cxn>
              </a:cxnLst>
              <a:rect l="0" t="0" r="r" b="b"/>
              <a:pathLst>
                <a:path w="21516" h="21352" extrusionOk="0">
                  <a:moveTo>
                    <a:pt x="21516" y="10676"/>
                  </a:moveTo>
                  <a:cubicBezTo>
                    <a:pt x="21516" y="10820"/>
                    <a:pt x="21516" y="10820"/>
                    <a:pt x="21516" y="10820"/>
                  </a:cubicBezTo>
                  <a:cubicBezTo>
                    <a:pt x="21516" y="10820"/>
                    <a:pt x="21516" y="10820"/>
                    <a:pt x="21516" y="10820"/>
                  </a:cubicBezTo>
                  <a:cubicBezTo>
                    <a:pt x="21516" y="10820"/>
                    <a:pt x="21516" y="10820"/>
                    <a:pt x="21516" y="10820"/>
                  </a:cubicBezTo>
                  <a:cubicBezTo>
                    <a:pt x="21516" y="10820"/>
                    <a:pt x="21516" y="10820"/>
                    <a:pt x="21516" y="10820"/>
                  </a:cubicBezTo>
                  <a:cubicBezTo>
                    <a:pt x="21516" y="10820"/>
                    <a:pt x="21516" y="10964"/>
                    <a:pt x="21516" y="10964"/>
                  </a:cubicBezTo>
                  <a:cubicBezTo>
                    <a:pt x="21516" y="11252"/>
                    <a:pt x="21432" y="11396"/>
                    <a:pt x="21264" y="11684"/>
                  </a:cubicBezTo>
                  <a:cubicBezTo>
                    <a:pt x="21096" y="12116"/>
                    <a:pt x="20844" y="12548"/>
                    <a:pt x="20591" y="12980"/>
                  </a:cubicBezTo>
                  <a:cubicBezTo>
                    <a:pt x="19247" y="15284"/>
                    <a:pt x="17650" y="17444"/>
                    <a:pt x="15969" y="18884"/>
                  </a:cubicBezTo>
                  <a:cubicBezTo>
                    <a:pt x="14960" y="19892"/>
                    <a:pt x="13784" y="20612"/>
                    <a:pt x="12607" y="21044"/>
                  </a:cubicBezTo>
                  <a:cubicBezTo>
                    <a:pt x="11262" y="21476"/>
                    <a:pt x="9918" y="21476"/>
                    <a:pt x="8657" y="20900"/>
                  </a:cubicBezTo>
                  <a:cubicBezTo>
                    <a:pt x="6388" y="20180"/>
                    <a:pt x="4370" y="18020"/>
                    <a:pt x="2521" y="15572"/>
                  </a:cubicBezTo>
                  <a:cubicBezTo>
                    <a:pt x="1765" y="14420"/>
                    <a:pt x="925" y="13124"/>
                    <a:pt x="252" y="11684"/>
                  </a:cubicBezTo>
                  <a:cubicBezTo>
                    <a:pt x="-84" y="11108"/>
                    <a:pt x="-84" y="10244"/>
                    <a:pt x="252" y="9668"/>
                  </a:cubicBezTo>
                  <a:cubicBezTo>
                    <a:pt x="420" y="9236"/>
                    <a:pt x="672" y="8804"/>
                    <a:pt x="925" y="8372"/>
                  </a:cubicBezTo>
                  <a:cubicBezTo>
                    <a:pt x="2269" y="6068"/>
                    <a:pt x="3866" y="3908"/>
                    <a:pt x="5547" y="2468"/>
                  </a:cubicBezTo>
                  <a:cubicBezTo>
                    <a:pt x="6556" y="1460"/>
                    <a:pt x="7732" y="740"/>
                    <a:pt x="8909" y="308"/>
                  </a:cubicBezTo>
                  <a:cubicBezTo>
                    <a:pt x="10254" y="-124"/>
                    <a:pt x="11514" y="-124"/>
                    <a:pt x="12859" y="452"/>
                  </a:cubicBezTo>
                  <a:cubicBezTo>
                    <a:pt x="15128" y="1172"/>
                    <a:pt x="17146" y="3332"/>
                    <a:pt x="18911" y="5780"/>
                  </a:cubicBezTo>
                  <a:cubicBezTo>
                    <a:pt x="19751" y="6932"/>
                    <a:pt x="20591" y="8228"/>
                    <a:pt x="21264" y="9668"/>
                  </a:cubicBezTo>
                  <a:cubicBezTo>
                    <a:pt x="21432" y="9956"/>
                    <a:pt x="21516" y="10100"/>
                    <a:pt x="21516" y="10388"/>
                  </a:cubicBezTo>
                  <a:cubicBezTo>
                    <a:pt x="21516" y="10532"/>
                    <a:pt x="21516" y="10532"/>
                    <a:pt x="21516" y="10532"/>
                  </a:cubicBezTo>
                  <a:cubicBezTo>
                    <a:pt x="21516" y="10532"/>
                    <a:pt x="21516" y="10532"/>
                    <a:pt x="21516" y="10532"/>
                  </a:cubicBezTo>
                  <a:cubicBezTo>
                    <a:pt x="21516" y="10532"/>
                    <a:pt x="21516" y="10532"/>
                    <a:pt x="21516" y="10532"/>
                  </a:cubicBezTo>
                  <a:cubicBezTo>
                    <a:pt x="21516" y="10532"/>
                    <a:pt x="21516" y="10532"/>
                    <a:pt x="21516" y="10532"/>
                  </a:cubicBezTo>
                  <a:cubicBezTo>
                    <a:pt x="21516" y="10532"/>
                    <a:pt x="21516" y="10532"/>
                    <a:pt x="21516" y="10676"/>
                  </a:cubicBezTo>
                  <a:cubicBezTo>
                    <a:pt x="21516" y="10676"/>
                    <a:pt x="21516" y="10676"/>
                    <a:pt x="21516" y="10676"/>
                  </a:cubicBezTo>
                  <a:cubicBezTo>
                    <a:pt x="21516" y="10676"/>
                    <a:pt x="21516" y="10676"/>
                    <a:pt x="21516" y="10676"/>
                  </a:cubicBezTo>
                  <a:moveTo>
                    <a:pt x="10758" y="3476"/>
                  </a:moveTo>
                  <a:cubicBezTo>
                    <a:pt x="8489" y="3476"/>
                    <a:pt x="6724" y="6500"/>
                    <a:pt x="6724" y="10388"/>
                  </a:cubicBezTo>
                  <a:cubicBezTo>
                    <a:pt x="6724" y="14276"/>
                    <a:pt x="8489" y="17300"/>
                    <a:pt x="10758" y="17300"/>
                  </a:cubicBezTo>
                  <a:cubicBezTo>
                    <a:pt x="13027" y="17300"/>
                    <a:pt x="14792" y="14276"/>
                    <a:pt x="14792" y="10388"/>
                  </a:cubicBezTo>
                  <a:cubicBezTo>
                    <a:pt x="14792" y="6500"/>
                    <a:pt x="13027" y="3476"/>
                    <a:pt x="10758" y="3476"/>
                  </a:cubicBezTo>
                  <a:moveTo>
                    <a:pt x="10758" y="13844"/>
                  </a:moveTo>
                  <a:cubicBezTo>
                    <a:pt x="9665" y="13844"/>
                    <a:pt x="8741" y="12260"/>
                    <a:pt x="8741" y="10388"/>
                  </a:cubicBezTo>
                  <a:cubicBezTo>
                    <a:pt x="8741" y="8516"/>
                    <a:pt x="9665" y="6932"/>
                    <a:pt x="10758" y="6932"/>
                  </a:cubicBezTo>
                  <a:cubicBezTo>
                    <a:pt x="11851" y="6932"/>
                    <a:pt x="12775" y="8516"/>
                    <a:pt x="12775" y="10388"/>
                  </a:cubicBezTo>
                  <a:cubicBezTo>
                    <a:pt x="12775" y="12260"/>
                    <a:pt x="11851" y="13844"/>
                    <a:pt x="10758" y="13844"/>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0" name="Shape">
              <a:extLst>
                <a:ext uri="{FF2B5EF4-FFF2-40B4-BE49-F238E27FC236}">
                  <a16:creationId xmlns:a16="http://schemas.microsoft.com/office/drawing/2014/main" id="{FCFF0C1A-30A9-D69C-222A-007486D235EE}"/>
                </a:ext>
              </a:extLst>
            </p:cNvPr>
            <p:cNvSpPr/>
            <p:nvPr/>
          </p:nvSpPr>
          <p:spPr>
            <a:xfrm>
              <a:off x="6293248" y="5362783"/>
              <a:ext cx="522611" cy="416854"/>
            </a:xfrm>
            <a:custGeom>
              <a:avLst/>
              <a:gdLst/>
              <a:ahLst/>
              <a:cxnLst>
                <a:cxn ang="0">
                  <a:pos x="wd2" y="hd2"/>
                </a:cxn>
                <a:cxn ang="5400000">
                  <a:pos x="wd2" y="hd2"/>
                </a:cxn>
                <a:cxn ang="10800000">
                  <a:pos x="wd2" y="hd2"/>
                </a:cxn>
                <a:cxn ang="16200000">
                  <a:pos x="wd2" y="hd2"/>
                </a:cxn>
              </a:cxnLst>
              <a:rect l="0" t="0" r="r" b="b"/>
              <a:pathLst>
                <a:path w="21600" h="21600" extrusionOk="0">
                  <a:moveTo>
                    <a:pt x="17719" y="21600"/>
                  </a:moveTo>
                  <a:cubicBezTo>
                    <a:pt x="16791" y="20511"/>
                    <a:pt x="16791" y="20511"/>
                    <a:pt x="16791" y="20511"/>
                  </a:cubicBezTo>
                  <a:cubicBezTo>
                    <a:pt x="18900" y="17970"/>
                    <a:pt x="20250" y="14521"/>
                    <a:pt x="20250" y="10800"/>
                  </a:cubicBezTo>
                  <a:cubicBezTo>
                    <a:pt x="20250" y="7079"/>
                    <a:pt x="18900" y="3630"/>
                    <a:pt x="16791" y="1089"/>
                  </a:cubicBezTo>
                  <a:cubicBezTo>
                    <a:pt x="17719" y="0"/>
                    <a:pt x="17719" y="0"/>
                    <a:pt x="17719" y="0"/>
                  </a:cubicBezTo>
                  <a:cubicBezTo>
                    <a:pt x="20166" y="2904"/>
                    <a:pt x="21600" y="6625"/>
                    <a:pt x="21600" y="10800"/>
                  </a:cubicBezTo>
                  <a:cubicBezTo>
                    <a:pt x="21600" y="14975"/>
                    <a:pt x="20166" y="18696"/>
                    <a:pt x="17719" y="21600"/>
                  </a:cubicBezTo>
                  <a:moveTo>
                    <a:pt x="15103" y="18696"/>
                  </a:moveTo>
                  <a:cubicBezTo>
                    <a:pt x="14091" y="17697"/>
                    <a:pt x="14091" y="17697"/>
                    <a:pt x="14091" y="17697"/>
                  </a:cubicBezTo>
                  <a:cubicBezTo>
                    <a:pt x="15609" y="15882"/>
                    <a:pt x="16537" y="13432"/>
                    <a:pt x="16537" y="10800"/>
                  </a:cubicBezTo>
                  <a:cubicBezTo>
                    <a:pt x="16537" y="8168"/>
                    <a:pt x="15609" y="5718"/>
                    <a:pt x="14091" y="3903"/>
                  </a:cubicBezTo>
                  <a:cubicBezTo>
                    <a:pt x="15103" y="2904"/>
                    <a:pt x="15103" y="2904"/>
                    <a:pt x="15103" y="2904"/>
                  </a:cubicBezTo>
                  <a:cubicBezTo>
                    <a:pt x="16791" y="4992"/>
                    <a:pt x="17887" y="7714"/>
                    <a:pt x="17887" y="10800"/>
                  </a:cubicBezTo>
                  <a:cubicBezTo>
                    <a:pt x="17887" y="13886"/>
                    <a:pt x="16791" y="16608"/>
                    <a:pt x="15103" y="18696"/>
                  </a:cubicBezTo>
                  <a:moveTo>
                    <a:pt x="12487" y="15882"/>
                  </a:moveTo>
                  <a:cubicBezTo>
                    <a:pt x="11475" y="14884"/>
                    <a:pt x="11475" y="14884"/>
                    <a:pt x="11475" y="14884"/>
                  </a:cubicBezTo>
                  <a:cubicBezTo>
                    <a:pt x="12319" y="13795"/>
                    <a:pt x="12825" y="12343"/>
                    <a:pt x="12825" y="10800"/>
                  </a:cubicBezTo>
                  <a:cubicBezTo>
                    <a:pt x="12825" y="9257"/>
                    <a:pt x="12319" y="7805"/>
                    <a:pt x="11475" y="6716"/>
                  </a:cubicBezTo>
                  <a:cubicBezTo>
                    <a:pt x="12487" y="5718"/>
                    <a:pt x="12487" y="5718"/>
                    <a:pt x="12487" y="5718"/>
                  </a:cubicBezTo>
                  <a:cubicBezTo>
                    <a:pt x="13500" y="7079"/>
                    <a:pt x="14175" y="8894"/>
                    <a:pt x="14175" y="10800"/>
                  </a:cubicBezTo>
                  <a:cubicBezTo>
                    <a:pt x="14175" y="12706"/>
                    <a:pt x="13500" y="14521"/>
                    <a:pt x="12487" y="15882"/>
                  </a:cubicBezTo>
                  <a:moveTo>
                    <a:pt x="8437" y="16608"/>
                  </a:moveTo>
                  <a:cubicBezTo>
                    <a:pt x="8184" y="16608"/>
                    <a:pt x="8016" y="16518"/>
                    <a:pt x="7847" y="16427"/>
                  </a:cubicBezTo>
                  <a:cubicBezTo>
                    <a:pt x="7847" y="16427"/>
                    <a:pt x="7847" y="16427"/>
                    <a:pt x="7847" y="16427"/>
                  </a:cubicBezTo>
                  <a:cubicBezTo>
                    <a:pt x="4387" y="13704"/>
                    <a:pt x="4387" y="13704"/>
                    <a:pt x="4387" y="13704"/>
                  </a:cubicBezTo>
                  <a:cubicBezTo>
                    <a:pt x="1012" y="13704"/>
                    <a:pt x="1012" y="13704"/>
                    <a:pt x="1012" y="13704"/>
                  </a:cubicBezTo>
                  <a:cubicBezTo>
                    <a:pt x="422" y="13704"/>
                    <a:pt x="0" y="13250"/>
                    <a:pt x="0" y="12615"/>
                  </a:cubicBezTo>
                  <a:cubicBezTo>
                    <a:pt x="0" y="8985"/>
                    <a:pt x="0" y="8985"/>
                    <a:pt x="0" y="8985"/>
                  </a:cubicBezTo>
                  <a:cubicBezTo>
                    <a:pt x="0" y="8350"/>
                    <a:pt x="422" y="7896"/>
                    <a:pt x="1012" y="7896"/>
                  </a:cubicBezTo>
                  <a:cubicBezTo>
                    <a:pt x="1012" y="7896"/>
                    <a:pt x="1012" y="7896"/>
                    <a:pt x="1012" y="7896"/>
                  </a:cubicBezTo>
                  <a:cubicBezTo>
                    <a:pt x="4387" y="7896"/>
                    <a:pt x="4387" y="7896"/>
                    <a:pt x="4387" y="7896"/>
                  </a:cubicBezTo>
                  <a:cubicBezTo>
                    <a:pt x="7762" y="4901"/>
                    <a:pt x="7762" y="4901"/>
                    <a:pt x="7762" y="4901"/>
                  </a:cubicBezTo>
                  <a:cubicBezTo>
                    <a:pt x="7762" y="4901"/>
                    <a:pt x="7762" y="4901"/>
                    <a:pt x="7762" y="4901"/>
                  </a:cubicBezTo>
                  <a:cubicBezTo>
                    <a:pt x="8016" y="4719"/>
                    <a:pt x="8184" y="4629"/>
                    <a:pt x="8437" y="4629"/>
                  </a:cubicBezTo>
                  <a:cubicBezTo>
                    <a:pt x="9028" y="4629"/>
                    <a:pt x="9450" y="5082"/>
                    <a:pt x="9450" y="5718"/>
                  </a:cubicBezTo>
                  <a:cubicBezTo>
                    <a:pt x="9450" y="8985"/>
                    <a:pt x="9450" y="8985"/>
                    <a:pt x="9450" y="8985"/>
                  </a:cubicBezTo>
                  <a:cubicBezTo>
                    <a:pt x="9450" y="11526"/>
                    <a:pt x="9450" y="11526"/>
                    <a:pt x="9450" y="11526"/>
                  </a:cubicBezTo>
                  <a:cubicBezTo>
                    <a:pt x="9450" y="12615"/>
                    <a:pt x="9450" y="12615"/>
                    <a:pt x="9450" y="12615"/>
                  </a:cubicBezTo>
                  <a:cubicBezTo>
                    <a:pt x="9450" y="13704"/>
                    <a:pt x="9450" y="13704"/>
                    <a:pt x="9450" y="13704"/>
                  </a:cubicBezTo>
                  <a:cubicBezTo>
                    <a:pt x="9450" y="15519"/>
                    <a:pt x="9450" y="15519"/>
                    <a:pt x="9450" y="15519"/>
                  </a:cubicBezTo>
                  <a:cubicBezTo>
                    <a:pt x="9450" y="16155"/>
                    <a:pt x="9028" y="16608"/>
                    <a:pt x="8437" y="16608"/>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1" name="Shape">
              <a:extLst>
                <a:ext uri="{FF2B5EF4-FFF2-40B4-BE49-F238E27FC236}">
                  <a16:creationId xmlns:a16="http://schemas.microsoft.com/office/drawing/2014/main" id="{459D974D-9FB3-C9F9-BC4E-DE79546C983B}"/>
                </a:ext>
              </a:extLst>
            </p:cNvPr>
            <p:cNvSpPr/>
            <p:nvPr/>
          </p:nvSpPr>
          <p:spPr>
            <a:xfrm>
              <a:off x="5376138" y="5418596"/>
              <a:ext cx="433138" cy="305228"/>
            </a:xfrm>
            <a:custGeom>
              <a:avLst/>
              <a:gdLst/>
              <a:ahLst/>
              <a:cxnLst>
                <a:cxn ang="0">
                  <a:pos x="wd2" y="hd2"/>
                </a:cxn>
                <a:cxn ang="5400000">
                  <a:pos x="wd2" y="hd2"/>
                </a:cxn>
                <a:cxn ang="10800000">
                  <a:pos x="wd2" y="hd2"/>
                </a:cxn>
                <a:cxn ang="16200000">
                  <a:pos x="wd2" y="hd2"/>
                </a:cxn>
              </a:cxnLst>
              <a:rect l="0" t="0" r="r" b="b"/>
              <a:pathLst>
                <a:path w="21600" h="21600" extrusionOk="0">
                  <a:moveTo>
                    <a:pt x="18238" y="21600"/>
                  </a:moveTo>
                  <a:cubicBezTo>
                    <a:pt x="17015" y="20234"/>
                    <a:pt x="17015" y="20234"/>
                    <a:pt x="17015" y="20234"/>
                  </a:cubicBezTo>
                  <a:cubicBezTo>
                    <a:pt x="18849" y="17752"/>
                    <a:pt x="19970" y="14400"/>
                    <a:pt x="19970" y="10800"/>
                  </a:cubicBezTo>
                  <a:cubicBezTo>
                    <a:pt x="19970" y="7200"/>
                    <a:pt x="18849" y="3848"/>
                    <a:pt x="17015" y="1366"/>
                  </a:cubicBezTo>
                  <a:cubicBezTo>
                    <a:pt x="18238" y="0"/>
                    <a:pt x="18238" y="0"/>
                    <a:pt x="18238" y="0"/>
                  </a:cubicBezTo>
                  <a:cubicBezTo>
                    <a:pt x="20275" y="2855"/>
                    <a:pt x="21600" y="6579"/>
                    <a:pt x="21600" y="10800"/>
                  </a:cubicBezTo>
                  <a:cubicBezTo>
                    <a:pt x="21600" y="15021"/>
                    <a:pt x="20275" y="18745"/>
                    <a:pt x="18238" y="21600"/>
                  </a:cubicBezTo>
                  <a:moveTo>
                    <a:pt x="15079" y="17752"/>
                  </a:moveTo>
                  <a:cubicBezTo>
                    <a:pt x="13857" y="16386"/>
                    <a:pt x="13857" y="16386"/>
                    <a:pt x="13857" y="16386"/>
                  </a:cubicBezTo>
                  <a:cubicBezTo>
                    <a:pt x="14875" y="14897"/>
                    <a:pt x="15487" y="12910"/>
                    <a:pt x="15487" y="10800"/>
                  </a:cubicBezTo>
                  <a:cubicBezTo>
                    <a:pt x="15487" y="8690"/>
                    <a:pt x="14875" y="6703"/>
                    <a:pt x="13857" y="5214"/>
                  </a:cubicBezTo>
                  <a:cubicBezTo>
                    <a:pt x="15079" y="3848"/>
                    <a:pt x="15079" y="3848"/>
                    <a:pt x="15079" y="3848"/>
                  </a:cubicBezTo>
                  <a:cubicBezTo>
                    <a:pt x="16302" y="5710"/>
                    <a:pt x="17117" y="8193"/>
                    <a:pt x="17117" y="10800"/>
                  </a:cubicBezTo>
                  <a:cubicBezTo>
                    <a:pt x="17117" y="13407"/>
                    <a:pt x="16302" y="15890"/>
                    <a:pt x="15079" y="17752"/>
                  </a:cubicBezTo>
                  <a:moveTo>
                    <a:pt x="10189" y="18745"/>
                  </a:moveTo>
                  <a:cubicBezTo>
                    <a:pt x="9883" y="18745"/>
                    <a:pt x="9679" y="18621"/>
                    <a:pt x="9475" y="18497"/>
                  </a:cubicBezTo>
                  <a:cubicBezTo>
                    <a:pt x="9475" y="18497"/>
                    <a:pt x="9475" y="18497"/>
                    <a:pt x="9475" y="18497"/>
                  </a:cubicBezTo>
                  <a:cubicBezTo>
                    <a:pt x="5298" y="14772"/>
                    <a:pt x="5298" y="14772"/>
                    <a:pt x="5298" y="14772"/>
                  </a:cubicBezTo>
                  <a:cubicBezTo>
                    <a:pt x="1223" y="14772"/>
                    <a:pt x="1223" y="14772"/>
                    <a:pt x="1223" y="14772"/>
                  </a:cubicBezTo>
                  <a:cubicBezTo>
                    <a:pt x="509" y="14772"/>
                    <a:pt x="0" y="14152"/>
                    <a:pt x="0" y="13283"/>
                  </a:cubicBezTo>
                  <a:cubicBezTo>
                    <a:pt x="0" y="8317"/>
                    <a:pt x="0" y="8317"/>
                    <a:pt x="0" y="8317"/>
                  </a:cubicBezTo>
                  <a:cubicBezTo>
                    <a:pt x="0" y="7448"/>
                    <a:pt x="509" y="6828"/>
                    <a:pt x="1223" y="6828"/>
                  </a:cubicBezTo>
                  <a:cubicBezTo>
                    <a:pt x="1223" y="6828"/>
                    <a:pt x="1223" y="6828"/>
                    <a:pt x="1223" y="6828"/>
                  </a:cubicBezTo>
                  <a:cubicBezTo>
                    <a:pt x="5298" y="6828"/>
                    <a:pt x="5298" y="6828"/>
                    <a:pt x="5298" y="6828"/>
                  </a:cubicBezTo>
                  <a:cubicBezTo>
                    <a:pt x="9374" y="2731"/>
                    <a:pt x="9374" y="2731"/>
                    <a:pt x="9374" y="2731"/>
                  </a:cubicBezTo>
                  <a:cubicBezTo>
                    <a:pt x="9374" y="2731"/>
                    <a:pt x="9374" y="2731"/>
                    <a:pt x="9374" y="2731"/>
                  </a:cubicBezTo>
                  <a:cubicBezTo>
                    <a:pt x="9679" y="2483"/>
                    <a:pt x="9883" y="2359"/>
                    <a:pt x="10189" y="2359"/>
                  </a:cubicBezTo>
                  <a:cubicBezTo>
                    <a:pt x="10902" y="2359"/>
                    <a:pt x="11411" y="2979"/>
                    <a:pt x="11411" y="3848"/>
                  </a:cubicBezTo>
                  <a:cubicBezTo>
                    <a:pt x="11411" y="8317"/>
                    <a:pt x="11411" y="8317"/>
                    <a:pt x="11411" y="8317"/>
                  </a:cubicBezTo>
                  <a:cubicBezTo>
                    <a:pt x="11411" y="11793"/>
                    <a:pt x="11411" y="11793"/>
                    <a:pt x="11411" y="11793"/>
                  </a:cubicBezTo>
                  <a:cubicBezTo>
                    <a:pt x="11411" y="13283"/>
                    <a:pt x="11411" y="13283"/>
                    <a:pt x="11411" y="13283"/>
                  </a:cubicBezTo>
                  <a:cubicBezTo>
                    <a:pt x="11411" y="14772"/>
                    <a:pt x="11411" y="14772"/>
                    <a:pt x="11411" y="14772"/>
                  </a:cubicBezTo>
                  <a:cubicBezTo>
                    <a:pt x="11411" y="17255"/>
                    <a:pt x="11411" y="17255"/>
                    <a:pt x="11411" y="17255"/>
                  </a:cubicBezTo>
                  <a:cubicBezTo>
                    <a:pt x="11411" y="18124"/>
                    <a:pt x="10902" y="18745"/>
                    <a:pt x="10189" y="18745"/>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2" name="Shape">
              <a:extLst>
                <a:ext uri="{FF2B5EF4-FFF2-40B4-BE49-F238E27FC236}">
                  <a16:creationId xmlns:a16="http://schemas.microsoft.com/office/drawing/2014/main" id="{16AB7A1D-D3BA-5547-58E5-2453DB23DAC2}"/>
                </a:ext>
              </a:extLst>
            </p:cNvPr>
            <p:cNvSpPr/>
            <p:nvPr/>
          </p:nvSpPr>
          <p:spPr>
            <a:xfrm>
              <a:off x="4459029" y="5451735"/>
              <a:ext cx="343662" cy="231973"/>
            </a:xfrm>
            <a:custGeom>
              <a:avLst/>
              <a:gdLst/>
              <a:ahLst/>
              <a:cxnLst>
                <a:cxn ang="0">
                  <a:pos x="wd2" y="hd2"/>
                </a:cxn>
                <a:cxn ang="5400000">
                  <a:pos x="wd2" y="hd2"/>
                </a:cxn>
                <a:cxn ang="10800000">
                  <a:pos x="wd2" y="hd2"/>
                </a:cxn>
                <a:cxn ang="16200000">
                  <a:pos x="wd2" y="hd2"/>
                </a:cxn>
              </a:cxnLst>
              <a:rect l="0" t="0" r="r" b="b"/>
              <a:pathLst>
                <a:path w="21600" h="21600" extrusionOk="0">
                  <a:moveTo>
                    <a:pt x="19029" y="20291"/>
                  </a:moveTo>
                  <a:cubicBezTo>
                    <a:pt x="17486" y="18491"/>
                    <a:pt x="17486" y="18491"/>
                    <a:pt x="17486" y="18491"/>
                  </a:cubicBezTo>
                  <a:cubicBezTo>
                    <a:pt x="18771" y="16527"/>
                    <a:pt x="19543" y="13909"/>
                    <a:pt x="19543" y="11127"/>
                  </a:cubicBezTo>
                  <a:cubicBezTo>
                    <a:pt x="19543" y="8345"/>
                    <a:pt x="18771" y="5727"/>
                    <a:pt x="17486" y="3764"/>
                  </a:cubicBezTo>
                  <a:cubicBezTo>
                    <a:pt x="19029" y="1964"/>
                    <a:pt x="19029" y="1964"/>
                    <a:pt x="19029" y="1964"/>
                  </a:cubicBezTo>
                  <a:cubicBezTo>
                    <a:pt x="20571" y="4418"/>
                    <a:pt x="21600" y="7691"/>
                    <a:pt x="21600" y="11127"/>
                  </a:cubicBezTo>
                  <a:cubicBezTo>
                    <a:pt x="21600" y="14564"/>
                    <a:pt x="20571" y="17836"/>
                    <a:pt x="19029" y="20291"/>
                  </a:cubicBezTo>
                  <a:moveTo>
                    <a:pt x="12857" y="21600"/>
                  </a:moveTo>
                  <a:cubicBezTo>
                    <a:pt x="12471" y="21600"/>
                    <a:pt x="12214" y="21436"/>
                    <a:pt x="11957" y="21273"/>
                  </a:cubicBezTo>
                  <a:cubicBezTo>
                    <a:pt x="11957" y="21273"/>
                    <a:pt x="11957" y="21273"/>
                    <a:pt x="11957" y="21273"/>
                  </a:cubicBezTo>
                  <a:cubicBezTo>
                    <a:pt x="6686" y="16364"/>
                    <a:pt x="6686" y="16364"/>
                    <a:pt x="6686" y="16364"/>
                  </a:cubicBezTo>
                  <a:cubicBezTo>
                    <a:pt x="1543" y="16364"/>
                    <a:pt x="1543" y="16364"/>
                    <a:pt x="1543" y="16364"/>
                  </a:cubicBezTo>
                  <a:cubicBezTo>
                    <a:pt x="643" y="16364"/>
                    <a:pt x="0" y="15545"/>
                    <a:pt x="0" y="14400"/>
                  </a:cubicBezTo>
                  <a:cubicBezTo>
                    <a:pt x="0" y="7855"/>
                    <a:pt x="0" y="7855"/>
                    <a:pt x="0" y="7855"/>
                  </a:cubicBezTo>
                  <a:cubicBezTo>
                    <a:pt x="0" y="6709"/>
                    <a:pt x="643" y="5891"/>
                    <a:pt x="1543" y="5891"/>
                  </a:cubicBezTo>
                  <a:cubicBezTo>
                    <a:pt x="1543" y="5891"/>
                    <a:pt x="1543" y="5891"/>
                    <a:pt x="1543" y="5891"/>
                  </a:cubicBezTo>
                  <a:cubicBezTo>
                    <a:pt x="6686" y="5891"/>
                    <a:pt x="6686" y="5891"/>
                    <a:pt x="6686" y="5891"/>
                  </a:cubicBezTo>
                  <a:cubicBezTo>
                    <a:pt x="11829" y="491"/>
                    <a:pt x="11829" y="491"/>
                    <a:pt x="11829" y="491"/>
                  </a:cubicBezTo>
                  <a:cubicBezTo>
                    <a:pt x="11829" y="491"/>
                    <a:pt x="11829" y="491"/>
                    <a:pt x="11829" y="491"/>
                  </a:cubicBezTo>
                  <a:cubicBezTo>
                    <a:pt x="12214" y="164"/>
                    <a:pt x="12471" y="0"/>
                    <a:pt x="12857" y="0"/>
                  </a:cubicBezTo>
                  <a:cubicBezTo>
                    <a:pt x="13757" y="0"/>
                    <a:pt x="14400" y="818"/>
                    <a:pt x="14400" y="1964"/>
                  </a:cubicBezTo>
                  <a:cubicBezTo>
                    <a:pt x="14400" y="7855"/>
                    <a:pt x="14400" y="7855"/>
                    <a:pt x="14400" y="7855"/>
                  </a:cubicBezTo>
                  <a:cubicBezTo>
                    <a:pt x="14400" y="12436"/>
                    <a:pt x="14400" y="12436"/>
                    <a:pt x="14400" y="12436"/>
                  </a:cubicBezTo>
                  <a:cubicBezTo>
                    <a:pt x="14400" y="14400"/>
                    <a:pt x="14400" y="14400"/>
                    <a:pt x="14400" y="14400"/>
                  </a:cubicBezTo>
                  <a:cubicBezTo>
                    <a:pt x="14400" y="16364"/>
                    <a:pt x="14400" y="16364"/>
                    <a:pt x="14400" y="16364"/>
                  </a:cubicBezTo>
                  <a:cubicBezTo>
                    <a:pt x="14400" y="19636"/>
                    <a:pt x="14400" y="19636"/>
                    <a:pt x="14400" y="19636"/>
                  </a:cubicBezTo>
                  <a:cubicBezTo>
                    <a:pt x="14400" y="20782"/>
                    <a:pt x="13757" y="21600"/>
                    <a:pt x="12857" y="21600"/>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3" name="Shape">
              <a:extLst>
                <a:ext uri="{FF2B5EF4-FFF2-40B4-BE49-F238E27FC236}">
                  <a16:creationId xmlns:a16="http://schemas.microsoft.com/office/drawing/2014/main" id="{1863C404-CFE9-876A-C11F-CFDDD3D19AAB}"/>
                </a:ext>
              </a:extLst>
            </p:cNvPr>
            <p:cNvSpPr/>
            <p:nvPr/>
          </p:nvSpPr>
          <p:spPr>
            <a:xfrm>
              <a:off x="3592756" y="5451735"/>
              <a:ext cx="425002" cy="231973"/>
            </a:xfrm>
            <a:custGeom>
              <a:avLst/>
              <a:gdLst/>
              <a:ahLst/>
              <a:cxnLst>
                <a:cxn ang="0">
                  <a:pos x="wd2" y="hd2"/>
                </a:cxn>
                <a:cxn ang="5400000">
                  <a:pos x="wd2" y="hd2"/>
                </a:cxn>
                <a:cxn ang="10800000">
                  <a:pos x="wd2" y="hd2"/>
                </a:cxn>
                <a:cxn ang="16200000">
                  <a:pos x="wd2" y="hd2"/>
                </a:cxn>
              </a:cxnLst>
              <a:rect l="0" t="0" r="r" b="b"/>
              <a:pathLst>
                <a:path w="21600" h="21600" extrusionOk="0">
                  <a:moveTo>
                    <a:pt x="21185" y="8509"/>
                  </a:moveTo>
                  <a:cubicBezTo>
                    <a:pt x="19627" y="11127"/>
                    <a:pt x="19627" y="11127"/>
                    <a:pt x="19627" y="11127"/>
                  </a:cubicBezTo>
                  <a:cubicBezTo>
                    <a:pt x="21185" y="13745"/>
                    <a:pt x="21185" y="13745"/>
                    <a:pt x="21185" y="13745"/>
                  </a:cubicBezTo>
                  <a:cubicBezTo>
                    <a:pt x="21496" y="14073"/>
                    <a:pt x="21600" y="14564"/>
                    <a:pt x="21600" y="15055"/>
                  </a:cubicBezTo>
                  <a:cubicBezTo>
                    <a:pt x="21600" y="16200"/>
                    <a:pt x="21081" y="17018"/>
                    <a:pt x="20354" y="17018"/>
                  </a:cubicBezTo>
                  <a:cubicBezTo>
                    <a:pt x="20042" y="17018"/>
                    <a:pt x="19731" y="16855"/>
                    <a:pt x="19523" y="16364"/>
                  </a:cubicBezTo>
                  <a:cubicBezTo>
                    <a:pt x="17862" y="13909"/>
                    <a:pt x="17862" y="13909"/>
                    <a:pt x="17862" y="13909"/>
                  </a:cubicBezTo>
                  <a:cubicBezTo>
                    <a:pt x="16200" y="16364"/>
                    <a:pt x="16200" y="16364"/>
                    <a:pt x="16200" y="16364"/>
                  </a:cubicBezTo>
                  <a:cubicBezTo>
                    <a:pt x="15992" y="16855"/>
                    <a:pt x="15681" y="17018"/>
                    <a:pt x="15369" y="17018"/>
                  </a:cubicBezTo>
                  <a:cubicBezTo>
                    <a:pt x="14642" y="17018"/>
                    <a:pt x="14123" y="16200"/>
                    <a:pt x="14123" y="15055"/>
                  </a:cubicBezTo>
                  <a:cubicBezTo>
                    <a:pt x="14123" y="14564"/>
                    <a:pt x="14227" y="14073"/>
                    <a:pt x="14538" y="13745"/>
                  </a:cubicBezTo>
                  <a:cubicBezTo>
                    <a:pt x="16096" y="11127"/>
                    <a:pt x="16096" y="11127"/>
                    <a:pt x="16096" y="11127"/>
                  </a:cubicBezTo>
                  <a:cubicBezTo>
                    <a:pt x="14538" y="8509"/>
                    <a:pt x="14538" y="8509"/>
                    <a:pt x="14538" y="8509"/>
                  </a:cubicBezTo>
                  <a:cubicBezTo>
                    <a:pt x="14227" y="8182"/>
                    <a:pt x="14123" y="7691"/>
                    <a:pt x="14123" y="7200"/>
                  </a:cubicBezTo>
                  <a:cubicBezTo>
                    <a:pt x="14123" y="6055"/>
                    <a:pt x="14642" y="5236"/>
                    <a:pt x="15369" y="5236"/>
                  </a:cubicBezTo>
                  <a:cubicBezTo>
                    <a:pt x="15681" y="5236"/>
                    <a:pt x="15992" y="5400"/>
                    <a:pt x="16200" y="5891"/>
                  </a:cubicBezTo>
                  <a:cubicBezTo>
                    <a:pt x="17862" y="8345"/>
                    <a:pt x="17862" y="8345"/>
                    <a:pt x="17862" y="8345"/>
                  </a:cubicBezTo>
                  <a:cubicBezTo>
                    <a:pt x="19523" y="5891"/>
                    <a:pt x="19523" y="5891"/>
                    <a:pt x="19523" y="5891"/>
                  </a:cubicBezTo>
                  <a:cubicBezTo>
                    <a:pt x="19731" y="5400"/>
                    <a:pt x="20042" y="5236"/>
                    <a:pt x="20354" y="5236"/>
                  </a:cubicBezTo>
                  <a:cubicBezTo>
                    <a:pt x="21081" y="5236"/>
                    <a:pt x="21600" y="6055"/>
                    <a:pt x="21600" y="7200"/>
                  </a:cubicBezTo>
                  <a:cubicBezTo>
                    <a:pt x="21600" y="7691"/>
                    <a:pt x="21496" y="8182"/>
                    <a:pt x="21185" y="8509"/>
                  </a:cubicBezTo>
                  <a:moveTo>
                    <a:pt x="10385" y="21600"/>
                  </a:moveTo>
                  <a:cubicBezTo>
                    <a:pt x="10073" y="21600"/>
                    <a:pt x="9865" y="21436"/>
                    <a:pt x="9658" y="21273"/>
                  </a:cubicBezTo>
                  <a:cubicBezTo>
                    <a:pt x="9658" y="21273"/>
                    <a:pt x="9658" y="21273"/>
                    <a:pt x="9658" y="21273"/>
                  </a:cubicBezTo>
                  <a:cubicBezTo>
                    <a:pt x="5400" y="16364"/>
                    <a:pt x="5400" y="16364"/>
                    <a:pt x="5400" y="16364"/>
                  </a:cubicBezTo>
                  <a:cubicBezTo>
                    <a:pt x="1246" y="16364"/>
                    <a:pt x="1246" y="16364"/>
                    <a:pt x="1246" y="16364"/>
                  </a:cubicBezTo>
                  <a:cubicBezTo>
                    <a:pt x="519" y="16364"/>
                    <a:pt x="0" y="15545"/>
                    <a:pt x="0" y="14400"/>
                  </a:cubicBezTo>
                  <a:cubicBezTo>
                    <a:pt x="0" y="7855"/>
                    <a:pt x="0" y="7855"/>
                    <a:pt x="0" y="7855"/>
                  </a:cubicBezTo>
                  <a:cubicBezTo>
                    <a:pt x="0" y="6709"/>
                    <a:pt x="519" y="5891"/>
                    <a:pt x="1246" y="5891"/>
                  </a:cubicBezTo>
                  <a:cubicBezTo>
                    <a:pt x="1246" y="5891"/>
                    <a:pt x="1246" y="5891"/>
                    <a:pt x="1246" y="5891"/>
                  </a:cubicBezTo>
                  <a:cubicBezTo>
                    <a:pt x="5400" y="5891"/>
                    <a:pt x="5400" y="5891"/>
                    <a:pt x="5400" y="5891"/>
                  </a:cubicBezTo>
                  <a:cubicBezTo>
                    <a:pt x="9554" y="491"/>
                    <a:pt x="9554" y="491"/>
                    <a:pt x="9554" y="491"/>
                  </a:cubicBezTo>
                  <a:cubicBezTo>
                    <a:pt x="9554" y="491"/>
                    <a:pt x="9554" y="491"/>
                    <a:pt x="9554" y="491"/>
                  </a:cubicBezTo>
                  <a:cubicBezTo>
                    <a:pt x="9865" y="164"/>
                    <a:pt x="10073" y="0"/>
                    <a:pt x="10385" y="0"/>
                  </a:cubicBezTo>
                  <a:cubicBezTo>
                    <a:pt x="11112" y="0"/>
                    <a:pt x="11631" y="818"/>
                    <a:pt x="11631" y="1964"/>
                  </a:cubicBezTo>
                  <a:cubicBezTo>
                    <a:pt x="11631" y="7855"/>
                    <a:pt x="11631" y="7855"/>
                    <a:pt x="11631" y="7855"/>
                  </a:cubicBezTo>
                  <a:cubicBezTo>
                    <a:pt x="11631" y="12436"/>
                    <a:pt x="11631" y="12436"/>
                    <a:pt x="11631" y="12436"/>
                  </a:cubicBezTo>
                  <a:cubicBezTo>
                    <a:pt x="11631" y="14400"/>
                    <a:pt x="11631" y="14400"/>
                    <a:pt x="11631" y="14400"/>
                  </a:cubicBezTo>
                  <a:cubicBezTo>
                    <a:pt x="11631" y="16364"/>
                    <a:pt x="11631" y="16364"/>
                    <a:pt x="11631" y="16364"/>
                  </a:cubicBezTo>
                  <a:cubicBezTo>
                    <a:pt x="11631" y="19636"/>
                    <a:pt x="11631" y="19636"/>
                    <a:pt x="11631" y="19636"/>
                  </a:cubicBezTo>
                  <a:cubicBezTo>
                    <a:pt x="11631" y="20782"/>
                    <a:pt x="11112" y="21600"/>
                    <a:pt x="10385" y="21600"/>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4" name="Shape">
              <a:extLst>
                <a:ext uri="{FF2B5EF4-FFF2-40B4-BE49-F238E27FC236}">
                  <a16:creationId xmlns:a16="http://schemas.microsoft.com/office/drawing/2014/main" id="{1605C17C-0C5B-6798-5D4D-C81E1B6FB64F}"/>
                </a:ext>
              </a:extLst>
            </p:cNvPr>
            <p:cNvSpPr/>
            <p:nvPr/>
          </p:nvSpPr>
          <p:spPr>
            <a:xfrm>
              <a:off x="2675646" y="5451735"/>
              <a:ext cx="427037" cy="231973"/>
            </a:xfrm>
            <a:custGeom>
              <a:avLst/>
              <a:gdLst/>
              <a:ahLst/>
              <a:cxnLst>
                <a:cxn ang="0">
                  <a:pos x="wd2" y="hd2"/>
                </a:cxn>
                <a:cxn ang="5400000">
                  <a:pos x="wd2" y="hd2"/>
                </a:cxn>
                <a:cxn ang="10800000">
                  <a:pos x="wd2" y="hd2"/>
                </a:cxn>
                <a:cxn ang="16200000">
                  <a:pos x="wd2" y="hd2"/>
                </a:cxn>
              </a:cxnLst>
              <a:rect l="0" t="0" r="r" b="b"/>
              <a:pathLst>
                <a:path w="21600" h="21600" extrusionOk="0">
                  <a:moveTo>
                    <a:pt x="20354" y="13091"/>
                  </a:moveTo>
                  <a:cubicBezTo>
                    <a:pt x="15369" y="13091"/>
                    <a:pt x="15369" y="13091"/>
                    <a:pt x="15369" y="13091"/>
                  </a:cubicBezTo>
                  <a:cubicBezTo>
                    <a:pt x="14642" y="13091"/>
                    <a:pt x="14123" y="12273"/>
                    <a:pt x="14123" y="11127"/>
                  </a:cubicBezTo>
                  <a:cubicBezTo>
                    <a:pt x="14123" y="9982"/>
                    <a:pt x="14642" y="9164"/>
                    <a:pt x="15369" y="9164"/>
                  </a:cubicBezTo>
                  <a:cubicBezTo>
                    <a:pt x="20354" y="9164"/>
                    <a:pt x="20354" y="9164"/>
                    <a:pt x="20354" y="9164"/>
                  </a:cubicBezTo>
                  <a:cubicBezTo>
                    <a:pt x="21081" y="9164"/>
                    <a:pt x="21600" y="9982"/>
                    <a:pt x="21600" y="11127"/>
                  </a:cubicBezTo>
                  <a:cubicBezTo>
                    <a:pt x="21600" y="12273"/>
                    <a:pt x="21081" y="13091"/>
                    <a:pt x="20354" y="13091"/>
                  </a:cubicBezTo>
                  <a:moveTo>
                    <a:pt x="10385" y="21600"/>
                  </a:moveTo>
                  <a:cubicBezTo>
                    <a:pt x="10073" y="21600"/>
                    <a:pt x="9865" y="21436"/>
                    <a:pt x="9658" y="21273"/>
                  </a:cubicBezTo>
                  <a:cubicBezTo>
                    <a:pt x="9658" y="21273"/>
                    <a:pt x="9658" y="21273"/>
                    <a:pt x="9658" y="21273"/>
                  </a:cubicBezTo>
                  <a:cubicBezTo>
                    <a:pt x="5400" y="16364"/>
                    <a:pt x="5400" y="16364"/>
                    <a:pt x="5400" y="16364"/>
                  </a:cubicBezTo>
                  <a:cubicBezTo>
                    <a:pt x="1246" y="16364"/>
                    <a:pt x="1246" y="16364"/>
                    <a:pt x="1246" y="16364"/>
                  </a:cubicBezTo>
                  <a:cubicBezTo>
                    <a:pt x="519" y="16364"/>
                    <a:pt x="0" y="15545"/>
                    <a:pt x="0" y="14400"/>
                  </a:cubicBezTo>
                  <a:cubicBezTo>
                    <a:pt x="0" y="7855"/>
                    <a:pt x="0" y="7855"/>
                    <a:pt x="0" y="7855"/>
                  </a:cubicBezTo>
                  <a:cubicBezTo>
                    <a:pt x="0" y="6709"/>
                    <a:pt x="519" y="5891"/>
                    <a:pt x="1246" y="5891"/>
                  </a:cubicBezTo>
                  <a:cubicBezTo>
                    <a:pt x="1246" y="5891"/>
                    <a:pt x="1246" y="5891"/>
                    <a:pt x="1246" y="5891"/>
                  </a:cubicBezTo>
                  <a:cubicBezTo>
                    <a:pt x="5400" y="5891"/>
                    <a:pt x="5400" y="5891"/>
                    <a:pt x="5400" y="5891"/>
                  </a:cubicBezTo>
                  <a:cubicBezTo>
                    <a:pt x="9554" y="491"/>
                    <a:pt x="9554" y="491"/>
                    <a:pt x="9554" y="491"/>
                  </a:cubicBezTo>
                  <a:cubicBezTo>
                    <a:pt x="9554" y="491"/>
                    <a:pt x="9554" y="491"/>
                    <a:pt x="9554" y="491"/>
                  </a:cubicBezTo>
                  <a:cubicBezTo>
                    <a:pt x="9865" y="164"/>
                    <a:pt x="10073" y="0"/>
                    <a:pt x="10385" y="0"/>
                  </a:cubicBezTo>
                  <a:cubicBezTo>
                    <a:pt x="11112" y="0"/>
                    <a:pt x="11631" y="818"/>
                    <a:pt x="11631" y="1964"/>
                  </a:cubicBezTo>
                  <a:cubicBezTo>
                    <a:pt x="11631" y="7855"/>
                    <a:pt x="11631" y="7855"/>
                    <a:pt x="11631" y="7855"/>
                  </a:cubicBezTo>
                  <a:cubicBezTo>
                    <a:pt x="11631" y="12436"/>
                    <a:pt x="11631" y="12436"/>
                    <a:pt x="11631" y="12436"/>
                  </a:cubicBezTo>
                  <a:cubicBezTo>
                    <a:pt x="11631" y="14400"/>
                    <a:pt x="11631" y="14400"/>
                    <a:pt x="11631" y="14400"/>
                  </a:cubicBezTo>
                  <a:cubicBezTo>
                    <a:pt x="11631" y="16364"/>
                    <a:pt x="11631" y="16364"/>
                    <a:pt x="11631" y="16364"/>
                  </a:cubicBezTo>
                  <a:cubicBezTo>
                    <a:pt x="11631" y="19636"/>
                    <a:pt x="11631" y="19636"/>
                    <a:pt x="11631" y="19636"/>
                  </a:cubicBezTo>
                  <a:cubicBezTo>
                    <a:pt x="11631" y="20782"/>
                    <a:pt x="11112" y="21600"/>
                    <a:pt x="10385" y="21600"/>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5" name="Shape">
              <a:extLst>
                <a:ext uri="{FF2B5EF4-FFF2-40B4-BE49-F238E27FC236}">
                  <a16:creationId xmlns:a16="http://schemas.microsoft.com/office/drawing/2014/main" id="{CF51EFCB-2A16-B2DA-F3C3-6990CD0E8658}"/>
                </a:ext>
              </a:extLst>
            </p:cNvPr>
            <p:cNvSpPr/>
            <p:nvPr/>
          </p:nvSpPr>
          <p:spPr>
            <a:xfrm>
              <a:off x="1760570" y="5451735"/>
              <a:ext cx="425004" cy="231973"/>
            </a:xfrm>
            <a:custGeom>
              <a:avLst/>
              <a:gdLst/>
              <a:ahLst/>
              <a:cxnLst>
                <a:cxn ang="0">
                  <a:pos x="wd2" y="hd2"/>
                </a:cxn>
                <a:cxn ang="5400000">
                  <a:pos x="wd2" y="hd2"/>
                </a:cxn>
                <a:cxn ang="10800000">
                  <a:pos x="wd2" y="hd2"/>
                </a:cxn>
                <a:cxn ang="16200000">
                  <a:pos x="wd2" y="hd2"/>
                </a:cxn>
              </a:cxnLst>
              <a:rect l="0" t="0" r="r" b="b"/>
              <a:pathLst>
                <a:path w="21600" h="21600" extrusionOk="0">
                  <a:moveTo>
                    <a:pt x="20354" y="13091"/>
                  </a:moveTo>
                  <a:cubicBezTo>
                    <a:pt x="19108" y="13091"/>
                    <a:pt x="19108" y="13091"/>
                    <a:pt x="19108" y="13091"/>
                  </a:cubicBezTo>
                  <a:cubicBezTo>
                    <a:pt x="19108" y="15055"/>
                    <a:pt x="19108" y="15055"/>
                    <a:pt x="19108" y="15055"/>
                  </a:cubicBezTo>
                  <a:cubicBezTo>
                    <a:pt x="19108" y="16200"/>
                    <a:pt x="18588" y="17018"/>
                    <a:pt x="17862" y="17018"/>
                  </a:cubicBezTo>
                  <a:cubicBezTo>
                    <a:pt x="17135" y="17018"/>
                    <a:pt x="16615" y="16200"/>
                    <a:pt x="16615" y="15055"/>
                  </a:cubicBezTo>
                  <a:cubicBezTo>
                    <a:pt x="16615" y="13091"/>
                    <a:pt x="16615" y="13091"/>
                    <a:pt x="16615" y="13091"/>
                  </a:cubicBezTo>
                  <a:cubicBezTo>
                    <a:pt x="15369" y="13091"/>
                    <a:pt x="15369" y="13091"/>
                    <a:pt x="15369" y="13091"/>
                  </a:cubicBezTo>
                  <a:cubicBezTo>
                    <a:pt x="14642" y="13091"/>
                    <a:pt x="14123" y="12273"/>
                    <a:pt x="14123" y="11127"/>
                  </a:cubicBezTo>
                  <a:cubicBezTo>
                    <a:pt x="14123" y="9982"/>
                    <a:pt x="14642" y="9164"/>
                    <a:pt x="15369" y="9164"/>
                  </a:cubicBezTo>
                  <a:cubicBezTo>
                    <a:pt x="16615" y="9164"/>
                    <a:pt x="16615" y="9164"/>
                    <a:pt x="16615" y="9164"/>
                  </a:cubicBezTo>
                  <a:cubicBezTo>
                    <a:pt x="16615" y="7200"/>
                    <a:pt x="16615" y="7200"/>
                    <a:pt x="16615" y="7200"/>
                  </a:cubicBezTo>
                  <a:cubicBezTo>
                    <a:pt x="16615" y="6055"/>
                    <a:pt x="17135" y="5236"/>
                    <a:pt x="17862" y="5236"/>
                  </a:cubicBezTo>
                  <a:cubicBezTo>
                    <a:pt x="18588" y="5236"/>
                    <a:pt x="19108" y="6055"/>
                    <a:pt x="19108" y="7200"/>
                  </a:cubicBezTo>
                  <a:cubicBezTo>
                    <a:pt x="19108" y="9164"/>
                    <a:pt x="19108" y="9164"/>
                    <a:pt x="19108" y="9164"/>
                  </a:cubicBezTo>
                  <a:cubicBezTo>
                    <a:pt x="20354" y="9164"/>
                    <a:pt x="20354" y="9164"/>
                    <a:pt x="20354" y="9164"/>
                  </a:cubicBezTo>
                  <a:cubicBezTo>
                    <a:pt x="21081" y="9164"/>
                    <a:pt x="21600" y="9982"/>
                    <a:pt x="21600" y="11127"/>
                  </a:cubicBezTo>
                  <a:cubicBezTo>
                    <a:pt x="21600" y="12273"/>
                    <a:pt x="21081" y="13091"/>
                    <a:pt x="20354" y="13091"/>
                  </a:cubicBezTo>
                  <a:moveTo>
                    <a:pt x="10385" y="21600"/>
                  </a:moveTo>
                  <a:cubicBezTo>
                    <a:pt x="10073" y="21600"/>
                    <a:pt x="9865" y="21436"/>
                    <a:pt x="9658" y="21273"/>
                  </a:cubicBezTo>
                  <a:cubicBezTo>
                    <a:pt x="9658" y="21273"/>
                    <a:pt x="9658" y="21273"/>
                    <a:pt x="9658" y="21273"/>
                  </a:cubicBezTo>
                  <a:cubicBezTo>
                    <a:pt x="5400" y="16364"/>
                    <a:pt x="5400" y="16364"/>
                    <a:pt x="5400" y="16364"/>
                  </a:cubicBezTo>
                  <a:cubicBezTo>
                    <a:pt x="1246" y="16364"/>
                    <a:pt x="1246" y="16364"/>
                    <a:pt x="1246" y="16364"/>
                  </a:cubicBezTo>
                  <a:cubicBezTo>
                    <a:pt x="519" y="16364"/>
                    <a:pt x="0" y="15545"/>
                    <a:pt x="0" y="14400"/>
                  </a:cubicBezTo>
                  <a:cubicBezTo>
                    <a:pt x="0" y="7855"/>
                    <a:pt x="0" y="7855"/>
                    <a:pt x="0" y="7855"/>
                  </a:cubicBezTo>
                  <a:cubicBezTo>
                    <a:pt x="0" y="6709"/>
                    <a:pt x="519" y="5891"/>
                    <a:pt x="1246" y="5891"/>
                  </a:cubicBezTo>
                  <a:cubicBezTo>
                    <a:pt x="1246" y="5891"/>
                    <a:pt x="1246" y="5891"/>
                    <a:pt x="1246" y="5891"/>
                  </a:cubicBezTo>
                  <a:cubicBezTo>
                    <a:pt x="5400" y="5891"/>
                    <a:pt x="5400" y="5891"/>
                    <a:pt x="5400" y="5891"/>
                  </a:cubicBezTo>
                  <a:cubicBezTo>
                    <a:pt x="9554" y="491"/>
                    <a:pt x="9554" y="491"/>
                    <a:pt x="9554" y="491"/>
                  </a:cubicBezTo>
                  <a:cubicBezTo>
                    <a:pt x="9554" y="491"/>
                    <a:pt x="9554" y="491"/>
                    <a:pt x="9554" y="491"/>
                  </a:cubicBezTo>
                  <a:cubicBezTo>
                    <a:pt x="9865" y="164"/>
                    <a:pt x="10073" y="0"/>
                    <a:pt x="10385" y="0"/>
                  </a:cubicBezTo>
                  <a:cubicBezTo>
                    <a:pt x="11112" y="0"/>
                    <a:pt x="11631" y="818"/>
                    <a:pt x="11631" y="1964"/>
                  </a:cubicBezTo>
                  <a:cubicBezTo>
                    <a:pt x="11631" y="7855"/>
                    <a:pt x="11631" y="7855"/>
                    <a:pt x="11631" y="7855"/>
                  </a:cubicBezTo>
                  <a:cubicBezTo>
                    <a:pt x="11631" y="12436"/>
                    <a:pt x="11631" y="12436"/>
                    <a:pt x="11631" y="12436"/>
                  </a:cubicBezTo>
                  <a:cubicBezTo>
                    <a:pt x="11631" y="14400"/>
                    <a:pt x="11631" y="14400"/>
                    <a:pt x="11631" y="14400"/>
                  </a:cubicBezTo>
                  <a:cubicBezTo>
                    <a:pt x="11631" y="16364"/>
                    <a:pt x="11631" y="16364"/>
                    <a:pt x="11631" y="16364"/>
                  </a:cubicBezTo>
                  <a:cubicBezTo>
                    <a:pt x="11631" y="19636"/>
                    <a:pt x="11631" y="19636"/>
                    <a:pt x="11631" y="19636"/>
                  </a:cubicBezTo>
                  <a:cubicBezTo>
                    <a:pt x="11631" y="20782"/>
                    <a:pt x="11112" y="21600"/>
                    <a:pt x="10385" y="21600"/>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6" name="Shape">
              <a:extLst>
                <a:ext uri="{FF2B5EF4-FFF2-40B4-BE49-F238E27FC236}">
                  <a16:creationId xmlns:a16="http://schemas.microsoft.com/office/drawing/2014/main" id="{8DE706B1-66B9-8862-BECA-8F2C5E74CC59}"/>
                </a:ext>
              </a:extLst>
            </p:cNvPr>
            <p:cNvSpPr/>
            <p:nvPr/>
          </p:nvSpPr>
          <p:spPr>
            <a:xfrm>
              <a:off x="896332" y="5451735"/>
              <a:ext cx="327394" cy="231973"/>
            </a:xfrm>
            <a:custGeom>
              <a:avLst/>
              <a:gdLst/>
              <a:ahLst/>
              <a:cxnLst>
                <a:cxn ang="0">
                  <a:pos x="wd2" y="hd2"/>
                </a:cxn>
                <a:cxn ang="5400000">
                  <a:pos x="wd2" y="hd2"/>
                </a:cxn>
                <a:cxn ang="10800000">
                  <a:pos x="wd2" y="hd2"/>
                </a:cxn>
                <a:cxn ang="16200000">
                  <a:pos x="wd2" y="hd2"/>
                </a:cxn>
              </a:cxnLst>
              <a:rect l="0" t="0" r="r" b="b"/>
              <a:pathLst>
                <a:path w="21600" h="21600" extrusionOk="0">
                  <a:moveTo>
                    <a:pt x="21195" y="3436"/>
                  </a:moveTo>
                  <a:cubicBezTo>
                    <a:pt x="1215" y="19964"/>
                    <a:pt x="1215" y="19964"/>
                    <a:pt x="1215" y="19964"/>
                  </a:cubicBezTo>
                  <a:cubicBezTo>
                    <a:pt x="1080" y="19964"/>
                    <a:pt x="945" y="20127"/>
                    <a:pt x="810" y="20127"/>
                  </a:cubicBezTo>
                  <a:cubicBezTo>
                    <a:pt x="270" y="20127"/>
                    <a:pt x="0" y="19636"/>
                    <a:pt x="0" y="19145"/>
                  </a:cubicBezTo>
                  <a:cubicBezTo>
                    <a:pt x="0" y="18818"/>
                    <a:pt x="135" y="18491"/>
                    <a:pt x="270" y="18327"/>
                  </a:cubicBezTo>
                  <a:cubicBezTo>
                    <a:pt x="20385" y="1800"/>
                    <a:pt x="20385" y="1800"/>
                    <a:pt x="20385" y="1800"/>
                  </a:cubicBezTo>
                  <a:cubicBezTo>
                    <a:pt x="20520" y="1800"/>
                    <a:pt x="20655" y="1636"/>
                    <a:pt x="20790" y="1636"/>
                  </a:cubicBezTo>
                  <a:cubicBezTo>
                    <a:pt x="21195" y="1636"/>
                    <a:pt x="21600" y="2127"/>
                    <a:pt x="21600" y="2618"/>
                  </a:cubicBezTo>
                  <a:cubicBezTo>
                    <a:pt x="21600" y="2945"/>
                    <a:pt x="21465" y="3273"/>
                    <a:pt x="21195" y="3436"/>
                  </a:cubicBezTo>
                  <a:moveTo>
                    <a:pt x="2430" y="7855"/>
                  </a:moveTo>
                  <a:cubicBezTo>
                    <a:pt x="2430" y="6709"/>
                    <a:pt x="3105" y="5891"/>
                    <a:pt x="4050" y="5891"/>
                  </a:cubicBezTo>
                  <a:cubicBezTo>
                    <a:pt x="4050" y="5891"/>
                    <a:pt x="4050" y="5891"/>
                    <a:pt x="4050" y="5891"/>
                  </a:cubicBezTo>
                  <a:cubicBezTo>
                    <a:pt x="9450" y="5891"/>
                    <a:pt x="9450" y="5891"/>
                    <a:pt x="9450" y="5891"/>
                  </a:cubicBezTo>
                  <a:cubicBezTo>
                    <a:pt x="14850" y="491"/>
                    <a:pt x="14850" y="491"/>
                    <a:pt x="14850" y="491"/>
                  </a:cubicBezTo>
                  <a:cubicBezTo>
                    <a:pt x="14850" y="491"/>
                    <a:pt x="14850" y="491"/>
                    <a:pt x="14850" y="491"/>
                  </a:cubicBezTo>
                  <a:cubicBezTo>
                    <a:pt x="15255" y="164"/>
                    <a:pt x="15525" y="0"/>
                    <a:pt x="15930" y="0"/>
                  </a:cubicBezTo>
                  <a:cubicBezTo>
                    <a:pt x="16740" y="0"/>
                    <a:pt x="17415" y="818"/>
                    <a:pt x="17550" y="1800"/>
                  </a:cubicBezTo>
                  <a:cubicBezTo>
                    <a:pt x="2430" y="14236"/>
                    <a:pt x="2430" y="14236"/>
                    <a:pt x="2430" y="14236"/>
                  </a:cubicBezTo>
                  <a:lnTo>
                    <a:pt x="2430" y="7855"/>
                  </a:lnTo>
                  <a:close/>
                  <a:moveTo>
                    <a:pt x="17550" y="12436"/>
                  </a:moveTo>
                  <a:cubicBezTo>
                    <a:pt x="17550" y="14400"/>
                    <a:pt x="17550" y="14400"/>
                    <a:pt x="17550" y="14400"/>
                  </a:cubicBezTo>
                  <a:cubicBezTo>
                    <a:pt x="17550" y="16364"/>
                    <a:pt x="17550" y="16364"/>
                    <a:pt x="17550" y="16364"/>
                  </a:cubicBezTo>
                  <a:cubicBezTo>
                    <a:pt x="17550" y="19636"/>
                    <a:pt x="17550" y="19636"/>
                    <a:pt x="17550" y="19636"/>
                  </a:cubicBezTo>
                  <a:cubicBezTo>
                    <a:pt x="17550" y="20782"/>
                    <a:pt x="16875" y="21600"/>
                    <a:pt x="15930" y="21600"/>
                  </a:cubicBezTo>
                  <a:cubicBezTo>
                    <a:pt x="15525" y="21600"/>
                    <a:pt x="15255" y="21436"/>
                    <a:pt x="14985" y="21273"/>
                  </a:cubicBezTo>
                  <a:cubicBezTo>
                    <a:pt x="14985" y="21273"/>
                    <a:pt x="14985" y="21273"/>
                    <a:pt x="14985" y="21273"/>
                  </a:cubicBezTo>
                  <a:cubicBezTo>
                    <a:pt x="9450" y="16364"/>
                    <a:pt x="9450" y="16364"/>
                    <a:pt x="9450" y="16364"/>
                  </a:cubicBezTo>
                  <a:cubicBezTo>
                    <a:pt x="8370" y="16364"/>
                    <a:pt x="8370" y="16364"/>
                    <a:pt x="8370" y="16364"/>
                  </a:cubicBezTo>
                  <a:cubicBezTo>
                    <a:pt x="17550" y="8836"/>
                    <a:pt x="17550" y="8836"/>
                    <a:pt x="17550" y="8836"/>
                  </a:cubicBezTo>
                  <a:lnTo>
                    <a:pt x="17550" y="12436"/>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7" name="Shape">
              <a:extLst>
                <a:ext uri="{FF2B5EF4-FFF2-40B4-BE49-F238E27FC236}">
                  <a16:creationId xmlns:a16="http://schemas.microsoft.com/office/drawing/2014/main" id="{AAA02B53-5514-DCC2-1FE5-7AF663271763}"/>
                </a:ext>
              </a:extLst>
            </p:cNvPr>
            <p:cNvSpPr/>
            <p:nvPr/>
          </p:nvSpPr>
          <p:spPr>
            <a:xfrm>
              <a:off x="10872697" y="4560472"/>
              <a:ext cx="524645" cy="449993"/>
            </a:xfrm>
            <a:custGeom>
              <a:avLst/>
              <a:gdLst/>
              <a:ahLst/>
              <a:cxnLst>
                <a:cxn ang="0">
                  <a:pos x="wd2" y="hd2"/>
                </a:cxn>
                <a:cxn ang="5400000">
                  <a:pos x="wd2" y="hd2"/>
                </a:cxn>
                <a:cxn ang="10800000">
                  <a:pos x="wd2" y="hd2"/>
                </a:cxn>
                <a:cxn ang="16200000">
                  <a:pos x="wd2" y="hd2"/>
                </a:cxn>
              </a:cxnLst>
              <a:rect l="0" t="0" r="r" b="b"/>
              <a:pathLst>
                <a:path w="21600" h="21600" extrusionOk="0">
                  <a:moveTo>
                    <a:pt x="20588" y="16538"/>
                  </a:moveTo>
                  <a:cubicBezTo>
                    <a:pt x="17213" y="16538"/>
                    <a:pt x="17213" y="16538"/>
                    <a:pt x="17213" y="16538"/>
                  </a:cubicBezTo>
                  <a:cubicBezTo>
                    <a:pt x="17213" y="15525"/>
                    <a:pt x="17213" y="15525"/>
                    <a:pt x="17213" y="15525"/>
                  </a:cubicBezTo>
                  <a:cubicBezTo>
                    <a:pt x="17213" y="15188"/>
                    <a:pt x="17213" y="15188"/>
                    <a:pt x="17213" y="15188"/>
                  </a:cubicBezTo>
                  <a:cubicBezTo>
                    <a:pt x="17213" y="13500"/>
                    <a:pt x="17213" y="13500"/>
                    <a:pt x="17213" y="13500"/>
                  </a:cubicBezTo>
                  <a:cubicBezTo>
                    <a:pt x="17213" y="12488"/>
                    <a:pt x="17213" y="12488"/>
                    <a:pt x="17213" y="12488"/>
                  </a:cubicBezTo>
                  <a:cubicBezTo>
                    <a:pt x="17213" y="11475"/>
                    <a:pt x="17213" y="11475"/>
                    <a:pt x="17213" y="11475"/>
                  </a:cubicBezTo>
                  <a:cubicBezTo>
                    <a:pt x="4387" y="11475"/>
                    <a:pt x="4387" y="11475"/>
                    <a:pt x="4387" y="11475"/>
                  </a:cubicBezTo>
                  <a:cubicBezTo>
                    <a:pt x="4387" y="12488"/>
                    <a:pt x="4387" y="12488"/>
                    <a:pt x="4387" y="12488"/>
                  </a:cubicBezTo>
                  <a:cubicBezTo>
                    <a:pt x="4387" y="13500"/>
                    <a:pt x="4387" y="13500"/>
                    <a:pt x="4387" y="13500"/>
                  </a:cubicBezTo>
                  <a:cubicBezTo>
                    <a:pt x="4387" y="15188"/>
                    <a:pt x="4387" y="15188"/>
                    <a:pt x="4387" y="15188"/>
                  </a:cubicBezTo>
                  <a:cubicBezTo>
                    <a:pt x="4387" y="15525"/>
                    <a:pt x="4387" y="15525"/>
                    <a:pt x="4387" y="15525"/>
                  </a:cubicBezTo>
                  <a:cubicBezTo>
                    <a:pt x="4387" y="16538"/>
                    <a:pt x="4387" y="16538"/>
                    <a:pt x="4387" y="16538"/>
                  </a:cubicBezTo>
                  <a:cubicBezTo>
                    <a:pt x="1012" y="16538"/>
                    <a:pt x="1012" y="16538"/>
                    <a:pt x="1012" y="16538"/>
                  </a:cubicBezTo>
                  <a:cubicBezTo>
                    <a:pt x="422" y="16538"/>
                    <a:pt x="0" y="16116"/>
                    <a:pt x="0" y="15525"/>
                  </a:cubicBezTo>
                  <a:cubicBezTo>
                    <a:pt x="0" y="6075"/>
                    <a:pt x="0" y="6075"/>
                    <a:pt x="0" y="6075"/>
                  </a:cubicBezTo>
                  <a:cubicBezTo>
                    <a:pt x="0" y="5484"/>
                    <a:pt x="422" y="5062"/>
                    <a:pt x="1012" y="5062"/>
                  </a:cubicBezTo>
                  <a:cubicBezTo>
                    <a:pt x="20588" y="5062"/>
                    <a:pt x="20588" y="5062"/>
                    <a:pt x="20588" y="5062"/>
                  </a:cubicBezTo>
                  <a:cubicBezTo>
                    <a:pt x="21178" y="5062"/>
                    <a:pt x="21600" y="5484"/>
                    <a:pt x="21600" y="6075"/>
                  </a:cubicBezTo>
                  <a:cubicBezTo>
                    <a:pt x="21600" y="15525"/>
                    <a:pt x="21600" y="15525"/>
                    <a:pt x="21600" y="15525"/>
                  </a:cubicBezTo>
                  <a:cubicBezTo>
                    <a:pt x="21600" y="16116"/>
                    <a:pt x="21178" y="16538"/>
                    <a:pt x="20588" y="16538"/>
                  </a:cubicBezTo>
                  <a:moveTo>
                    <a:pt x="3037" y="7087"/>
                  </a:moveTo>
                  <a:cubicBezTo>
                    <a:pt x="2447" y="7087"/>
                    <a:pt x="2025" y="7509"/>
                    <a:pt x="2025" y="8100"/>
                  </a:cubicBezTo>
                  <a:cubicBezTo>
                    <a:pt x="2025" y="8691"/>
                    <a:pt x="2447" y="9112"/>
                    <a:pt x="3037" y="9112"/>
                  </a:cubicBezTo>
                  <a:cubicBezTo>
                    <a:pt x="3628" y="9112"/>
                    <a:pt x="4050" y="8691"/>
                    <a:pt x="4050" y="8100"/>
                  </a:cubicBezTo>
                  <a:cubicBezTo>
                    <a:pt x="4050" y="7509"/>
                    <a:pt x="3628" y="7087"/>
                    <a:pt x="3037" y="7087"/>
                  </a:cubicBezTo>
                  <a:moveTo>
                    <a:pt x="16200" y="4050"/>
                  </a:moveTo>
                  <a:cubicBezTo>
                    <a:pt x="5400" y="4050"/>
                    <a:pt x="5400" y="4050"/>
                    <a:pt x="5400" y="4050"/>
                  </a:cubicBezTo>
                  <a:cubicBezTo>
                    <a:pt x="5400" y="3037"/>
                    <a:pt x="5400" y="3037"/>
                    <a:pt x="5400" y="3037"/>
                  </a:cubicBezTo>
                  <a:cubicBezTo>
                    <a:pt x="5400" y="1012"/>
                    <a:pt x="5400" y="1012"/>
                    <a:pt x="5400" y="1012"/>
                  </a:cubicBezTo>
                  <a:cubicBezTo>
                    <a:pt x="5400" y="844"/>
                    <a:pt x="5400" y="759"/>
                    <a:pt x="5484" y="591"/>
                  </a:cubicBezTo>
                  <a:cubicBezTo>
                    <a:pt x="5653" y="253"/>
                    <a:pt x="5991" y="0"/>
                    <a:pt x="6412" y="0"/>
                  </a:cubicBezTo>
                  <a:cubicBezTo>
                    <a:pt x="15188" y="0"/>
                    <a:pt x="15188" y="0"/>
                    <a:pt x="15188" y="0"/>
                  </a:cubicBezTo>
                  <a:cubicBezTo>
                    <a:pt x="15188" y="0"/>
                    <a:pt x="15188" y="0"/>
                    <a:pt x="15272" y="0"/>
                  </a:cubicBezTo>
                  <a:cubicBezTo>
                    <a:pt x="15272" y="0"/>
                    <a:pt x="15356" y="0"/>
                    <a:pt x="15356" y="0"/>
                  </a:cubicBezTo>
                  <a:cubicBezTo>
                    <a:pt x="15356" y="0"/>
                    <a:pt x="15356" y="0"/>
                    <a:pt x="15356" y="0"/>
                  </a:cubicBezTo>
                  <a:cubicBezTo>
                    <a:pt x="15525" y="84"/>
                    <a:pt x="15609" y="84"/>
                    <a:pt x="15694" y="169"/>
                  </a:cubicBezTo>
                  <a:cubicBezTo>
                    <a:pt x="15694" y="169"/>
                    <a:pt x="15694" y="169"/>
                    <a:pt x="15694" y="169"/>
                  </a:cubicBezTo>
                  <a:cubicBezTo>
                    <a:pt x="15694" y="169"/>
                    <a:pt x="15694" y="169"/>
                    <a:pt x="15694" y="169"/>
                  </a:cubicBezTo>
                  <a:cubicBezTo>
                    <a:pt x="15778" y="169"/>
                    <a:pt x="15863" y="253"/>
                    <a:pt x="15863" y="253"/>
                  </a:cubicBezTo>
                  <a:cubicBezTo>
                    <a:pt x="15863" y="253"/>
                    <a:pt x="15863" y="253"/>
                    <a:pt x="15863" y="253"/>
                  </a:cubicBezTo>
                  <a:cubicBezTo>
                    <a:pt x="15863" y="253"/>
                    <a:pt x="15863" y="253"/>
                    <a:pt x="15863" y="253"/>
                  </a:cubicBezTo>
                  <a:cubicBezTo>
                    <a:pt x="15947" y="337"/>
                    <a:pt x="15947" y="422"/>
                    <a:pt x="16031" y="422"/>
                  </a:cubicBezTo>
                  <a:cubicBezTo>
                    <a:pt x="16031" y="422"/>
                    <a:pt x="16031" y="422"/>
                    <a:pt x="16031" y="422"/>
                  </a:cubicBezTo>
                  <a:cubicBezTo>
                    <a:pt x="16116" y="591"/>
                    <a:pt x="16200" y="759"/>
                    <a:pt x="16200" y="1012"/>
                  </a:cubicBezTo>
                  <a:cubicBezTo>
                    <a:pt x="16200" y="1012"/>
                    <a:pt x="16200" y="1012"/>
                    <a:pt x="16200" y="1012"/>
                  </a:cubicBezTo>
                  <a:cubicBezTo>
                    <a:pt x="16200" y="1012"/>
                    <a:pt x="16200" y="1012"/>
                    <a:pt x="16200" y="1012"/>
                  </a:cubicBezTo>
                  <a:lnTo>
                    <a:pt x="16200" y="4050"/>
                  </a:lnTo>
                  <a:close/>
                  <a:moveTo>
                    <a:pt x="16200" y="14513"/>
                  </a:moveTo>
                  <a:cubicBezTo>
                    <a:pt x="16200" y="19575"/>
                    <a:pt x="16200" y="19575"/>
                    <a:pt x="16200" y="19575"/>
                  </a:cubicBezTo>
                  <a:cubicBezTo>
                    <a:pt x="16200" y="19913"/>
                    <a:pt x="16200" y="19913"/>
                    <a:pt x="16200" y="19913"/>
                  </a:cubicBezTo>
                  <a:cubicBezTo>
                    <a:pt x="16200" y="20588"/>
                    <a:pt x="16200" y="20588"/>
                    <a:pt x="16200" y="20588"/>
                  </a:cubicBezTo>
                  <a:cubicBezTo>
                    <a:pt x="16200" y="21178"/>
                    <a:pt x="15778" y="21600"/>
                    <a:pt x="15188" y="21600"/>
                  </a:cubicBezTo>
                  <a:cubicBezTo>
                    <a:pt x="6412" y="21600"/>
                    <a:pt x="6412" y="21600"/>
                    <a:pt x="6412" y="21600"/>
                  </a:cubicBezTo>
                  <a:cubicBezTo>
                    <a:pt x="5822" y="21600"/>
                    <a:pt x="5400" y="21178"/>
                    <a:pt x="5400" y="20588"/>
                  </a:cubicBezTo>
                  <a:cubicBezTo>
                    <a:pt x="5400" y="19913"/>
                    <a:pt x="5400" y="19913"/>
                    <a:pt x="5400" y="19913"/>
                  </a:cubicBezTo>
                  <a:cubicBezTo>
                    <a:pt x="5400" y="19575"/>
                    <a:pt x="5400" y="19575"/>
                    <a:pt x="5400" y="19575"/>
                  </a:cubicBezTo>
                  <a:cubicBezTo>
                    <a:pt x="5400" y="14513"/>
                    <a:pt x="5400" y="14513"/>
                    <a:pt x="5400" y="14513"/>
                  </a:cubicBezTo>
                  <a:cubicBezTo>
                    <a:pt x="5400" y="12488"/>
                    <a:pt x="5400" y="12488"/>
                    <a:pt x="5400" y="12488"/>
                  </a:cubicBezTo>
                  <a:cubicBezTo>
                    <a:pt x="16200" y="12488"/>
                    <a:pt x="16200" y="12488"/>
                    <a:pt x="16200" y="12488"/>
                  </a:cubicBezTo>
                  <a:lnTo>
                    <a:pt x="16200" y="14513"/>
                  </a:lnTo>
                  <a:close/>
                  <a:moveTo>
                    <a:pt x="14175" y="14513"/>
                  </a:moveTo>
                  <a:cubicBezTo>
                    <a:pt x="7425" y="14513"/>
                    <a:pt x="7425" y="14513"/>
                    <a:pt x="7425" y="14513"/>
                  </a:cubicBezTo>
                  <a:cubicBezTo>
                    <a:pt x="7425" y="15525"/>
                    <a:pt x="7425" y="15525"/>
                    <a:pt x="7425" y="15525"/>
                  </a:cubicBezTo>
                  <a:cubicBezTo>
                    <a:pt x="14175" y="15525"/>
                    <a:pt x="14175" y="15525"/>
                    <a:pt x="14175" y="15525"/>
                  </a:cubicBezTo>
                  <a:lnTo>
                    <a:pt x="14175" y="14513"/>
                  </a:lnTo>
                  <a:close/>
                  <a:moveTo>
                    <a:pt x="14175" y="16538"/>
                  </a:moveTo>
                  <a:cubicBezTo>
                    <a:pt x="7425" y="16538"/>
                    <a:pt x="7425" y="16538"/>
                    <a:pt x="7425" y="16538"/>
                  </a:cubicBezTo>
                  <a:cubicBezTo>
                    <a:pt x="7425" y="17550"/>
                    <a:pt x="7425" y="17550"/>
                    <a:pt x="7425" y="17550"/>
                  </a:cubicBezTo>
                  <a:cubicBezTo>
                    <a:pt x="14175" y="17550"/>
                    <a:pt x="14175" y="17550"/>
                    <a:pt x="14175" y="17550"/>
                  </a:cubicBezTo>
                  <a:lnTo>
                    <a:pt x="14175" y="16538"/>
                  </a:lnTo>
                  <a:close/>
                  <a:moveTo>
                    <a:pt x="14175" y="18563"/>
                  </a:moveTo>
                  <a:cubicBezTo>
                    <a:pt x="7425" y="18563"/>
                    <a:pt x="7425" y="18563"/>
                    <a:pt x="7425" y="18563"/>
                  </a:cubicBezTo>
                  <a:cubicBezTo>
                    <a:pt x="7425" y="19575"/>
                    <a:pt x="7425" y="19575"/>
                    <a:pt x="7425" y="19575"/>
                  </a:cubicBezTo>
                  <a:cubicBezTo>
                    <a:pt x="14175" y="19575"/>
                    <a:pt x="14175" y="19575"/>
                    <a:pt x="14175" y="19575"/>
                  </a:cubicBezTo>
                  <a:lnTo>
                    <a:pt x="14175" y="18563"/>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8" name="Shape">
              <a:extLst>
                <a:ext uri="{FF2B5EF4-FFF2-40B4-BE49-F238E27FC236}">
                  <a16:creationId xmlns:a16="http://schemas.microsoft.com/office/drawing/2014/main" id="{6F26EE80-DCCB-57A8-790D-383B4FAE04D2}"/>
                </a:ext>
              </a:extLst>
            </p:cNvPr>
            <p:cNvSpPr/>
            <p:nvPr/>
          </p:nvSpPr>
          <p:spPr>
            <a:xfrm>
              <a:off x="9957621" y="4581402"/>
              <a:ext cx="522610" cy="406389"/>
            </a:xfrm>
            <a:custGeom>
              <a:avLst/>
              <a:gdLst/>
              <a:ahLst/>
              <a:cxnLst>
                <a:cxn ang="0">
                  <a:pos x="wd2" y="hd2"/>
                </a:cxn>
                <a:cxn ang="5400000">
                  <a:pos x="wd2" y="hd2"/>
                </a:cxn>
                <a:cxn ang="10800000">
                  <a:pos x="wd2" y="hd2"/>
                </a:cxn>
                <a:cxn ang="16200000">
                  <a:pos x="wd2" y="hd2"/>
                </a:cxn>
              </a:cxnLst>
              <a:rect l="0" t="0" r="r" b="b"/>
              <a:pathLst>
                <a:path w="21600" h="21600" extrusionOk="0">
                  <a:moveTo>
                    <a:pt x="21347" y="21228"/>
                  </a:moveTo>
                  <a:cubicBezTo>
                    <a:pt x="14681" y="12569"/>
                    <a:pt x="14681" y="12569"/>
                    <a:pt x="14681" y="12569"/>
                  </a:cubicBezTo>
                  <a:cubicBezTo>
                    <a:pt x="21263" y="5493"/>
                    <a:pt x="21263" y="5493"/>
                    <a:pt x="21263" y="5493"/>
                  </a:cubicBezTo>
                  <a:cubicBezTo>
                    <a:pt x="21516" y="5772"/>
                    <a:pt x="21600" y="6052"/>
                    <a:pt x="21600" y="6331"/>
                  </a:cubicBezTo>
                  <a:cubicBezTo>
                    <a:pt x="21600" y="20483"/>
                    <a:pt x="21600" y="20483"/>
                    <a:pt x="21600" y="20483"/>
                  </a:cubicBezTo>
                  <a:cubicBezTo>
                    <a:pt x="21600" y="20762"/>
                    <a:pt x="21516" y="21041"/>
                    <a:pt x="21347" y="21228"/>
                  </a:cubicBezTo>
                  <a:moveTo>
                    <a:pt x="337" y="5493"/>
                  </a:moveTo>
                  <a:cubicBezTo>
                    <a:pt x="506" y="5307"/>
                    <a:pt x="759" y="5214"/>
                    <a:pt x="1012" y="5214"/>
                  </a:cubicBezTo>
                  <a:cubicBezTo>
                    <a:pt x="6919" y="5214"/>
                    <a:pt x="6919" y="5214"/>
                    <a:pt x="6919" y="5214"/>
                  </a:cubicBezTo>
                  <a:cubicBezTo>
                    <a:pt x="7341" y="5679"/>
                    <a:pt x="7847" y="5959"/>
                    <a:pt x="8437" y="5959"/>
                  </a:cubicBezTo>
                  <a:cubicBezTo>
                    <a:pt x="8522" y="5959"/>
                    <a:pt x="8691" y="5959"/>
                    <a:pt x="8775" y="5959"/>
                  </a:cubicBezTo>
                  <a:cubicBezTo>
                    <a:pt x="8775" y="8938"/>
                    <a:pt x="8775" y="8938"/>
                    <a:pt x="8775" y="8938"/>
                  </a:cubicBezTo>
                  <a:cubicBezTo>
                    <a:pt x="8775" y="10148"/>
                    <a:pt x="9703" y="11172"/>
                    <a:pt x="10800" y="11172"/>
                  </a:cubicBezTo>
                  <a:cubicBezTo>
                    <a:pt x="11897" y="11172"/>
                    <a:pt x="12825" y="10148"/>
                    <a:pt x="12825" y="8938"/>
                  </a:cubicBezTo>
                  <a:cubicBezTo>
                    <a:pt x="12825" y="5959"/>
                    <a:pt x="12825" y="5959"/>
                    <a:pt x="12825" y="5959"/>
                  </a:cubicBezTo>
                  <a:cubicBezTo>
                    <a:pt x="12909" y="5959"/>
                    <a:pt x="13078" y="5959"/>
                    <a:pt x="13163" y="5959"/>
                  </a:cubicBezTo>
                  <a:cubicBezTo>
                    <a:pt x="13753" y="5959"/>
                    <a:pt x="14259" y="5679"/>
                    <a:pt x="14681" y="5214"/>
                  </a:cubicBezTo>
                  <a:cubicBezTo>
                    <a:pt x="20588" y="5214"/>
                    <a:pt x="20588" y="5214"/>
                    <a:pt x="20588" y="5214"/>
                  </a:cubicBezTo>
                  <a:cubicBezTo>
                    <a:pt x="20841" y="5214"/>
                    <a:pt x="21094" y="5307"/>
                    <a:pt x="21263" y="5493"/>
                  </a:cubicBezTo>
                  <a:cubicBezTo>
                    <a:pt x="10800" y="14524"/>
                    <a:pt x="10800" y="14524"/>
                    <a:pt x="10800" y="14524"/>
                  </a:cubicBezTo>
                  <a:lnTo>
                    <a:pt x="337" y="5493"/>
                  </a:lnTo>
                  <a:close/>
                  <a:moveTo>
                    <a:pt x="13163" y="4841"/>
                  </a:moveTo>
                  <a:cubicBezTo>
                    <a:pt x="12909" y="4841"/>
                    <a:pt x="12656" y="4748"/>
                    <a:pt x="12487" y="4469"/>
                  </a:cubicBezTo>
                  <a:cubicBezTo>
                    <a:pt x="11812" y="3817"/>
                    <a:pt x="11812" y="3817"/>
                    <a:pt x="11812" y="3817"/>
                  </a:cubicBezTo>
                  <a:cubicBezTo>
                    <a:pt x="11812" y="8938"/>
                    <a:pt x="11812" y="8938"/>
                    <a:pt x="11812" y="8938"/>
                  </a:cubicBezTo>
                  <a:cubicBezTo>
                    <a:pt x="11812" y="9590"/>
                    <a:pt x="11391" y="10055"/>
                    <a:pt x="10800" y="10055"/>
                  </a:cubicBezTo>
                  <a:cubicBezTo>
                    <a:pt x="10209" y="10055"/>
                    <a:pt x="9788" y="9590"/>
                    <a:pt x="9788" y="8938"/>
                  </a:cubicBezTo>
                  <a:cubicBezTo>
                    <a:pt x="9788" y="3817"/>
                    <a:pt x="9788" y="3817"/>
                    <a:pt x="9788" y="3817"/>
                  </a:cubicBezTo>
                  <a:cubicBezTo>
                    <a:pt x="9112" y="4469"/>
                    <a:pt x="9112" y="4469"/>
                    <a:pt x="9112" y="4469"/>
                  </a:cubicBezTo>
                  <a:cubicBezTo>
                    <a:pt x="8944" y="4748"/>
                    <a:pt x="8691" y="4841"/>
                    <a:pt x="8437" y="4841"/>
                  </a:cubicBezTo>
                  <a:cubicBezTo>
                    <a:pt x="7847" y="4841"/>
                    <a:pt x="7425" y="4376"/>
                    <a:pt x="7425" y="3724"/>
                  </a:cubicBezTo>
                  <a:cubicBezTo>
                    <a:pt x="7425" y="3445"/>
                    <a:pt x="7509" y="3166"/>
                    <a:pt x="7762" y="2979"/>
                  </a:cubicBezTo>
                  <a:cubicBezTo>
                    <a:pt x="10125" y="372"/>
                    <a:pt x="10125" y="372"/>
                    <a:pt x="10125" y="372"/>
                  </a:cubicBezTo>
                  <a:cubicBezTo>
                    <a:pt x="10294" y="93"/>
                    <a:pt x="10547" y="0"/>
                    <a:pt x="10800" y="0"/>
                  </a:cubicBezTo>
                  <a:cubicBezTo>
                    <a:pt x="11053" y="0"/>
                    <a:pt x="11306" y="93"/>
                    <a:pt x="11475" y="372"/>
                  </a:cubicBezTo>
                  <a:cubicBezTo>
                    <a:pt x="13837" y="2979"/>
                    <a:pt x="13837" y="2979"/>
                    <a:pt x="13837" y="2979"/>
                  </a:cubicBezTo>
                  <a:cubicBezTo>
                    <a:pt x="14091" y="3166"/>
                    <a:pt x="14175" y="3445"/>
                    <a:pt x="14175" y="3724"/>
                  </a:cubicBezTo>
                  <a:cubicBezTo>
                    <a:pt x="14175" y="4376"/>
                    <a:pt x="13753" y="4841"/>
                    <a:pt x="13163" y="4841"/>
                  </a:cubicBezTo>
                  <a:moveTo>
                    <a:pt x="253" y="21228"/>
                  </a:moveTo>
                  <a:cubicBezTo>
                    <a:pt x="84" y="21041"/>
                    <a:pt x="0" y="20762"/>
                    <a:pt x="0" y="20483"/>
                  </a:cubicBezTo>
                  <a:cubicBezTo>
                    <a:pt x="0" y="6331"/>
                    <a:pt x="0" y="6331"/>
                    <a:pt x="0" y="6331"/>
                  </a:cubicBezTo>
                  <a:cubicBezTo>
                    <a:pt x="0" y="6052"/>
                    <a:pt x="84" y="5772"/>
                    <a:pt x="337" y="5493"/>
                  </a:cubicBezTo>
                  <a:cubicBezTo>
                    <a:pt x="6919" y="12569"/>
                    <a:pt x="6919" y="12569"/>
                    <a:pt x="6919" y="12569"/>
                  </a:cubicBezTo>
                  <a:lnTo>
                    <a:pt x="253" y="21228"/>
                  </a:lnTo>
                  <a:close/>
                  <a:moveTo>
                    <a:pt x="10800" y="16759"/>
                  </a:moveTo>
                  <a:cubicBezTo>
                    <a:pt x="13584" y="13779"/>
                    <a:pt x="13584" y="13779"/>
                    <a:pt x="13584" y="13779"/>
                  </a:cubicBezTo>
                  <a:cubicBezTo>
                    <a:pt x="21263" y="21321"/>
                    <a:pt x="21263" y="21321"/>
                    <a:pt x="21263" y="21321"/>
                  </a:cubicBezTo>
                  <a:cubicBezTo>
                    <a:pt x="21094" y="21507"/>
                    <a:pt x="20841" y="21600"/>
                    <a:pt x="20588" y="21600"/>
                  </a:cubicBezTo>
                  <a:cubicBezTo>
                    <a:pt x="1012" y="21600"/>
                    <a:pt x="1012" y="21600"/>
                    <a:pt x="1012" y="21600"/>
                  </a:cubicBezTo>
                  <a:cubicBezTo>
                    <a:pt x="759" y="21600"/>
                    <a:pt x="506" y="21507"/>
                    <a:pt x="337" y="21321"/>
                  </a:cubicBezTo>
                  <a:cubicBezTo>
                    <a:pt x="8016" y="13779"/>
                    <a:pt x="8016" y="13779"/>
                    <a:pt x="8016" y="13779"/>
                  </a:cubicBezTo>
                  <a:lnTo>
                    <a:pt x="10800" y="16759"/>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9" name="Shape">
              <a:extLst>
                <a:ext uri="{FF2B5EF4-FFF2-40B4-BE49-F238E27FC236}">
                  <a16:creationId xmlns:a16="http://schemas.microsoft.com/office/drawing/2014/main" id="{63840FB1-DD2B-09ED-AD81-54A20D375750}"/>
                </a:ext>
              </a:extLst>
            </p:cNvPr>
            <p:cNvSpPr/>
            <p:nvPr/>
          </p:nvSpPr>
          <p:spPr>
            <a:xfrm>
              <a:off x="9040510" y="4581402"/>
              <a:ext cx="524645" cy="406389"/>
            </a:xfrm>
            <a:custGeom>
              <a:avLst/>
              <a:gdLst/>
              <a:ahLst/>
              <a:cxnLst>
                <a:cxn ang="0">
                  <a:pos x="wd2" y="hd2"/>
                </a:cxn>
                <a:cxn ang="5400000">
                  <a:pos x="wd2" y="hd2"/>
                </a:cxn>
                <a:cxn ang="10800000">
                  <a:pos x="wd2" y="hd2"/>
                </a:cxn>
                <a:cxn ang="16200000">
                  <a:pos x="wd2" y="hd2"/>
                </a:cxn>
              </a:cxnLst>
              <a:rect l="0" t="0" r="r" b="b"/>
              <a:pathLst>
                <a:path w="21600" h="21600" extrusionOk="0">
                  <a:moveTo>
                    <a:pt x="21347" y="21228"/>
                  </a:moveTo>
                  <a:cubicBezTo>
                    <a:pt x="14681" y="12569"/>
                    <a:pt x="14681" y="12569"/>
                    <a:pt x="14681" y="12569"/>
                  </a:cubicBezTo>
                  <a:cubicBezTo>
                    <a:pt x="21263" y="5493"/>
                    <a:pt x="21263" y="5493"/>
                    <a:pt x="21263" y="5493"/>
                  </a:cubicBezTo>
                  <a:cubicBezTo>
                    <a:pt x="21516" y="5772"/>
                    <a:pt x="21600" y="6052"/>
                    <a:pt x="21600" y="6331"/>
                  </a:cubicBezTo>
                  <a:cubicBezTo>
                    <a:pt x="21600" y="20483"/>
                    <a:pt x="21600" y="20483"/>
                    <a:pt x="21600" y="20483"/>
                  </a:cubicBezTo>
                  <a:cubicBezTo>
                    <a:pt x="21600" y="20762"/>
                    <a:pt x="21516" y="21041"/>
                    <a:pt x="21347" y="21228"/>
                  </a:cubicBezTo>
                  <a:moveTo>
                    <a:pt x="337" y="5493"/>
                  </a:moveTo>
                  <a:cubicBezTo>
                    <a:pt x="506" y="5307"/>
                    <a:pt x="759" y="5214"/>
                    <a:pt x="1012" y="5214"/>
                  </a:cubicBezTo>
                  <a:cubicBezTo>
                    <a:pt x="6666" y="5214"/>
                    <a:pt x="6666" y="5214"/>
                    <a:pt x="6666" y="5214"/>
                  </a:cubicBezTo>
                  <a:cubicBezTo>
                    <a:pt x="6497" y="5586"/>
                    <a:pt x="6412" y="5959"/>
                    <a:pt x="6412" y="6331"/>
                  </a:cubicBezTo>
                  <a:cubicBezTo>
                    <a:pt x="6412" y="6983"/>
                    <a:pt x="6666" y="7541"/>
                    <a:pt x="7003" y="7914"/>
                  </a:cubicBezTo>
                  <a:cubicBezTo>
                    <a:pt x="9366" y="10521"/>
                    <a:pt x="9366" y="10521"/>
                    <a:pt x="9366" y="10521"/>
                  </a:cubicBezTo>
                  <a:cubicBezTo>
                    <a:pt x="9703" y="10893"/>
                    <a:pt x="10209" y="11172"/>
                    <a:pt x="10800" y="11172"/>
                  </a:cubicBezTo>
                  <a:cubicBezTo>
                    <a:pt x="11391" y="11172"/>
                    <a:pt x="11897" y="10893"/>
                    <a:pt x="12234" y="10521"/>
                  </a:cubicBezTo>
                  <a:cubicBezTo>
                    <a:pt x="14597" y="7914"/>
                    <a:pt x="14597" y="7914"/>
                    <a:pt x="14597" y="7914"/>
                  </a:cubicBezTo>
                  <a:cubicBezTo>
                    <a:pt x="14934" y="7541"/>
                    <a:pt x="15188" y="6983"/>
                    <a:pt x="15188" y="6331"/>
                  </a:cubicBezTo>
                  <a:cubicBezTo>
                    <a:pt x="15188" y="5959"/>
                    <a:pt x="15103" y="5586"/>
                    <a:pt x="14934" y="5214"/>
                  </a:cubicBezTo>
                  <a:cubicBezTo>
                    <a:pt x="20588" y="5214"/>
                    <a:pt x="20588" y="5214"/>
                    <a:pt x="20588" y="5214"/>
                  </a:cubicBezTo>
                  <a:cubicBezTo>
                    <a:pt x="20841" y="5214"/>
                    <a:pt x="21094" y="5307"/>
                    <a:pt x="21263" y="5493"/>
                  </a:cubicBezTo>
                  <a:cubicBezTo>
                    <a:pt x="10800" y="14524"/>
                    <a:pt x="10800" y="14524"/>
                    <a:pt x="10800" y="14524"/>
                  </a:cubicBezTo>
                  <a:lnTo>
                    <a:pt x="337" y="5493"/>
                  </a:lnTo>
                  <a:close/>
                  <a:moveTo>
                    <a:pt x="11475" y="9683"/>
                  </a:moveTo>
                  <a:cubicBezTo>
                    <a:pt x="11306" y="9962"/>
                    <a:pt x="11053" y="10055"/>
                    <a:pt x="10800" y="10055"/>
                  </a:cubicBezTo>
                  <a:cubicBezTo>
                    <a:pt x="10547" y="10055"/>
                    <a:pt x="10294" y="9962"/>
                    <a:pt x="10125" y="9683"/>
                  </a:cubicBezTo>
                  <a:cubicBezTo>
                    <a:pt x="7762" y="7076"/>
                    <a:pt x="7762" y="7076"/>
                    <a:pt x="7762" y="7076"/>
                  </a:cubicBezTo>
                  <a:cubicBezTo>
                    <a:pt x="7509" y="6890"/>
                    <a:pt x="7425" y="6610"/>
                    <a:pt x="7425" y="6331"/>
                  </a:cubicBezTo>
                  <a:cubicBezTo>
                    <a:pt x="7425" y="5679"/>
                    <a:pt x="7847" y="5214"/>
                    <a:pt x="8437" y="5214"/>
                  </a:cubicBezTo>
                  <a:cubicBezTo>
                    <a:pt x="8691" y="5214"/>
                    <a:pt x="8944" y="5307"/>
                    <a:pt x="9112" y="5586"/>
                  </a:cubicBezTo>
                  <a:cubicBezTo>
                    <a:pt x="9787" y="6238"/>
                    <a:pt x="9787" y="6238"/>
                    <a:pt x="9787" y="6238"/>
                  </a:cubicBezTo>
                  <a:cubicBezTo>
                    <a:pt x="9787" y="1117"/>
                    <a:pt x="9787" y="1117"/>
                    <a:pt x="9787" y="1117"/>
                  </a:cubicBezTo>
                  <a:cubicBezTo>
                    <a:pt x="9787" y="466"/>
                    <a:pt x="10209" y="0"/>
                    <a:pt x="10800" y="0"/>
                  </a:cubicBezTo>
                  <a:cubicBezTo>
                    <a:pt x="11391" y="0"/>
                    <a:pt x="11813" y="466"/>
                    <a:pt x="11813" y="1117"/>
                  </a:cubicBezTo>
                  <a:cubicBezTo>
                    <a:pt x="11813" y="6238"/>
                    <a:pt x="11813" y="6238"/>
                    <a:pt x="11813" y="6238"/>
                  </a:cubicBezTo>
                  <a:cubicBezTo>
                    <a:pt x="12488" y="5586"/>
                    <a:pt x="12488" y="5586"/>
                    <a:pt x="12488" y="5586"/>
                  </a:cubicBezTo>
                  <a:cubicBezTo>
                    <a:pt x="12656" y="5307"/>
                    <a:pt x="12909" y="5214"/>
                    <a:pt x="13163" y="5214"/>
                  </a:cubicBezTo>
                  <a:cubicBezTo>
                    <a:pt x="13753" y="5214"/>
                    <a:pt x="14175" y="5679"/>
                    <a:pt x="14175" y="6331"/>
                  </a:cubicBezTo>
                  <a:cubicBezTo>
                    <a:pt x="14175" y="6610"/>
                    <a:pt x="14091" y="6890"/>
                    <a:pt x="13838" y="7076"/>
                  </a:cubicBezTo>
                  <a:lnTo>
                    <a:pt x="11475" y="9683"/>
                  </a:lnTo>
                  <a:close/>
                  <a:moveTo>
                    <a:pt x="253" y="21228"/>
                  </a:moveTo>
                  <a:cubicBezTo>
                    <a:pt x="84" y="21041"/>
                    <a:pt x="0" y="20762"/>
                    <a:pt x="0" y="20483"/>
                  </a:cubicBezTo>
                  <a:cubicBezTo>
                    <a:pt x="0" y="6331"/>
                    <a:pt x="0" y="6331"/>
                    <a:pt x="0" y="6331"/>
                  </a:cubicBezTo>
                  <a:cubicBezTo>
                    <a:pt x="0" y="6052"/>
                    <a:pt x="84" y="5772"/>
                    <a:pt x="337" y="5493"/>
                  </a:cubicBezTo>
                  <a:cubicBezTo>
                    <a:pt x="6919" y="12569"/>
                    <a:pt x="6919" y="12569"/>
                    <a:pt x="6919" y="12569"/>
                  </a:cubicBezTo>
                  <a:lnTo>
                    <a:pt x="253" y="21228"/>
                  </a:lnTo>
                  <a:close/>
                  <a:moveTo>
                    <a:pt x="10800" y="16759"/>
                  </a:moveTo>
                  <a:cubicBezTo>
                    <a:pt x="13584" y="13779"/>
                    <a:pt x="13584" y="13779"/>
                    <a:pt x="13584" y="13779"/>
                  </a:cubicBezTo>
                  <a:cubicBezTo>
                    <a:pt x="21263" y="21321"/>
                    <a:pt x="21263" y="21321"/>
                    <a:pt x="21263" y="21321"/>
                  </a:cubicBezTo>
                  <a:cubicBezTo>
                    <a:pt x="21094" y="21507"/>
                    <a:pt x="20841" y="21600"/>
                    <a:pt x="20588" y="21600"/>
                  </a:cubicBezTo>
                  <a:cubicBezTo>
                    <a:pt x="1012" y="21600"/>
                    <a:pt x="1012" y="21600"/>
                    <a:pt x="1012" y="21600"/>
                  </a:cubicBezTo>
                  <a:cubicBezTo>
                    <a:pt x="759" y="21600"/>
                    <a:pt x="506" y="21507"/>
                    <a:pt x="337" y="21321"/>
                  </a:cubicBezTo>
                  <a:cubicBezTo>
                    <a:pt x="8016" y="13779"/>
                    <a:pt x="8016" y="13779"/>
                    <a:pt x="8016" y="13779"/>
                  </a:cubicBezTo>
                  <a:lnTo>
                    <a:pt x="10800" y="16759"/>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30" name="Shape">
              <a:extLst>
                <a:ext uri="{FF2B5EF4-FFF2-40B4-BE49-F238E27FC236}">
                  <a16:creationId xmlns:a16="http://schemas.microsoft.com/office/drawing/2014/main" id="{BB80D017-A675-B1CB-81D2-F316FAE84B04}"/>
                </a:ext>
              </a:extLst>
            </p:cNvPr>
            <p:cNvSpPr/>
            <p:nvPr/>
          </p:nvSpPr>
          <p:spPr>
            <a:xfrm>
              <a:off x="8125434" y="4630238"/>
              <a:ext cx="522612" cy="308716"/>
            </a:xfrm>
            <a:custGeom>
              <a:avLst/>
              <a:gdLst/>
              <a:ahLst/>
              <a:cxnLst>
                <a:cxn ang="0">
                  <a:pos x="wd2" y="hd2"/>
                </a:cxn>
                <a:cxn ang="5400000">
                  <a:pos x="wd2" y="hd2"/>
                </a:cxn>
                <a:cxn ang="10800000">
                  <a:pos x="wd2" y="hd2"/>
                </a:cxn>
                <a:cxn ang="16200000">
                  <a:pos x="wd2" y="hd2"/>
                </a:cxn>
              </a:cxnLst>
              <a:rect l="0" t="0" r="r" b="b"/>
              <a:pathLst>
                <a:path w="21600" h="21600" extrusionOk="0">
                  <a:moveTo>
                    <a:pt x="14681" y="9695"/>
                  </a:moveTo>
                  <a:cubicBezTo>
                    <a:pt x="21262" y="368"/>
                    <a:pt x="21262" y="368"/>
                    <a:pt x="21262" y="368"/>
                  </a:cubicBezTo>
                  <a:cubicBezTo>
                    <a:pt x="21516" y="736"/>
                    <a:pt x="21600" y="1105"/>
                    <a:pt x="21600" y="1473"/>
                  </a:cubicBezTo>
                  <a:cubicBezTo>
                    <a:pt x="21600" y="20127"/>
                    <a:pt x="21600" y="20127"/>
                    <a:pt x="21600" y="20127"/>
                  </a:cubicBezTo>
                  <a:cubicBezTo>
                    <a:pt x="21600" y="20495"/>
                    <a:pt x="21516" y="20864"/>
                    <a:pt x="21347" y="21109"/>
                  </a:cubicBezTo>
                  <a:lnTo>
                    <a:pt x="14681" y="9695"/>
                  </a:lnTo>
                  <a:close/>
                  <a:moveTo>
                    <a:pt x="338" y="368"/>
                  </a:moveTo>
                  <a:cubicBezTo>
                    <a:pt x="506" y="123"/>
                    <a:pt x="759" y="0"/>
                    <a:pt x="1013" y="0"/>
                  </a:cubicBezTo>
                  <a:cubicBezTo>
                    <a:pt x="20587" y="0"/>
                    <a:pt x="20587" y="0"/>
                    <a:pt x="20587" y="0"/>
                  </a:cubicBezTo>
                  <a:cubicBezTo>
                    <a:pt x="20841" y="0"/>
                    <a:pt x="21094" y="123"/>
                    <a:pt x="21262" y="368"/>
                  </a:cubicBezTo>
                  <a:cubicBezTo>
                    <a:pt x="10800" y="12273"/>
                    <a:pt x="10800" y="12273"/>
                    <a:pt x="10800" y="12273"/>
                  </a:cubicBezTo>
                  <a:lnTo>
                    <a:pt x="338" y="368"/>
                  </a:lnTo>
                  <a:close/>
                  <a:moveTo>
                    <a:pt x="253" y="21109"/>
                  </a:moveTo>
                  <a:cubicBezTo>
                    <a:pt x="84" y="20864"/>
                    <a:pt x="0" y="20495"/>
                    <a:pt x="0" y="20127"/>
                  </a:cubicBezTo>
                  <a:cubicBezTo>
                    <a:pt x="0" y="1473"/>
                    <a:pt x="0" y="1473"/>
                    <a:pt x="0" y="1473"/>
                  </a:cubicBezTo>
                  <a:cubicBezTo>
                    <a:pt x="0" y="1105"/>
                    <a:pt x="84" y="736"/>
                    <a:pt x="338" y="368"/>
                  </a:cubicBezTo>
                  <a:cubicBezTo>
                    <a:pt x="6919" y="9695"/>
                    <a:pt x="6919" y="9695"/>
                    <a:pt x="6919" y="9695"/>
                  </a:cubicBezTo>
                  <a:lnTo>
                    <a:pt x="253" y="21109"/>
                  </a:lnTo>
                  <a:close/>
                  <a:moveTo>
                    <a:pt x="10800" y="15218"/>
                  </a:moveTo>
                  <a:cubicBezTo>
                    <a:pt x="13584" y="11291"/>
                    <a:pt x="13584" y="11291"/>
                    <a:pt x="13584" y="11291"/>
                  </a:cubicBezTo>
                  <a:cubicBezTo>
                    <a:pt x="21262" y="21232"/>
                    <a:pt x="21262" y="21232"/>
                    <a:pt x="21262" y="21232"/>
                  </a:cubicBezTo>
                  <a:cubicBezTo>
                    <a:pt x="21094" y="21477"/>
                    <a:pt x="20841" y="21600"/>
                    <a:pt x="20587" y="21600"/>
                  </a:cubicBezTo>
                  <a:cubicBezTo>
                    <a:pt x="1013" y="21600"/>
                    <a:pt x="1013" y="21600"/>
                    <a:pt x="1013" y="21600"/>
                  </a:cubicBezTo>
                  <a:cubicBezTo>
                    <a:pt x="759" y="21600"/>
                    <a:pt x="506" y="21477"/>
                    <a:pt x="338" y="21232"/>
                  </a:cubicBezTo>
                  <a:cubicBezTo>
                    <a:pt x="8016" y="11291"/>
                    <a:pt x="8016" y="11291"/>
                    <a:pt x="8016" y="11291"/>
                  </a:cubicBezTo>
                  <a:lnTo>
                    <a:pt x="10800" y="15218"/>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31" name="Shape">
              <a:extLst>
                <a:ext uri="{FF2B5EF4-FFF2-40B4-BE49-F238E27FC236}">
                  <a16:creationId xmlns:a16="http://schemas.microsoft.com/office/drawing/2014/main" id="{47066EEE-D748-4FA6-84C6-9273A78144CA}"/>
                </a:ext>
              </a:extLst>
            </p:cNvPr>
            <p:cNvSpPr/>
            <p:nvPr/>
          </p:nvSpPr>
          <p:spPr>
            <a:xfrm>
              <a:off x="7208325" y="4588379"/>
              <a:ext cx="524645" cy="392436"/>
            </a:xfrm>
            <a:custGeom>
              <a:avLst/>
              <a:gdLst/>
              <a:ahLst/>
              <a:cxnLst>
                <a:cxn ang="0">
                  <a:pos x="wd2" y="hd2"/>
                </a:cxn>
                <a:cxn ang="5400000">
                  <a:pos x="wd2" y="hd2"/>
                </a:cxn>
                <a:cxn ang="10800000">
                  <a:pos x="wd2" y="hd2"/>
                </a:cxn>
                <a:cxn ang="16200000">
                  <a:pos x="wd2" y="hd2"/>
                </a:cxn>
              </a:cxnLst>
              <a:rect l="0" t="0" r="r" b="b"/>
              <a:pathLst>
                <a:path w="21600" h="21600" extrusionOk="0">
                  <a:moveTo>
                    <a:pt x="20588" y="21600"/>
                  </a:moveTo>
                  <a:cubicBezTo>
                    <a:pt x="1012" y="21600"/>
                    <a:pt x="1012" y="21600"/>
                    <a:pt x="1012" y="21600"/>
                  </a:cubicBezTo>
                  <a:cubicBezTo>
                    <a:pt x="422" y="21600"/>
                    <a:pt x="0" y="21118"/>
                    <a:pt x="0" y="20443"/>
                  </a:cubicBezTo>
                  <a:cubicBezTo>
                    <a:pt x="0" y="1157"/>
                    <a:pt x="0" y="1157"/>
                    <a:pt x="0" y="1157"/>
                  </a:cubicBezTo>
                  <a:cubicBezTo>
                    <a:pt x="0" y="482"/>
                    <a:pt x="422" y="0"/>
                    <a:pt x="1012" y="0"/>
                  </a:cubicBezTo>
                  <a:cubicBezTo>
                    <a:pt x="20588" y="0"/>
                    <a:pt x="20588" y="0"/>
                    <a:pt x="20588" y="0"/>
                  </a:cubicBezTo>
                  <a:cubicBezTo>
                    <a:pt x="21178" y="0"/>
                    <a:pt x="21600" y="482"/>
                    <a:pt x="21600" y="1157"/>
                  </a:cubicBezTo>
                  <a:cubicBezTo>
                    <a:pt x="21600" y="20443"/>
                    <a:pt x="21600" y="20443"/>
                    <a:pt x="21600" y="20443"/>
                  </a:cubicBezTo>
                  <a:cubicBezTo>
                    <a:pt x="21600" y="21118"/>
                    <a:pt x="21178" y="21600"/>
                    <a:pt x="20588" y="21600"/>
                  </a:cubicBezTo>
                  <a:moveTo>
                    <a:pt x="2025" y="1157"/>
                  </a:moveTo>
                  <a:cubicBezTo>
                    <a:pt x="1434" y="1157"/>
                    <a:pt x="1012" y="1639"/>
                    <a:pt x="1012" y="2314"/>
                  </a:cubicBezTo>
                  <a:cubicBezTo>
                    <a:pt x="1012" y="2989"/>
                    <a:pt x="1434" y="3471"/>
                    <a:pt x="2025" y="3471"/>
                  </a:cubicBezTo>
                  <a:cubicBezTo>
                    <a:pt x="2616" y="3471"/>
                    <a:pt x="3037" y="2989"/>
                    <a:pt x="3037" y="2314"/>
                  </a:cubicBezTo>
                  <a:cubicBezTo>
                    <a:pt x="3037" y="1639"/>
                    <a:pt x="2616" y="1157"/>
                    <a:pt x="2025" y="1157"/>
                  </a:cubicBezTo>
                  <a:moveTo>
                    <a:pt x="5062" y="1157"/>
                  </a:moveTo>
                  <a:cubicBezTo>
                    <a:pt x="4472" y="1157"/>
                    <a:pt x="4050" y="1639"/>
                    <a:pt x="4050" y="2314"/>
                  </a:cubicBezTo>
                  <a:cubicBezTo>
                    <a:pt x="4050" y="2989"/>
                    <a:pt x="4472" y="3471"/>
                    <a:pt x="5062" y="3471"/>
                  </a:cubicBezTo>
                  <a:cubicBezTo>
                    <a:pt x="5653" y="3471"/>
                    <a:pt x="6075" y="2989"/>
                    <a:pt x="6075" y="2314"/>
                  </a:cubicBezTo>
                  <a:cubicBezTo>
                    <a:pt x="6075" y="1639"/>
                    <a:pt x="5653" y="1157"/>
                    <a:pt x="5062" y="1157"/>
                  </a:cubicBezTo>
                  <a:moveTo>
                    <a:pt x="8100" y="1157"/>
                  </a:moveTo>
                  <a:cubicBezTo>
                    <a:pt x="7509" y="1157"/>
                    <a:pt x="7087" y="1639"/>
                    <a:pt x="7087" y="2314"/>
                  </a:cubicBezTo>
                  <a:cubicBezTo>
                    <a:pt x="7087" y="2989"/>
                    <a:pt x="7509" y="3471"/>
                    <a:pt x="8100" y="3471"/>
                  </a:cubicBezTo>
                  <a:cubicBezTo>
                    <a:pt x="8691" y="3471"/>
                    <a:pt x="9112" y="2989"/>
                    <a:pt x="9112" y="2314"/>
                  </a:cubicBezTo>
                  <a:cubicBezTo>
                    <a:pt x="9112" y="1639"/>
                    <a:pt x="8691" y="1157"/>
                    <a:pt x="8100" y="1157"/>
                  </a:cubicBezTo>
                  <a:moveTo>
                    <a:pt x="20588" y="4629"/>
                  </a:moveTo>
                  <a:cubicBezTo>
                    <a:pt x="19575" y="4629"/>
                    <a:pt x="19575" y="4629"/>
                    <a:pt x="19575" y="4629"/>
                  </a:cubicBezTo>
                  <a:cubicBezTo>
                    <a:pt x="2025" y="4629"/>
                    <a:pt x="2025" y="4629"/>
                    <a:pt x="2025" y="4629"/>
                  </a:cubicBezTo>
                  <a:cubicBezTo>
                    <a:pt x="1012" y="4629"/>
                    <a:pt x="1012" y="4629"/>
                    <a:pt x="1012" y="4629"/>
                  </a:cubicBezTo>
                  <a:cubicBezTo>
                    <a:pt x="1012" y="20443"/>
                    <a:pt x="1012" y="20443"/>
                    <a:pt x="1012" y="20443"/>
                  </a:cubicBezTo>
                  <a:cubicBezTo>
                    <a:pt x="20588" y="20443"/>
                    <a:pt x="20588" y="20443"/>
                    <a:pt x="20588" y="20443"/>
                  </a:cubicBezTo>
                  <a:lnTo>
                    <a:pt x="20588" y="4629"/>
                  </a:lnTo>
                  <a:close/>
                  <a:moveTo>
                    <a:pt x="7678" y="9161"/>
                  </a:moveTo>
                  <a:cubicBezTo>
                    <a:pt x="8100" y="8775"/>
                    <a:pt x="8775" y="8775"/>
                    <a:pt x="9112" y="9161"/>
                  </a:cubicBezTo>
                  <a:cubicBezTo>
                    <a:pt x="10800" y="11089"/>
                    <a:pt x="10800" y="11089"/>
                    <a:pt x="10800" y="11089"/>
                  </a:cubicBezTo>
                  <a:cubicBezTo>
                    <a:pt x="12488" y="9161"/>
                    <a:pt x="12488" y="9161"/>
                    <a:pt x="12488" y="9161"/>
                  </a:cubicBezTo>
                  <a:cubicBezTo>
                    <a:pt x="12825" y="8775"/>
                    <a:pt x="13500" y="8775"/>
                    <a:pt x="13922" y="9161"/>
                  </a:cubicBezTo>
                  <a:cubicBezTo>
                    <a:pt x="14259" y="9643"/>
                    <a:pt x="14259" y="10414"/>
                    <a:pt x="13922" y="10800"/>
                  </a:cubicBezTo>
                  <a:cubicBezTo>
                    <a:pt x="12234" y="12729"/>
                    <a:pt x="12234" y="12729"/>
                    <a:pt x="12234" y="12729"/>
                  </a:cubicBezTo>
                  <a:cubicBezTo>
                    <a:pt x="13922" y="14657"/>
                    <a:pt x="13922" y="14657"/>
                    <a:pt x="13922" y="14657"/>
                  </a:cubicBezTo>
                  <a:cubicBezTo>
                    <a:pt x="14259" y="15043"/>
                    <a:pt x="14259" y="15814"/>
                    <a:pt x="13922" y="16296"/>
                  </a:cubicBezTo>
                  <a:cubicBezTo>
                    <a:pt x="13500" y="16682"/>
                    <a:pt x="12825" y="16682"/>
                    <a:pt x="12488" y="16296"/>
                  </a:cubicBezTo>
                  <a:cubicBezTo>
                    <a:pt x="10800" y="14368"/>
                    <a:pt x="10800" y="14368"/>
                    <a:pt x="10800" y="14368"/>
                  </a:cubicBezTo>
                  <a:cubicBezTo>
                    <a:pt x="9112" y="16296"/>
                    <a:pt x="9112" y="16296"/>
                    <a:pt x="9112" y="16296"/>
                  </a:cubicBezTo>
                  <a:cubicBezTo>
                    <a:pt x="8775" y="16682"/>
                    <a:pt x="8100" y="16682"/>
                    <a:pt x="7678" y="16296"/>
                  </a:cubicBezTo>
                  <a:cubicBezTo>
                    <a:pt x="7341" y="15814"/>
                    <a:pt x="7341" y="15043"/>
                    <a:pt x="7678" y="14657"/>
                  </a:cubicBezTo>
                  <a:cubicBezTo>
                    <a:pt x="9366" y="12729"/>
                    <a:pt x="9366" y="12729"/>
                    <a:pt x="9366" y="12729"/>
                  </a:cubicBezTo>
                  <a:cubicBezTo>
                    <a:pt x="7678" y="10800"/>
                    <a:pt x="7678" y="10800"/>
                    <a:pt x="7678" y="10800"/>
                  </a:cubicBezTo>
                  <a:cubicBezTo>
                    <a:pt x="7341" y="10414"/>
                    <a:pt x="7341" y="9643"/>
                    <a:pt x="7678" y="9161"/>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32" name="Shape">
              <a:extLst>
                <a:ext uri="{FF2B5EF4-FFF2-40B4-BE49-F238E27FC236}">
                  <a16:creationId xmlns:a16="http://schemas.microsoft.com/office/drawing/2014/main" id="{34FE3FF5-BFD4-8315-F510-28E29B34E979}"/>
                </a:ext>
              </a:extLst>
            </p:cNvPr>
            <p:cNvSpPr/>
            <p:nvPr/>
          </p:nvSpPr>
          <p:spPr>
            <a:xfrm>
              <a:off x="6293248" y="4588379"/>
              <a:ext cx="522611" cy="392436"/>
            </a:xfrm>
            <a:custGeom>
              <a:avLst/>
              <a:gdLst/>
              <a:ahLst/>
              <a:cxnLst>
                <a:cxn ang="0">
                  <a:pos x="wd2" y="hd2"/>
                </a:cxn>
                <a:cxn ang="5400000">
                  <a:pos x="wd2" y="hd2"/>
                </a:cxn>
                <a:cxn ang="10800000">
                  <a:pos x="wd2" y="hd2"/>
                </a:cxn>
                <a:cxn ang="16200000">
                  <a:pos x="wd2" y="hd2"/>
                </a:cxn>
              </a:cxnLst>
              <a:rect l="0" t="0" r="r" b="b"/>
              <a:pathLst>
                <a:path w="21600" h="21600" extrusionOk="0">
                  <a:moveTo>
                    <a:pt x="20588" y="21600"/>
                  </a:moveTo>
                  <a:cubicBezTo>
                    <a:pt x="1012" y="21600"/>
                    <a:pt x="1012" y="21600"/>
                    <a:pt x="1012" y="21600"/>
                  </a:cubicBezTo>
                  <a:cubicBezTo>
                    <a:pt x="422" y="21600"/>
                    <a:pt x="0" y="21118"/>
                    <a:pt x="0" y="20443"/>
                  </a:cubicBezTo>
                  <a:cubicBezTo>
                    <a:pt x="0" y="1157"/>
                    <a:pt x="0" y="1157"/>
                    <a:pt x="0" y="1157"/>
                  </a:cubicBezTo>
                  <a:cubicBezTo>
                    <a:pt x="0" y="482"/>
                    <a:pt x="422" y="0"/>
                    <a:pt x="1012" y="0"/>
                  </a:cubicBezTo>
                  <a:cubicBezTo>
                    <a:pt x="20588" y="0"/>
                    <a:pt x="20588" y="0"/>
                    <a:pt x="20588" y="0"/>
                  </a:cubicBezTo>
                  <a:cubicBezTo>
                    <a:pt x="21178" y="0"/>
                    <a:pt x="21600" y="482"/>
                    <a:pt x="21600" y="1157"/>
                  </a:cubicBezTo>
                  <a:cubicBezTo>
                    <a:pt x="21600" y="20443"/>
                    <a:pt x="21600" y="20443"/>
                    <a:pt x="21600" y="20443"/>
                  </a:cubicBezTo>
                  <a:cubicBezTo>
                    <a:pt x="21600" y="21118"/>
                    <a:pt x="21178" y="21600"/>
                    <a:pt x="20588" y="21600"/>
                  </a:cubicBezTo>
                  <a:moveTo>
                    <a:pt x="2025" y="1157"/>
                  </a:moveTo>
                  <a:cubicBezTo>
                    <a:pt x="1434" y="1157"/>
                    <a:pt x="1012" y="1639"/>
                    <a:pt x="1012" y="2314"/>
                  </a:cubicBezTo>
                  <a:cubicBezTo>
                    <a:pt x="1012" y="2989"/>
                    <a:pt x="1434" y="3471"/>
                    <a:pt x="2025" y="3471"/>
                  </a:cubicBezTo>
                  <a:cubicBezTo>
                    <a:pt x="2616" y="3471"/>
                    <a:pt x="3037" y="2989"/>
                    <a:pt x="3037" y="2314"/>
                  </a:cubicBezTo>
                  <a:cubicBezTo>
                    <a:pt x="3037" y="1639"/>
                    <a:pt x="2616" y="1157"/>
                    <a:pt x="2025" y="1157"/>
                  </a:cubicBezTo>
                  <a:moveTo>
                    <a:pt x="5062" y="1157"/>
                  </a:moveTo>
                  <a:cubicBezTo>
                    <a:pt x="4472" y="1157"/>
                    <a:pt x="4050" y="1639"/>
                    <a:pt x="4050" y="2314"/>
                  </a:cubicBezTo>
                  <a:cubicBezTo>
                    <a:pt x="4050" y="2989"/>
                    <a:pt x="4472" y="3471"/>
                    <a:pt x="5062" y="3471"/>
                  </a:cubicBezTo>
                  <a:cubicBezTo>
                    <a:pt x="5653" y="3471"/>
                    <a:pt x="6075" y="2989"/>
                    <a:pt x="6075" y="2314"/>
                  </a:cubicBezTo>
                  <a:cubicBezTo>
                    <a:pt x="6075" y="1639"/>
                    <a:pt x="5653" y="1157"/>
                    <a:pt x="5062" y="1157"/>
                  </a:cubicBezTo>
                  <a:moveTo>
                    <a:pt x="8100" y="1157"/>
                  </a:moveTo>
                  <a:cubicBezTo>
                    <a:pt x="7509" y="1157"/>
                    <a:pt x="7087" y="1639"/>
                    <a:pt x="7087" y="2314"/>
                  </a:cubicBezTo>
                  <a:cubicBezTo>
                    <a:pt x="7087" y="2989"/>
                    <a:pt x="7509" y="3471"/>
                    <a:pt x="8100" y="3471"/>
                  </a:cubicBezTo>
                  <a:cubicBezTo>
                    <a:pt x="8691" y="3471"/>
                    <a:pt x="9112" y="2989"/>
                    <a:pt x="9112" y="2314"/>
                  </a:cubicBezTo>
                  <a:cubicBezTo>
                    <a:pt x="9112" y="1639"/>
                    <a:pt x="8691" y="1157"/>
                    <a:pt x="8100" y="1157"/>
                  </a:cubicBezTo>
                  <a:moveTo>
                    <a:pt x="20588" y="4629"/>
                  </a:moveTo>
                  <a:cubicBezTo>
                    <a:pt x="19575" y="4629"/>
                    <a:pt x="19575" y="4629"/>
                    <a:pt x="19575" y="4629"/>
                  </a:cubicBezTo>
                  <a:cubicBezTo>
                    <a:pt x="2025" y="4629"/>
                    <a:pt x="2025" y="4629"/>
                    <a:pt x="2025" y="4629"/>
                  </a:cubicBezTo>
                  <a:cubicBezTo>
                    <a:pt x="1012" y="4629"/>
                    <a:pt x="1012" y="4629"/>
                    <a:pt x="1012" y="4629"/>
                  </a:cubicBezTo>
                  <a:cubicBezTo>
                    <a:pt x="1012" y="20443"/>
                    <a:pt x="1012" y="20443"/>
                    <a:pt x="1012" y="20443"/>
                  </a:cubicBezTo>
                  <a:cubicBezTo>
                    <a:pt x="20588" y="20443"/>
                    <a:pt x="20588" y="20443"/>
                    <a:pt x="20588" y="20443"/>
                  </a:cubicBezTo>
                  <a:lnTo>
                    <a:pt x="20588" y="4629"/>
                  </a:lnTo>
                  <a:close/>
                  <a:moveTo>
                    <a:pt x="7762" y="11571"/>
                  </a:moveTo>
                  <a:cubicBezTo>
                    <a:pt x="8016" y="11571"/>
                    <a:pt x="8269" y="11668"/>
                    <a:pt x="8437" y="11957"/>
                  </a:cubicBezTo>
                  <a:cubicBezTo>
                    <a:pt x="9788" y="13404"/>
                    <a:pt x="9788" y="13404"/>
                    <a:pt x="9788" y="13404"/>
                  </a:cubicBezTo>
                  <a:cubicBezTo>
                    <a:pt x="13163" y="9643"/>
                    <a:pt x="13163" y="9643"/>
                    <a:pt x="13163" y="9643"/>
                  </a:cubicBezTo>
                  <a:cubicBezTo>
                    <a:pt x="13331" y="9354"/>
                    <a:pt x="13584" y="9257"/>
                    <a:pt x="13837" y="9257"/>
                  </a:cubicBezTo>
                  <a:cubicBezTo>
                    <a:pt x="14428" y="9257"/>
                    <a:pt x="14850" y="9739"/>
                    <a:pt x="14850" y="10414"/>
                  </a:cubicBezTo>
                  <a:cubicBezTo>
                    <a:pt x="14850" y="10704"/>
                    <a:pt x="14766" y="10993"/>
                    <a:pt x="14512" y="11186"/>
                  </a:cubicBezTo>
                  <a:cubicBezTo>
                    <a:pt x="10462" y="15814"/>
                    <a:pt x="10462" y="15814"/>
                    <a:pt x="10462" y="15814"/>
                  </a:cubicBezTo>
                  <a:cubicBezTo>
                    <a:pt x="10294" y="16104"/>
                    <a:pt x="10041" y="16200"/>
                    <a:pt x="9788" y="16200"/>
                  </a:cubicBezTo>
                  <a:cubicBezTo>
                    <a:pt x="9534" y="16200"/>
                    <a:pt x="9281" y="16104"/>
                    <a:pt x="9112" y="15814"/>
                  </a:cubicBezTo>
                  <a:cubicBezTo>
                    <a:pt x="7087" y="13500"/>
                    <a:pt x="7087" y="13500"/>
                    <a:pt x="7087" y="13500"/>
                  </a:cubicBezTo>
                  <a:cubicBezTo>
                    <a:pt x="6834" y="13307"/>
                    <a:pt x="6750" y="13018"/>
                    <a:pt x="6750" y="12729"/>
                  </a:cubicBezTo>
                  <a:cubicBezTo>
                    <a:pt x="6750" y="12054"/>
                    <a:pt x="7172" y="11571"/>
                    <a:pt x="7762" y="11571"/>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33" name="Shape">
              <a:extLst>
                <a:ext uri="{FF2B5EF4-FFF2-40B4-BE49-F238E27FC236}">
                  <a16:creationId xmlns:a16="http://schemas.microsoft.com/office/drawing/2014/main" id="{B67670AA-9302-EE69-EE24-D96421200231}"/>
                </a:ext>
              </a:extLst>
            </p:cNvPr>
            <p:cNvSpPr/>
            <p:nvPr/>
          </p:nvSpPr>
          <p:spPr>
            <a:xfrm>
              <a:off x="5376138" y="4588379"/>
              <a:ext cx="522612" cy="392436"/>
            </a:xfrm>
            <a:custGeom>
              <a:avLst/>
              <a:gdLst/>
              <a:ahLst/>
              <a:cxnLst>
                <a:cxn ang="0">
                  <a:pos x="wd2" y="hd2"/>
                </a:cxn>
                <a:cxn ang="5400000">
                  <a:pos x="wd2" y="hd2"/>
                </a:cxn>
                <a:cxn ang="10800000">
                  <a:pos x="wd2" y="hd2"/>
                </a:cxn>
                <a:cxn ang="16200000">
                  <a:pos x="wd2" y="hd2"/>
                </a:cxn>
              </a:cxnLst>
              <a:rect l="0" t="0" r="r" b="b"/>
              <a:pathLst>
                <a:path w="21600" h="21600" extrusionOk="0">
                  <a:moveTo>
                    <a:pt x="20587" y="21600"/>
                  </a:moveTo>
                  <a:cubicBezTo>
                    <a:pt x="1013" y="21600"/>
                    <a:pt x="1013" y="21600"/>
                    <a:pt x="1013" y="21600"/>
                  </a:cubicBezTo>
                  <a:cubicBezTo>
                    <a:pt x="422" y="21600"/>
                    <a:pt x="0" y="21118"/>
                    <a:pt x="0" y="20443"/>
                  </a:cubicBezTo>
                  <a:cubicBezTo>
                    <a:pt x="0" y="1157"/>
                    <a:pt x="0" y="1157"/>
                    <a:pt x="0" y="1157"/>
                  </a:cubicBezTo>
                  <a:cubicBezTo>
                    <a:pt x="0" y="482"/>
                    <a:pt x="422" y="0"/>
                    <a:pt x="1013" y="0"/>
                  </a:cubicBezTo>
                  <a:cubicBezTo>
                    <a:pt x="20587" y="0"/>
                    <a:pt x="20587" y="0"/>
                    <a:pt x="20587" y="0"/>
                  </a:cubicBezTo>
                  <a:cubicBezTo>
                    <a:pt x="21178" y="0"/>
                    <a:pt x="21600" y="482"/>
                    <a:pt x="21600" y="1157"/>
                  </a:cubicBezTo>
                  <a:cubicBezTo>
                    <a:pt x="21600" y="20443"/>
                    <a:pt x="21600" y="20443"/>
                    <a:pt x="21600" y="20443"/>
                  </a:cubicBezTo>
                  <a:cubicBezTo>
                    <a:pt x="21600" y="21118"/>
                    <a:pt x="21178" y="21600"/>
                    <a:pt x="20587" y="21600"/>
                  </a:cubicBezTo>
                  <a:moveTo>
                    <a:pt x="2025" y="1157"/>
                  </a:moveTo>
                  <a:cubicBezTo>
                    <a:pt x="1434" y="1157"/>
                    <a:pt x="1013" y="1639"/>
                    <a:pt x="1013" y="2314"/>
                  </a:cubicBezTo>
                  <a:cubicBezTo>
                    <a:pt x="1013" y="2989"/>
                    <a:pt x="1434" y="3471"/>
                    <a:pt x="2025" y="3471"/>
                  </a:cubicBezTo>
                  <a:cubicBezTo>
                    <a:pt x="2616" y="3471"/>
                    <a:pt x="3037" y="2989"/>
                    <a:pt x="3037" y="2314"/>
                  </a:cubicBezTo>
                  <a:cubicBezTo>
                    <a:pt x="3037" y="1639"/>
                    <a:pt x="2616" y="1157"/>
                    <a:pt x="2025" y="1157"/>
                  </a:cubicBezTo>
                  <a:moveTo>
                    <a:pt x="5062" y="1157"/>
                  </a:moveTo>
                  <a:cubicBezTo>
                    <a:pt x="4472" y="1157"/>
                    <a:pt x="4050" y="1639"/>
                    <a:pt x="4050" y="2314"/>
                  </a:cubicBezTo>
                  <a:cubicBezTo>
                    <a:pt x="4050" y="2989"/>
                    <a:pt x="4472" y="3471"/>
                    <a:pt x="5062" y="3471"/>
                  </a:cubicBezTo>
                  <a:cubicBezTo>
                    <a:pt x="5653" y="3471"/>
                    <a:pt x="6075" y="2989"/>
                    <a:pt x="6075" y="2314"/>
                  </a:cubicBezTo>
                  <a:cubicBezTo>
                    <a:pt x="6075" y="1639"/>
                    <a:pt x="5653" y="1157"/>
                    <a:pt x="5062" y="1157"/>
                  </a:cubicBezTo>
                  <a:moveTo>
                    <a:pt x="8100" y="1157"/>
                  </a:moveTo>
                  <a:cubicBezTo>
                    <a:pt x="7509" y="1157"/>
                    <a:pt x="7087" y="1639"/>
                    <a:pt x="7087" y="2314"/>
                  </a:cubicBezTo>
                  <a:cubicBezTo>
                    <a:pt x="7087" y="2989"/>
                    <a:pt x="7509" y="3471"/>
                    <a:pt x="8100" y="3471"/>
                  </a:cubicBezTo>
                  <a:cubicBezTo>
                    <a:pt x="8691" y="3471"/>
                    <a:pt x="9112" y="2989"/>
                    <a:pt x="9112" y="2314"/>
                  </a:cubicBezTo>
                  <a:cubicBezTo>
                    <a:pt x="9112" y="1639"/>
                    <a:pt x="8691" y="1157"/>
                    <a:pt x="8100" y="1157"/>
                  </a:cubicBezTo>
                  <a:moveTo>
                    <a:pt x="20587" y="4629"/>
                  </a:moveTo>
                  <a:cubicBezTo>
                    <a:pt x="19575" y="4629"/>
                    <a:pt x="19575" y="4629"/>
                    <a:pt x="19575" y="4629"/>
                  </a:cubicBezTo>
                  <a:cubicBezTo>
                    <a:pt x="2025" y="4629"/>
                    <a:pt x="2025" y="4629"/>
                    <a:pt x="2025" y="4629"/>
                  </a:cubicBezTo>
                  <a:cubicBezTo>
                    <a:pt x="1013" y="4629"/>
                    <a:pt x="1013" y="4629"/>
                    <a:pt x="1013" y="4629"/>
                  </a:cubicBezTo>
                  <a:cubicBezTo>
                    <a:pt x="1013" y="20443"/>
                    <a:pt x="1013" y="20443"/>
                    <a:pt x="1013" y="20443"/>
                  </a:cubicBezTo>
                  <a:cubicBezTo>
                    <a:pt x="20587" y="20443"/>
                    <a:pt x="20587" y="20443"/>
                    <a:pt x="20587" y="20443"/>
                  </a:cubicBezTo>
                  <a:lnTo>
                    <a:pt x="20587" y="4629"/>
                  </a:lnTo>
                  <a:close/>
                  <a:moveTo>
                    <a:pt x="7425" y="11571"/>
                  </a:moveTo>
                  <a:cubicBezTo>
                    <a:pt x="9787" y="11571"/>
                    <a:pt x="9787" y="11571"/>
                    <a:pt x="9787" y="11571"/>
                  </a:cubicBezTo>
                  <a:cubicBezTo>
                    <a:pt x="11813" y="11571"/>
                    <a:pt x="11813" y="11571"/>
                    <a:pt x="11813" y="11571"/>
                  </a:cubicBezTo>
                  <a:cubicBezTo>
                    <a:pt x="14175" y="11571"/>
                    <a:pt x="14175" y="11571"/>
                    <a:pt x="14175" y="11571"/>
                  </a:cubicBezTo>
                  <a:cubicBezTo>
                    <a:pt x="14766" y="11571"/>
                    <a:pt x="15187" y="12054"/>
                    <a:pt x="15187" y="12729"/>
                  </a:cubicBezTo>
                  <a:cubicBezTo>
                    <a:pt x="15187" y="13404"/>
                    <a:pt x="14766" y="13886"/>
                    <a:pt x="14175" y="13886"/>
                  </a:cubicBezTo>
                  <a:cubicBezTo>
                    <a:pt x="8775" y="13886"/>
                    <a:pt x="8775" y="13886"/>
                    <a:pt x="8775" y="13886"/>
                  </a:cubicBezTo>
                  <a:cubicBezTo>
                    <a:pt x="7425" y="13886"/>
                    <a:pt x="7425" y="13886"/>
                    <a:pt x="7425" y="13886"/>
                  </a:cubicBezTo>
                  <a:cubicBezTo>
                    <a:pt x="6834" y="13886"/>
                    <a:pt x="6412" y="13404"/>
                    <a:pt x="6412" y="12729"/>
                  </a:cubicBezTo>
                  <a:cubicBezTo>
                    <a:pt x="6412" y="12054"/>
                    <a:pt x="6834" y="11571"/>
                    <a:pt x="7425" y="11571"/>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34" name="Shape">
              <a:extLst>
                <a:ext uri="{FF2B5EF4-FFF2-40B4-BE49-F238E27FC236}">
                  <a16:creationId xmlns:a16="http://schemas.microsoft.com/office/drawing/2014/main" id="{E21CF3A2-A069-04F0-C721-47E85009E2BB}"/>
                </a:ext>
              </a:extLst>
            </p:cNvPr>
            <p:cNvSpPr/>
            <p:nvPr/>
          </p:nvSpPr>
          <p:spPr>
            <a:xfrm>
              <a:off x="4459029" y="4588379"/>
              <a:ext cx="524645" cy="392436"/>
            </a:xfrm>
            <a:custGeom>
              <a:avLst/>
              <a:gdLst/>
              <a:ahLst/>
              <a:cxnLst>
                <a:cxn ang="0">
                  <a:pos x="wd2" y="hd2"/>
                </a:cxn>
                <a:cxn ang="5400000">
                  <a:pos x="wd2" y="hd2"/>
                </a:cxn>
                <a:cxn ang="10800000">
                  <a:pos x="wd2" y="hd2"/>
                </a:cxn>
                <a:cxn ang="16200000">
                  <a:pos x="wd2" y="hd2"/>
                </a:cxn>
              </a:cxnLst>
              <a:rect l="0" t="0" r="r" b="b"/>
              <a:pathLst>
                <a:path w="21600" h="21600" extrusionOk="0">
                  <a:moveTo>
                    <a:pt x="20588" y="21600"/>
                  </a:moveTo>
                  <a:cubicBezTo>
                    <a:pt x="1012" y="21600"/>
                    <a:pt x="1012" y="21600"/>
                    <a:pt x="1012" y="21600"/>
                  </a:cubicBezTo>
                  <a:cubicBezTo>
                    <a:pt x="422" y="21600"/>
                    <a:pt x="0" y="21118"/>
                    <a:pt x="0" y="20443"/>
                  </a:cubicBezTo>
                  <a:cubicBezTo>
                    <a:pt x="0" y="1157"/>
                    <a:pt x="0" y="1157"/>
                    <a:pt x="0" y="1157"/>
                  </a:cubicBezTo>
                  <a:cubicBezTo>
                    <a:pt x="0" y="482"/>
                    <a:pt x="422" y="0"/>
                    <a:pt x="1012" y="0"/>
                  </a:cubicBezTo>
                  <a:cubicBezTo>
                    <a:pt x="20588" y="0"/>
                    <a:pt x="20588" y="0"/>
                    <a:pt x="20588" y="0"/>
                  </a:cubicBezTo>
                  <a:cubicBezTo>
                    <a:pt x="21178" y="0"/>
                    <a:pt x="21600" y="482"/>
                    <a:pt x="21600" y="1157"/>
                  </a:cubicBezTo>
                  <a:cubicBezTo>
                    <a:pt x="21600" y="20443"/>
                    <a:pt x="21600" y="20443"/>
                    <a:pt x="21600" y="20443"/>
                  </a:cubicBezTo>
                  <a:cubicBezTo>
                    <a:pt x="21600" y="21118"/>
                    <a:pt x="21178" y="21600"/>
                    <a:pt x="20588" y="21600"/>
                  </a:cubicBezTo>
                  <a:moveTo>
                    <a:pt x="2025" y="1157"/>
                  </a:moveTo>
                  <a:cubicBezTo>
                    <a:pt x="1434" y="1157"/>
                    <a:pt x="1012" y="1639"/>
                    <a:pt x="1012" y="2314"/>
                  </a:cubicBezTo>
                  <a:cubicBezTo>
                    <a:pt x="1012" y="2989"/>
                    <a:pt x="1434" y="3471"/>
                    <a:pt x="2025" y="3471"/>
                  </a:cubicBezTo>
                  <a:cubicBezTo>
                    <a:pt x="2616" y="3471"/>
                    <a:pt x="3037" y="2989"/>
                    <a:pt x="3037" y="2314"/>
                  </a:cubicBezTo>
                  <a:cubicBezTo>
                    <a:pt x="3037" y="1639"/>
                    <a:pt x="2616" y="1157"/>
                    <a:pt x="2025" y="1157"/>
                  </a:cubicBezTo>
                  <a:moveTo>
                    <a:pt x="5062" y="1157"/>
                  </a:moveTo>
                  <a:cubicBezTo>
                    <a:pt x="4472" y="1157"/>
                    <a:pt x="4050" y="1639"/>
                    <a:pt x="4050" y="2314"/>
                  </a:cubicBezTo>
                  <a:cubicBezTo>
                    <a:pt x="4050" y="2989"/>
                    <a:pt x="4472" y="3471"/>
                    <a:pt x="5062" y="3471"/>
                  </a:cubicBezTo>
                  <a:cubicBezTo>
                    <a:pt x="5653" y="3471"/>
                    <a:pt x="6075" y="2989"/>
                    <a:pt x="6075" y="2314"/>
                  </a:cubicBezTo>
                  <a:cubicBezTo>
                    <a:pt x="6075" y="1639"/>
                    <a:pt x="5653" y="1157"/>
                    <a:pt x="5062" y="1157"/>
                  </a:cubicBezTo>
                  <a:moveTo>
                    <a:pt x="8100" y="1157"/>
                  </a:moveTo>
                  <a:cubicBezTo>
                    <a:pt x="7509" y="1157"/>
                    <a:pt x="7087" y="1639"/>
                    <a:pt x="7087" y="2314"/>
                  </a:cubicBezTo>
                  <a:cubicBezTo>
                    <a:pt x="7087" y="2989"/>
                    <a:pt x="7509" y="3471"/>
                    <a:pt x="8100" y="3471"/>
                  </a:cubicBezTo>
                  <a:cubicBezTo>
                    <a:pt x="8691" y="3471"/>
                    <a:pt x="9112" y="2989"/>
                    <a:pt x="9112" y="2314"/>
                  </a:cubicBezTo>
                  <a:cubicBezTo>
                    <a:pt x="9112" y="1639"/>
                    <a:pt x="8691" y="1157"/>
                    <a:pt x="8100" y="1157"/>
                  </a:cubicBezTo>
                  <a:moveTo>
                    <a:pt x="20588" y="4629"/>
                  </a:moveTo>
                  <a:cubicBezTo>
                    <a:pt x="19575" y="4629"/>
                    <a:pt x="19575" y="4629"/>
                    <a:pt x="19575" y="4629"/>
                  </a:cubicBezTo>
                  <a:cubicBezTo>
                    <a:pt x="2025" y="4629"/>
                    <a:pt x="2025" y="4629"/>
                    <a:pt x="2025" y="4629"/>
                  </a:cubicBezTo>
                  <a:cubicBezTo>
                    <a:pt x="1012" y="4629"/>
                    <a:pt x="1012" y="4629"/>
                    <a:pt x="1012" y="4629"/>
                  </a:cubicBezTo>
                  <a:cubicBezTo>
                    <a:pt x="1012" y="20443"/>
                    <a:pt x="1012" y="20443"/>
                    <a:pt x="1012" y="20443"/>
                  </a:cubicBezTo>
                  <a:cubicBezTo>
                    <a:pt x="20588" y="20443"/>
                    <a:pt x="20588" y="20443"/>
                    <a:pt x="20588" y="20443"/>
                  </a:cubicBezTo>
                  <a:lnTo>
                    <a:pt x="20588" y="4629"/>
                  </a:lnTo>
                  <a:close/>
                  <a:moveTo>
                    <a:pt x="7425" y="11571"/>
                  </a:moveTo>
                  <a:cubicBezTo>
                    <a:pt x="9787" y="11571"/>
                    <a:pt x="9787" y="11571"/>
                    <a:pt x="9787" y="11571"/>
                  </a:cubicBezTo>
                  <a:cubicBezTo>
                    <a:pt x="9787" y="8871"/>
                    <a:pt x="9787" y="8871"/>
                    <a:pt x="9787" y="8871"/>
                  </a:cubicBezTo>
                  <a:cubicBezTo>
                    <a:pt x="9787" y="8196"/>
                    <a:pt x="10209" y="7714"/>
                    <a:pt x="10800" y="7714"/>
                  </a:cubicBezTo>
                  <a:cubicBezTo>
                    <a:pt x="11391" y="7714"/>
                    <a:pt x="11813" y="8196"/>
                    <a:pt x="11813" y="8871"/>
                  </a:cubicBezTo>
                  <a:cubicBezTo>
                    <a:pt x="11813" y="11571"/>
                    <a:pt x="11813" y="11571"/>
                    <a:pt x="11813" y="11571"/>
                  </a:cubicBezTo>
                  <a:cubicBezTo>
                    <a:pt x="14175" y="11571"/>
                    <a:pt x="14175" y="11571"/>
                    <a:pt x="14175" y="11571"/>
                  </a:cubicBezTo>
                  <a:cubicBezTo>
                    <a:pt x="14766" y="11571"/>
                    <a:pt x="15188" y="12054"/>
                    <a:pt x="15188" y="12729"/>
                  </a:cubicBezTo>
                  <a:cubicBezTo>
                    <a:pt x="15188" y="13404"/>
                    <a:pt x="14766" y="13886"/>
                    <a:pt x="14175" y="13886"/>
                  </a:cubicBezTo>
                  <a:cubicBezTo>
                    <a:pt x="11813" y="13886"/>
                    <a:pt x="11813" y="13886"/>
                    <a:pt x="11813" y="13886"/>
                  </a:cubicBezTo>
                  <a:cubicBezTo>
                    <a:pt x="11813" y="16586"/>
                    <a:pt x="11813" y="16586"/>
                    <a:pt x="11813" y="16586"/>
                  </a:cubicBezTo>
                  <a:cubicBezTo>
                    <a:pt x="11813" y="17261"/>
                    <a:pt x="11391" y="17743"/>
                    <a:pt x="10800" y="17743"/>
                  </a:cubicBezTo>
                  <a:cubicBezTo>
                    <a:pt x="10209" y="17743"/>
                    <a:pt x="9787" y="17261"/>
                    <a:pt x="9787" y="16586"/>
                  </a:cubicBezTo>
                  <a:cubicBezTo>
                    <a:pt x="9787" y="13886"/>
                    <a:pt x="9787" y="13886"/>
                    <a:pt x="9787" y="13886"/>
                  </a:cubicBezTo>
                  <a:cubicBezTo>
                    <a:pt x="7425" y="13886"/>
                    <a:pt x="7425" y="13886"/>
                    <a:pt x="7425" y="13886"/>
                  </a:cubicBezTo>
                  <a:cubicBezTo>
                    <a:pt x="6834" y="13886"/>
                    <a:pt x="6412" y="13404"/>
                    <a:pt x="6412" y="12729"/>
                  </a:cubicBezTo>
                  <a:cubicBezTo>
                    <a:pt x="6412" y="12054"/>
                    <a:pt x="6834" y="11571"/>
                    <a:pt x="7425" y="11571"/>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35" name="Shape">
              <a:extLst>
                <a:ext uri="{FF2B5EF4-FFF2-40B4-BE49-F238E27FC236}">
                  <a16:creationId xmlns:a16="http://schemas.microsoft.com/office/drawing/2014/main" id="{7C98326C-5130-F53D-FBBD-28BF94AB2DAF}"/>
                </a:ext>
              </a:extLst>
            </p:cNvPr>
            <p:cNvSpPr/>
            <p:nvPr/>
          </p:nvSpPr>
          <p:spPr>
            <a:xfrm>
              <a:off x="3543952" y="4588379"/>
              <a:ext cx="522611" cy="392436"/>
            </a:xfrm>
            <a:custGeom>
              <a:avLst/>
              <a:gdLst/>
              <a:ahLst/>
              <a:cxnLst>
                <a:cxn ang="0">
                  <a:pos x="wd2" y="hd2"/>
                </a:cxn>
                <a:cxn ang="5400000">
                  <a:pos x="wd2" y="hd2"/>
                </a:cxn>
                <a:cxn ang="10800000">
                  <a:pos x="wd2" y="hd2"/>
                </a:cxn>
                <a:cxn ang="16200000">
                  <a:pos x="wd2" y="hd2"/>
                </a:cxn>
              </a:cxnLst>
              <a:rect l="0" t="0" r="r" b="b"/>
              <a:pathLst>
                <a:path w="21600" h="21600" extrusionOk="0">
                  <a:moveTo>
                    <a:pt x="20588" y="21600"/>
                  </a:moveTo>
                  <a:cubicBezTo>
                    <a:pt x="1012" y="21600"/>
                    <a:pt x="1012" y="21600"/>
                    <a:pt x="1012" y="21600"/>
                  </a:cubicBezTo>
                  <a:cubicBezTo>
                    <a:pt x="422" y="21600"/>
                    <a:pt x="0" y="21118"/>
                    <a:pt x="0" y="20443"/>
                  </a:cubicBezTo>
                  <a:cubicBezTo>
                    <a:pt x="0" y="1157"/>
                    <a:pt x="0" y="1157"/>
                    <a:pt x="0" y="1157"/>
                  </a:cubicBezTo>
                  <a:cubicBezTo>
                    <a:pt x="0" y="482"/>
                    <a:pt x="422" y="0"/>
                    <a:pt x="1012" y="0"/>
                  </a:cubicBezTo>
                  <a:cubicBezTo>
                    <a:pt x="20588" y="0"/>
                    <a:pt x="20588" y="0"/>
                    <a:pt x="20588" y="0"/>
                  </a:cubicBezTo>
                  <a:cubicBezTo>
                    <a:pt x="21178" y="0"/>
                    <a:pt x="21600" y="482"/>
                    <a:pt x="21600" y="1157"/>
                  </a:cubicBezTo>
                  <a:cubicBezTo>
                    <a:pt x="21600" y="20443"/>
                    <a:pt x="21600" y="20443"/>
                    <a:pt x="21600" y="20443"/>
                  </a:cubicBezTo>
                  <a:cubicBezTo>
                    <a:pt x="21600" y="21118"/>
                    <a:pt x="21178" y="21600"/>
                    <a:pt x="20588" y="21600"/>
                  </a:cubicBezTo>
                  <a:moveTo>
                    <a:pt x="16537" y="20443"/>
                  </a:moveTo>
                  <a:cubicBezTo>
                    <a:pt x="20588" y="20443"/>
                    <a:pt x="20588" y="20443"/>
                    <a:pt x="20588" y="20443"/>
                  </a:cubicBezTo>
                  <a:cubicBezTo>
                    <a:pt x="20588" y="10414"/>
                    <a:pt x="20588" y="10414"/>
                    <a:pt x="20588" y="10414"/>
                  </a:cubicBezTo>
                  <a:cubicBezTo>
                    <a:pt x="20250" y="10414"/>
                    <a:pt x="20250" y="10414"/>
                    <a:pt x="20250" y="10414"/>
                  </a:cubicBezTo>
                  <a:cubicBezTo>
                    <a:pt x="16537" y="10414"/>
                    <a:pt x="16537" y="10414"/>
                    <a:pt x="16537" y="10414"/>
                  </a:cubicBezTo>
                  <a:lnTo>
                    <a:pt x="16537" y="20443"/>
                  </a:lnTo>
                  <a:close/>
                  <a:moveTo>
                    <a:pt x="6075" y="20443"/>
                  </a:moveTo>
                  <a:cubicBezTo>
                    <a:pt x="15525" y="20443"/>
                    <a:pt x="15525" y="20443"/>
                    <a:pt x="15525" y="20443"/>
                  </a:cubicBezTo>
                  <a:cubicBezTo>
                    <a:pt x="15525" y="10414"/>
                    <a:pt x="15525" y="10414"/>
                    <a:pt x="15525" y="10414"/>
                  </a:cubicBezTo>
                  <a:cubicBezTo>
                    <a:pt x="6075" y="10414"/>
                    <a:pt x="6075" y="10414"/>
                    <a:pt x="6075" y="10414"/>
                  </a:cubicBezTo>
                  <a:lnTo>
                    <a:pt x="6075" y="20443"/>
                  </a:lnTo>
                  <a:close/>
                  <a:moveTo>
                    <a:pt x="1012" y="20443"/>
                  </a:moveTo>
                  <a:cubicBezTo>
                    <a:pt x="5062" y="20443"/>
                    <a:pt x="5062" y="20443"/>
                    <a:pt x="5062" y="20443"/>
                  </a:cubicBezTo>
                  <a:cubicBezTo>
                    <a:pt x="5062" y="10414"/>
                    <a:pt x="5062" y="10414"/>
                    <a:pt x="5062" y="10414"/>
                  </a:cubicBezTo>
                  <a:cubicBezTo>
                    <a:pt x="1012" y="10414"/>
                    <a:pt x="1012" y="10414"/>
                    <a:pt x="1012" y="10414"/>
                  </a:cubicBezTo>
                  <a:lnTo>
                    <a:pt x="1012" y="20443"/>
                  </a:lnTo>
                  <a:close/>
                  <a:moveTo>
                    <a:pt x="2025" y="1157"/>
                  </a:moveTo>
                  <a:cubicBezTo>
                    <a:pt x="1434" y="1157"/>
                    <a:pt x="1012" y="1639"/>
                    <a:pt x="1012" y="2314"/>
                  </a:cubicBezTo>
                  <a:cubicBezTo>
                    <a:pt x="1012" y="2989"/>
                    <a:pt x="1434" y="3471"/>
                    <a:pt x="2025" y="3471"/>
                  </a:cubicBezTo>
                  <a:cubicBezTo>
                    <a:pt x="2616" y="3471"/>
                    <a:pt x="3037" y="2989"/>
                    <a:pt x="3037" y="2314"/>
                  </a:cubicBezTo>
                  <a:cubicBezTo>
                    <a:pt x="3037" y="1639"/>
                    <a:pt x="2616" y="1157"/>
                    <a:pt x="2025" y="1157"/>
                  </a:cubicBezTo>
                  <a:moveTo>
                    <a:pt x="5062" y="1157"/>
                  </a:moveTo>
                  <a:cubicBezTo>
                    <a:pt x="4472" y="1157"/>
                    <a:pt x="4050" y="1639"/>
                    <a:pt x="4050" y="2314"/>
                  </a:cubicBezTo>
                  <a:cubicBezTo>
                    <a:pt x="4050" y="2989"/>
                    <a:pt x="4472" y="3471"/>
                    <a:pt x="5062" y="3471"/>
                  </a:cubicBezTo>
                  <a:cubicBezTo>
                    <a:pt x="5653" y="3471"/>
                    <a:pt x="6075" y="2989"/>
                    <a:pt x="6075" y="2314"/>
                  </a:cubicBezTo>
                  <a:cubicBezTo>
                    <a:pt x="6075" y="1639"/>
                    <a:pt x="5653" y="1157"/>
                    <a:pt x="5062" y="1157"/>
                  </a:cubicBezTo>
                  <a:moveTo>
                    <a:pt x="8100" y="1157"/>
                  </a:moveTo>
                  <a:cubicBezTo>
                    <a:pt x="7509" y="1157"/>
                    <a:pt x="7087" y="1639"/>
                    <a:pt x="7087" y="2314"/>
                  </a:cubicBezTo>
                  <a:cubicBezTo>
                    <a:pt x="7087" y="2989"/>
                    <a:pt x="7509" y="3471"/>
                    <a:pt x="8100" y="3471"/>
                  </a:cubicBezTo>
                  <a:cubicBezTo>
                    <a:pt x="8691" y="3471"/>
                    <a:pt x="9112" y="2989"/>
                    <a:pt x="9112" y="2314"/>
                  </a:cubicBezTo>
                  <a:cubicBezTo>
                    <a:pt x="9112" y="1639"/>
                    <a:pt x="8691" y="1157"/>
                    <a:pt x="8100" y="1157"/>
                  </a:cubicBezTo>
                  <a:moveTo>
                    <a:pt x="19575" y="4629"/>
                  </a:moveTo>
                  <a:cubicBezTo>
                    <a:pt x="2025" y="4629"/>
                    <a:pt x="2025" y="4629"/>
                    <a:pt x="2025" y="4629"/>
                  </a:cubicBezTo>
                  <a:cubicBezTo>
                    <a:pt x="1012" y="4629"/>
                    <a:pt x="1012" y="4629"/>
                    <a:pt x="1012" y="4629"/>
                  </a:cubicBezTo>
                  <a:cubicBezTo>
                    <a:pt x="1012" y="9257"/>
                    <a:pt x="1012" y="9257"/>
                    <a:pt x="1012" y="9257"/>
                  </a:cubicBezTo>
                  <a:cubicBezTo>
                    <a:pt x="5062" y="9257"/>
                    <a:pt x="5062" y="9257"/>
                    <a:pt x="5062" y="9257"/>
                  </a:cubicBezTo>
                  <a:cubicBezTo>
                    <a:pt x="6075" y="9257"/>
                    <a:pt x="6075" y="9257"/>
                    <a:pt x="6075" y="9257"/>
                  </a:cubicBezTo>
                  <a:cubicBezTo>
                    <a:pt x="15525" y="9257"/>
                    <a:pt x="15525" y="9257"/>
                    <a:pt x="15525" y="9257"/>
                  </a:cubicBezTo>
                  <a:cubicBezTo>
                    <a:pt x="16537" y="9257"/>
                    <a:pt x="16537" y="9257"/>
                    <a:pt x="16537" y="9257"/>
                  </a:cubicBezTo>
                  <a:cubicBezTo>
                    <a:pt x="20250" y="9257"/>
                    <a:pt x="20250" y="9257"/>
                    <a:pt x="20250" y="9257"/>
                  </a:cubicBezTo>
                  <a:cubicBezTo>
                    <a:pt x="20588" y="9257"/>
                    <a:pt x="20588" y="9257"/>
                    <a:pt x="20588" y="9257"/>
                  </a:cubicBezTo>
                  <a:cubicBezTo>
                    <a:pt x="20588" y="4629"/>
                    <a:pt x="20588" y="4629"/>
                    <a:pt x="20588" y="4629"/>
                  </a:cubicBezTo>
                  <a:lnTo>
                    <a:pt x="19575" y="4629"/>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36" name="Shape">
              <a:extLst>
                <a:ext uri="{FF2B5EF4-FFF2-40B4-BE49-F238E27FC236}">
                  <a16:creationId xmlns:a16="http://schemas.microsoft.com/office/drawing/2014/main" id="{C1FCF322-F285-2A1C-F5C3-626626EDB7CE}"/>
                </a:ext>
              </a:extLst>
            </p:cNvPr>
            <p:cNvSpPr/>
            <p:nvPr/>
          </p:nvSpPr>
          <p:spPr>
            <a:xfrm>
              <a:off x="2626842" y="4588379"/>
              <a:ext cx="524645" cy="392436"/>
            </a:xfrm>
            <a:custGeom>
              <a:avLst/>
              <a:gdLst/>
              <a:ahLst/>
              <a:cxnLst>
                <a:cxn ang="0">
                  <a:pos x="wd2" y="hd2"/>
                </a:cxn>
                <a:cxn ang="5400000">
                  <a:pos x="wd2" y="hd2"/>
                </a:cxn>
                <a:cxn ang="10800000">
                  <a:pos x="wd2" y="hd2"/>
                </a:cxn>
                <a:cxn ang="16200000">
                  <a:pos x="wd2" y="hd2"/>
                </a:cxn>
              </a:cxnLst>
              <a:rect l="0" t="0" r="r" b="b"/>
              <a:pathLst>
                <a:path w="21600" h="21600" extrusionOk="0">
                  <a:moveTo>
                    <a:pt x="20588" y="21600"/>
                  </a:moveTo>
                  <a:cubicBezTo>
                    <a:pt x="1012" y="21600"/>
                    <a:pt x="1012" y="21600"/>
                    <a:pt x="1012" y="21600"/>
                  </a:cubicBezTo>
                  <a:cubicBezTo>
                    <a:pt x="422" y="21600"/>
                    <a:pt x="0" y="21118"/>
                    <a:pt x="0" y="20443"/>
                  </a:cubicBezTo>
                  <a:cubicBezTo>
                    <a:pt x="0" y="1157"/>
                    <a:pt x="0" y="1157"/>
                    <a:pt x="0" y="1157"/>
                  </a:cubicBezTo>
                  <a:cubicBezTo>
                    <a:pt x="0" y="482"/>
                    <a:pt x="422" y="0"/>
                    <a:pt x="1012" y="0"/>
                  </a:cubicBezTo>
                  <a:cubicBezTo>
                    <a:pt x="20588" y="0"/>
                    <a:pt x="20588" y="0"/>
                    <a:pt x="20588" y="0"/>
                  </a:cubicBezTo>
                  <a:cubicBezTo>
                    <a:pt x="21178" y="0"/>
                    <a:pt x="21600" y="482"/>
                    <a:pt x="21600" y="1157"/>
                  </a:cubicBezTo>
                  <a:cubicBezTo>
                    <a:pt x="21600" y="20443"/>
                    <a:pt x="21600" y="20443"/>
                    <a:pt x="21600" y="20443"/>
                  </a:cubicBezTo>
                  <a:cubicBezTo>
                    <a:pt x="21600" y="21118"/>
                    <a:pt x="21178" y="21600"/>
                    <a:pt x="20588" y="21600"/>
                  </a:cubicBezTo>
                  <a:moveTo>
                    <a:pt x="16538" y="20443"/>
                  </a:moveTo>
                  <a:cubicBezTo>
                    <a:pt x="20588" y="20443"/>
                    <a:pt x="20588" y="20443"/>
                    <a:pt x="20588" y="20443"/>
                  </a:cubicBezTo>
                  <a:cubicBezTo>
                    <a:pt x="20588" y="10414"/>
                    <a:pt x="20588" y="10414"/>
                    <a:pt x="20588" y="10414"/>
                  </a:cubicBezTo>
                  <a:cubicBezTo>
                    <a:pt x="20081" y="10414"/>
                    <a:pt x="20081" y="10414"/>
                    <a:pt x="20081" y="10414"/>
                  </a:cubicBezTo>
                  <a:cubicBezTo>
                    <a:pt x="16538" y="10414"/>
                    <a:pt x="16538" y="10414"/>
                    <a:pt x="16538" y="10414"/>
                  </a:cubicBezTo>
                  <a:lnTo>
                    <a:pt x="16538" y="20443"/>
                  </a:lnTo>
                  <a:close/>
                  <a:moveTo>
                    <a:pt x="1012" y="20443"/>
                  </a:moveTo>
                  <a:cubicBezTo>
                    <a:pt x="15525" y="20443"/>
                    <a:pt x="15525" y="20443"/>
                    <a:pt x="15525" y="20443"/>
                  </a:cubicBezTo>
                  <a:cubicBezTo>
                    <a:pt x="15525" y="10414"/>
                    <a:pt x="15525" y="10414"/>
                    <a:pt x="15525" y="10414"/>
                  </a:cubicBezTo>
                  <a:cubicBezTo>
                    <a:pt x="1012" y="10414"/>
                    <a:pt x="1012" y="10414"/>
                    <a:pt x="1012" y="10414"/>
                  </a:cubicBezTo>
                  <a:lnTo>
                    <a:pt x="1012" y="20443"/>
                  </a:lnTo>
                  <a:close/>
                  <a:moveTo>
                    <a:pt x="2025" y="1157"/>
                  </a:moveTo>
                  <a:cubicBezTo>
                    <a:pt x="1434" y="1157"/>
                    <a:pt x="1012" y="1639"/>
                    <a:pt x="1012" y="2314"/>
                  </a:cubicBezTo>
                  <a:cubicBezTo>
                    <a:pt x="1012" y="2989"/>
                    <a:pt x="1434" y="3471"/>
                    <a:pt x="2025" y="3471"/>
                  </a:cubicBezTo>
                  <a:cubicBezTo>
                    <a:pt x="2616" y="3471"/>
                    <a:pt x="3037" y="2989"/>
                    <a:pt x="3037" y="2314"/>
                  </a:cubicBezTo>
                  <a:cubicBezTo>
                    <a:pt x="3037" y="1639"/>
                    <a:pt x="2616" y="1157"/>
                    <a:pt x="2025" y="1157"/>
                  </a:cubicBezTo>
                  <a:moveTo>
                    <a:pt x="5062" y="1157"/>
                  </a:moveTo>
                  <a:cubicBezTo>
                    <a:pt x="4472" y="1157"/>
                    <a:pt x="4050" y="1639"/>
                    <a:pt x="4050" y="2314"/>
                  </a:cubicBezTo>
                  <a:cubicBezTo>
                    <a:pt x="4050" y="2989"/>
                    <a:pt x="4472" y="3471"/>
                    <a:pt x="5062" y="3471"/>
                  </a:cubicBezTo>
                  <a:cubicBezTo>
                    <a:pt x="5653" y="3471"/>
                    <a:pt x="6075" y="2989"/>
                    <a:pt x="6075" y="2314"/>
                  </a:cubicBezTo>
                  <a:cubicBezTo>
                    <a:pt x="6075" y="1639"/>
                    <a:pt x="5653" y="1157"/>
                    <a:pt x="5062" y="1157"/>
                  </a:cubicBezTo>
                  <a:moveTo>
                    <a:pt x="8100" y="1157"/>
                  </a:moveTo>
                  <a:cubicBezTo>
                    <a:pt x="7509" y="1157"/>
                    <a:pt x="7087" y="1639"/>
                    <a:pt x="7087" y="2314"/>
                  </a:cubicBezTo>
                  <a:cubicBezTo>
                    <a:pt x="7087" y="2989"/>
                    <a:pt x="7509" y="3471"/>
                    <a:pt x="8100" y="3471"/>
                  </a:cubicBezTo>
                  <a:cubicBezTo>
                    <a:pt x="8691" y="3471"/>
                    <a:pt x="9112" y="2989"/>
                    <a:pt x="9112" y="2314"/>
                  </a:cubicBezTo>
                  <a:cubicBezTo>
                    <a:pt x="9112" y="1639"/>
                    <a:pt x="8691" y="1157"/>
                    <a:pt x="8100" y="1157"/>
                  </a:cubicBezTo>
                  <a:moveTo>
                    <a:pt x="19575" y="4629"/>
                  </a:moveTo>
                  <a:cubicBezTo>
                    <a:pt x="2025" y="4629"/>
                    <a:pt x="2025" y="4629"/>
                    <a:pt x="2025" y="4629"/>
                  </a:cubicBezTo>
                  <a:cubicBezTo>
                    <a:pt x="1012" y="4629"/>
                    <a:pt x="1012" y="4629"/>
                    <a:pt x="1012" y="4629"/>
                  </a:cubicBezTo>
                  <a:cubicBezTo>
                    <a:pt x="1012" y="9257"/>
                    <a:pt x="1012" y="9257"/>
                    <a:pt x="1012" y="9257"/>
                  </a:cubicBezTo>
                  <a:cubicBezTo>
                    <a:pt x="15525" y="9257"/>
                    <a:pt x="15525" y="9257"/>
                    <a:pt x="15525" y="9257"/>
                  </a:cubicBezTo>
                  <a:cubicBezTo>
                    <a:pt x="16538" y="9257"/>
                    <a:pt x="16538" y="9257"/>
                    <a:pt x="16538" y="9257"/>
                  </a:cubicBezTo>
                  <a:cubicBezTo>
                    <a:pt x="20081" y="9257"/>
                    <a:pt x="20081" y="9257"/>
                    <a:pt x="20081" y="9257"/>
                  </a:cubicBezTo>
                  <a:cubicBezTo>
                    <a:pt x="20588" y="9257"/>
                    <a:pt x="20588" y="9257"/>
                    <a:pt x="20588" y="9257"/>
                  </a:cubicBezTo>
                  <a:cubicBezTo>
                    <a:pt x="20588" y="4629"/>
                    <a:pt x="20588" y="4629"/>
                    <a:pt x="20588" y="4629"/>
                  </a:cubicBezTo>
                  <a:lnTo>
                    <a:pt x="19575" y="4629"/>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37" name="Shape">
              <a:extLst>
                <a:ext uri="{FF2B5EF4-FFF2-40B4-BE49-F238E27FC236}">
                  <a16:creationId xmlns:a16="http://schemas.microsoft.com/office/drawing/2014/main" id="{0515B0B3-8E7B-0BE1-20ED-7472BF40872F}"/>
                </a:ext>
              </a:extLst>
            </p:cNvPr>
            <p:cNvSpPr/>
            <p:nvPr/>
          </p:nvSpPr>
          <p:spPr>
            <a:xfrm>
              <a:off x="1711766" y="4588379"/>
              <a:ext cx="522612" cy="392436"/>
            </a:xfrm>
            <a:custGeom>
              <a:avLst/>
              <a:gdLst/>
              <a:ahLst/>
              <a:cxnLst>
                <a:cxn ang="0">
                  <a:pos x="wd2" y="hd2"/>
                </a:cxn>
                <a:cxn ang="5400000">
                  <a:pos x="wd2" y="hd2"/>
                </a:cxn>
                <a:cxn ang="10800000">
                  <a:pos x="wd2" y="hd2"/>
                </a:cxn>
                <a:cxn ang="16200000">
                  <a:pos x="wd2" y="hd2"/>
                </a:cxn>
              </a:cxnLst>
              <a:rect l="0" t="0" r="r" b="b"/>
              <a:pathLst>
                <a:path w="21600" h="21600" extrusionOk="0">
                  <a:moveTo>
                    <a:pt x="20587" y="21600"/>
                  </a:moveTo>
                  <a:cubicBezTo>
                    <a:pt x="1013" y="21600"/>
                    <a:pt x="1013" y="21600"/>
                    <a:pt x="1013" y="21600"/>
                  </a:cubicBezTo>
                  <a:cubicBezTo>
                    <a:pt x="422" y="21600"/>
                    <a:pt x="0" y="21118"/>
                    <a:pt x="0" y="20443"/>
                  </a:cubicBezTo>
                  <a:cubicBezTo>
                    <a:pt x="0" y="1157"/>
                    <a:pt x="0" y="1157"/>
                    <a:pt x="0" y="1157"/>
                  </a:cubicBezTo>
                  <a:cubicBezTo>
                    <a:pt x="0" y="482"/>
                    <a:pt x="422" y="0"/>
                    <a:pt x="1013" y="0"/>
                  </a:cubicBezTo>
                  <a:cubicBezTo>
                    <a:pt x="20587" y="0"/>
                    <a:pt x="20587" y="0"/>
                    <a:pt x="20587" y="0"/>
                  </a:cubicBezTo>
                  <a:cubicBezTo>
                    <a:pt x="21178" y="0"/>
                    <a:pt x="21600" y="482"/>
                    <a:pt x="21600" y="1157"/>
                  </a:cubicBezTo>
                  <a:cubicBezTo>
                    <a:pt x="21600" y="20443"/>
                    <a:pt x="21600" y="20443"/>
                    <a:pt x="21600" y="20443"/>
                  </a:cubicBezTo>
                  <a:cubicBezTo>
                    <a:pt x="21600" y="21118"/>
                    <a:pt x="21178" y="21600"/>
                    <a:pt x="20587" y="21600"/>
                  </a:cubicBezTo>
                  <a:moveTo>
                    <a:pt x="6075" y="20443"/>
                  </a:moveTo>
                  <a:cubicBezTo>
                    <a:pt x="20587" y="20443"/>
                    <a:pt x="20587" y="20443"/>
                    <a:pt x="20587" y="20443"/>
                  </a:cubicBezTo>
                  <a:cubicBezTo>
                    <a:pt x="20587" y="10414"/>
                    <a:pt x="20587" y="10414"/>
                    <a:pt x="20587" y="10414"/>
                  </a:cubicBezTo>
                  <a:cubicBezTo>
                    <a:pt x="20334" y="10414"/>
                    <a:pt x="20334" y="10414"/>
                    <a:pt x="20334" y="10414"/>
                  </a:cubicBezTo>
                  <a:cubicBezTo>
                    <a:pt x="6075" y="10414"/>
                    <a:pt x="6075" y="10414"/>
                    <a:pt x="6075" y="10414"/>
                  </a:cubicBezTo>
                  <a:lnTo>
                    <a:pt x="6075" y="20443"/>
                  </a:lnTo>
                  <a:close/>
                  <a:moveTo>
                    <a:pt x="1013" y="20443"/>
                  </a:moveTo>
                  <a:cubicBezTo>
                    <a:pt x="5062" y="20443"/>
                    <a:pt x="5062" y="20443"/>
                    <a:pt x="5062" y="20443"/>
                  </a:cubicBezTo>
                  <a:cubicBezTo>
                    <a:pt x="5062" y="10414"/>
                    <a:pt x="5062" y="10414"/>
                    <a:pt x="5062" y="10414"/>
                  </a:cubicBezTo>
                  <a:cubicBezTo>
                    <a:pt x="1013" y="10414"/>
                    <a:pt x="1013" y="10414"/>
                    <a:pt x="1013" y="10414"/>
                  </a:cubicBezTo>
                  <a:lnTo>
                    <a:pt x="1013" y="20443"/>
                  </a:lnTo>
                  <a:close/>
                  <a:moveTo>
                    <a:pt x="2025" y="1157"/>
                  </a:moveTo>
                  <a:cubicBezTo>
                    <a:pt x="1434" y="1157"/>
                    <a:pt x="1013" y="1639"/>
                    <a:pt x="1013" y="2314"/>
                  </a:cubicBezTo>
                  <a:cubicBezTo>
                    <a:pt x="1013" y="2989"/>
                    <a:pt x="1434" y="3471"/>
                    <a:pt x="2025" y="3471"/>
                  </a:cubicBezTo>
                  <a:cubicBezTo>
                    <a:pt x="2616" y="3471"/>
                    <a:pt x="3037" y="2989"/>
                    <a:pt x="3037" y="2314"/>
                  </a:cubicBezTo>
                  <a:cubicBezTo>
                    <a:pt x="3037" y="1639"/>
                    <a:pt x="2616" y="1157"/>
                    <a:pt x="2025" y="1157"/>
                  </a:cubicBezTo>
                  <a:moveTo>
                    <a:pt x="5062" y="1157"/>
                  </a:moveTo>
                  <a:cubicBezTo>
                    <a:pt x="4472" y="1157"/>
                    <a:pt x="4050" y="1639"/>
                    <a:pt x="4050" y="2314"/>
                  </a:cubicBezTo>
                  <a:cubicBezTo>
                    <a:pt x="4050" y="2989"/>
                    <a:pt x="4472" y="3471"/>
                    <a:pt x="5062" y="3471"/>
                  </a:cubicBezTo>
                  <a:cubicBezTo>
                    <a:pt x="5653" y="3471"/>
                    <a:pt x="6075" y="2989"/>
                    <a:pt x="6075" y="2314"/>
                  </a:cubicBezTo>
                  <a:cubicBezTo>
                    <a:pt x="6075" y="1639"/>
                    <a:pt x="5653" y="1157"/>
                    <a:pt x="5062" y="1157"/>
                  </a:cubicBezTo>
                  <a:moveTo>
                    <a:pt x="8100" y="1157"/>
                  </a:moveTo>
                  <a:cubicBezTo>
                    <a:pt x="7509" y="1157"/>
                    <a:pt x="7087" y="1639"/>
                    <a:pt x="7087" y="2314"/>
                  </a:cubicBezTo>
                  <a:cubicBezTo>
                    <a:pt x="7087" y="2989"/>
                    <a:pt x="7509" y="3471"/>
                    <a:pt x="8100" y="3471"/>
                  </a:cubicBezTo>
                  <a:cubicBezTo>
                    <a:pt x="8691" y="3471"/>
                    <a:pt x="9112" y="2989"/>
                    <a:pt x="9112" y="2314"/>
                  </a:cubicBezTo>
                  <a:cubicBezTo>
                    <a:pt x="9112" y="1639"/>
                    <a:pt x="8691" y="1157"/>
                    <a:pt x="8100" y="1157"/>
                  </a:cubicBezTo>
                  <a:moveTo>
                    <a:pt x="19575" y="4629"/>
                  </a:moveTo>
                  <a:cubicBezTo>
                    <a:pt x="2025" y="4629"/>
                    <a:pt x="2025" y="4629"/>
                    <a:pt x="2025" y="4629"/>
                  </a:cubicBezTo>
                  <a:cubicBezTo>
                    <a:pt x="1013" y="4629"/>
                    <a:pt x="1013" y="4629"/>
                    <a:pt x="1013" y="4629"/>
                  </a:cubicBezTo>
                  <a:cubicBezTo>
                    <a:pt x="1013" y="9257"/>
                    <a:pt x="1013" y="9257"/>
                    <a:pt x="1013" y="9257"/>
                  </a:cubicBezTo>
                  <a:cubicBezTo>
                    <a:pt x="5062" y="9257"/>
                    <a:pt x="5062" y="9257"/>
                    <a:pt x="5062" y="9257"/>
                  </a:cubicBezTo>
                  <a:cubicBezTo>
                    <a:pt x="6075" y="9257"/>
                    <a:pt x="6075" y="9257"/>
                    <a:pt x="6075" y="9257"/>
                  </a:cubicBezTo>
                  <a:cubicBezTo>
                    <a:pt x="20334" y="9257"/>
                    <a:pt x="20334" y="9257"/>
                    <a:pt x="20334" y="9257"/>
                  </a:cubicBezTo>
                  <a:cubicBezTo>
                    <a:pt x="20587" y="9257"/>
                    <a:pt x="20587" y="9257"/>
                    <a:pt x="20587" y="9257"/>
                  </a:cubicBezTo>
                  <a:cubicBezTo>
                    <a:pt x="20587" y="4629"/>
                    <a:pt x="20587" y="4629"/>
                    <a:pt x="20587" y="4629"/>
                  </a:cubicBezTo>
                  <a:lnTo>
                    <a:pt x="19575" y="4629"/>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38" name="Shape">
              <a:extLst>
                <a:ext uri="{FF2B5EF4-FFF2-40B4-BE49-F238E27FC236}">
                  <a16:creationId xmlns:a16="http://schemas.microsoft.com/office/drawing/2014/main" id="{9EF80659-3019-FF9B-D049-18222BBD9848}"/>
                </a:ext>
              </a:extLst>
            </p:cNvPr>
            <p:cNvSpPr/>
            <p:nvPr/>
          </p:nvSpPr>
          <p:spPr>
            <a:xfrm>
              <a:off x="794657" y="4588379"/>
              <a:ext cx="524645" cy="392436"/>
            </a:xfrm>
            <a:custGeom>
              <a:avLst/>
              <a:gdLst/>
              <a:ahLst/>
              <a:cxnLst>
                <a:cxn ang="0">
                  <a:pos x="wd2" y="hd2"/>
                </a:cxn>
                <a:cxn ang="5400000">
                  <a:pos x="wd2" y="hd2"/>
                </a:cxn>
                <a:cxn ang="10800000">
                  <a:pos x="wd2" y="hd2"/>
                </a:cxn>
                <a:cxn ang="16200000">
                  <a:pos x="wd2" y="hd2"/>
                </a:cxn>
              </a:cxnLst>
              <a:rect l="0" t="0" r="r" b="b"/>
              <a:pathLst>
                <a:path w="21600" h="21600" extrusionOk="0">
                  <a:moveTo>
                    <a:pt x="20588" y="21600"/>
                  </a:moveTo>
                  <a:cubicBezTo>
                    <a:pt x="1012" y="21600"/>
                    <a:pt x="1012" y="21600"/>
                    <a:pt x="1012" y="21600"/>
                  </a:cubicBezTo>
                  <a:cubicBezTo>
                    <a:pt x="422" y="21600"/>
                    <a:pt x="0" y="21118"/>
                    <a:pt x="0" y="20443"/>
                  </a:cubicBezTo>
                  <a:cubicBezTo>
                    <a:pt x="0" y="1157"/>
                    <a:pt x="0" y="1157"/>
                    <a:pt x="0" y="1157"/>
                  </a:cubicBezTo>
                  <a:cubicBezTo>
                    <a:pt x="0" y="482"/>
                    <a:pt x="422" y="0"/>
                    <a:pt x="1012" y="0"/>
                  </a:cubicBezTo>
                  <a:cubicBezTo>
                    <a:pt x="20588" y="0"/>
                    <a:pt x="20588" y="0"/>
                    <a:pt x="20588" y="0"/>
                  </a:cubicBezTo>
                  <a:cubicBezTo>
                    <a:pt x="21178" y="0"/>
                    <a:pt x="21600" y="482"/>
                    <a:pt x="21600" y="1157"/>
                  </a:cubicBezTo>
                  <a:cubicBezTo>
                    <a:pt x="21600" y="20443"/>
                    <a:pt x="21600" y="20443"/>
                    <a:pt x="21600" y="20443"/>
                  </a:cubicBezTo>
                  <a:cubicBezTo>
                    <a:pt x="21600" y="21118"/>
                    <a:pt x="21178" y="21600"/>
                    <a:pt x="20588" y="21600"/>
                  </a:cubicBezTo>
                  <a:moveTo>
                    <a:pt x="2025" y="1157"/>
                  </a:moveTo>
                  <a:cubicBezTo>
                    <a:pt x="1434" y="1157"/>
                    <a:pt x="1012" y="1639"/>
                    <a:pt x="1012" y="2314"/>
                  </a:cubicBezTo>
                  <a:cubicBezTo>
                    <a:pt x="1012" y="2989"/>
                    <a:pt x="1434" y="3471"/>
                    <a:pt x="2025" y="3471"/>
                  </a:cubicBezTo>
                  <a:cubicBezTo>
                    <a:pt x="2616" y="3471"/>
                    <a:pt x="3037" y="2989"/>
                    <a:pt x="3037" y="2314"/>
                  </a:cubicBezTo>
                  <a:cubicBezTo>
                    <a:pt x="3037" y="1639"/>
                    <a:pt x="2616" y="1157"/>
                    <a:pt x="2025" y="1157"/>
                  </a:cubicBezTo>
                  <a:moveTo>
                    <a:pt x="5062" y="1157"/>
                  </a:moveTo>
                  <a:cubicBezTo>
                    <a:pt x="4472" y="1157"/>
                    <a:pt x="4050" y="1639"/>
                    <a:pt x="4050" y="2314"/>
                  </a:cubicBezTo>
                  <a:cubicBezTo>
                    <a:pt x="4050" y="2989"/>
                    <a:pt x="4472" y="3471"/>
                    <a:pt x="5062" y="3471"/>
                  </a:cubicBezTo>
                  <a:cubicBezTo>
                    <a:pt x="5653" y="3471"/>
                    <a:pt x="6075" y="2989"/>
                    <a:pt x="6075" y="2314"/>
                  </a:cubicBezTo>
                  <a:cubicBezTo>
                    <a:pt x="6075" y="1639"/>
                    <a:pt x="5653" y="1157"/>
                    <a:pt x="5062" y="1157"/>
                  </a:cubicBezTo>
                  <a:moveTo>
                    <a:pt x="8100" y="1157"/>
                  </a:moveTo>
                  <a:cubicBezTo>
                    <a:pt x="7509" y="1157"/>
                    <a:pt x="7087" y="1639"/>
                    <a:pt x="7087" y="2314"/>
                  </a:cubicBezTo>
                  <a:cubicBezTo>
                    <a:pt x="7087" y="2989"/>
                    <a:pt x="7509" y="3471"/>
                    <a:pt x="8100" y="3471"/>
                  </a:cubicBezTo>
                  <a:cubicBezTo>
                    <a:pt x="8691" y="3471"/>
                    <a:pt x="9112" y="2989"/>
                    <a:pt x="9112" y="2314"/>
                  </a:cubicBezTo>
                  <a:cubicBezTo>
                    <a:pt x="9112" y="1639"/>
                    <a:pt x="8691" y="1157"/>
                    <a:pt x="8100" y="1157"/>
                  </a:cubicBezTo>
                  <a:moveTo>
                    <a:pt x="20588" y="4629"/>
                  </a:moveTo>
                  <a:cubicBezTo>
                    <a:pt x="19575" y="4629"/>
                    <a:pt x="19575" y="4629"/>
                    <a:pt x="19575" y="4629"/>
                  </a:cubicBezTo>
                  <a:cubicBezTo>
                    <a:pt x="2025" y="4629"/>
                    <a:pt x="2025" y="4629"/>
                    <a:pt x="2025" y="4629"/>
                  </a:cubicBezTo>
                  <a:cubicBezTo>
                    <a:pt x="1012" y="4629"/>
                    <a:pt x="1012" y="4629"/>
                    <a:pt x="1012" y="4629"/>
                  </a:cubicBezTo>
                  <a:cubicBezTo>
                    <a:pt x="1012" y="20443"/>
                    <a:pt x="1012" y="20443"/>
                    <a:pt x="1012" y="20443"/>
                  </a:cubicBezTo>
                  <a:cubicBezTo>
                    <a:pt x="20588" y="20443"/>
                    <a:pt x="20588" y="20443"/>
                    <a:pt x="20588" y="20443"/>
                  </a:cubicBezTo>
                  <a:lnTo>
                    <a:pt x="20588" y="4629"/>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39" name="Shape">
              <a:extLst>
                <a:ext uri="{FF2B5EF4-FFF2-40B4-BE49-F238E27FC236}">
                  <a16:creationId xmlns:a16="http://schemas.microsoft.com/office/drawing/2014/main" id="{348CD1C5-6585-F9C2-C92F-4218D4C69736}"/>
                </a:ext>
              </a:extLst>
            </p:cNvPr>
            <p:cNvSpPr/>
            <p:nvPr/>
          </p:nvSpPr>
          <p:spPr>
            <a:xfrm>
              <a:off x="10872797" y="3929088"/>
              <a:ext cx="524443" cy="139533"/>
            </a:xfrm>
            <a:custGeom>
              <a:avLst/>
              <a:gdLst/>
              <a:ahLst/>
              <a:cxnLst>
                <a:cxn ang="0">
                  <a:pos x="wd2" y="hd2"/>
                </a:cxn>
                <a:cxn ang="5400000">
                  <a:pos x="wd2" y="hd2"/>
                </a:cxn>
                <a:cxn ang="10800000">
                  <a:pos x="wd2" y="hd2"/>
                </a:cxn>
                <a:cxn ang="16200000">
                  <a:pos x="wd2" y="hd2"/>
                </a:cxn>
              </a:cxnLst>
              <a:rect l="0" t="0" r="r" b="b"/>
              <a:pathLst>
                <a:path w="20942" h="21600" extrusionOk="0">
                  <a:moveTo>
                    <a:pt x="20862" y="5130"/>
                  </a:moveTo>
                  <a:cubicBezTo>
                    <a:pt x="20535" y="4860"/>
                    <a:pt x="19962" y="9450"/>
                    <a:pt x="18571" y="9450"/>
                  </a:cubicBezTo>
                  <a:cubicBezTo>
                    <a:pt x="16853" y="9450"/>
                    <a:pt x="16116" y="0"/>
                    <a:pt x="13416" y="0"/>
                  </a:cubicBezTo>
                  <a:cubicBezTo>
                    <a:pt x="11289" y="0"/>
                    <a:pt x="10635" y="5400"/>
                    <a:pt x="10471" y="5400"/>
                  </a:cubicBezTo>
                  <a:cubicBezTo>
                    <a:pt x="10307" y="5400"/>
                    <a:pt x="9653" y="0"/>
                    <a:pt x="7526" y="0"/>
                  </a:cubicBezTo>
                  <a:cubicBezTo>
                    <a:pt x="4826" y="0"/>
                    <a:pt x="4089" y="9450"/>
                    <a:pt x="2371" y="9450"/>
                  </a:cubicBezTo>
                  <a:cubicBezTo>
                    <a:pt x="980" y="9450"/>
                    <a:pt x="407" y="4860"/>
                    <a:pt x="80" y="5130"/>
                  </a:cubicBezTo>
                  <a:cubicBezTo>
                    <a:pt x="-329" y="5400"/>
                    <a:pt x="735" y="21600"/>
                    <a:pt x="5398" y="21600"/>
                  </a:cubicBezTo>
                  <a:cubicBezTo>
                    <a:pt x="8426" y="21600"/>
                    <a:pt x="10226" y="13770"/>
                    <a:pt x="10471" y="13770"/>
                  </a:cubicBezTo>
                  <a:cubicBezTo>
                    <a:pt x="10716" y="13770"/>
                    <a:pt x="12516" y="21600"/>
                    <a:pt x="15544" y="21600"/>
                  </a:cubicBezTo>
                  <a:cubicBezTo>
                    <a:pt x="20207" y="21600"/>
                    <a:pt x="21271" y="5400"/>
                    <a:pt x="20862" y="5130"/>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40" name="Shape">
              <a:extLst>
                <a:ext uri="{FF2B5EF4-FFF2-40B4-BE49-F238E27FC236}">
                  <a16:creationId xmlns:a16="http://schemas.microsoft.com/office/drawing/2014/main" id="{7AD843D6-7113-174A-1AB1-998719F9FAE1}"/>
                </a:ext>
              </a:extLst>
            </p:cNvPr>
            <p:cNvSpPr/>
            <p:nvPr/>
          </p:nvSpPr>
          <p:spPr>
            <a:xfrm>
              <a:off x="9957621" y="3866299"/>
              <a:ext cx="522610" cy="265112"/>
            </a:xfrm>
            <a:custGeom>
              <a:avLst/>
              <a:gdLst/>
              <a:ahLst/>
              <a:cxnLst>
                <a:cxn ang="0">
                  <a:pos x="wd2" y="hd2"/>
                </a:cxn>
                <a:cxn ang="5400000">
                  <a:pos x="wd2" y="hd2"/>
                </a:cxn>
                <a:cxn ang="10800000">
                  <a:pos x="wd2" y="hd2"/>
                </a:cxn>
                <a:cxn ang="16200000">
                  <a:pos x="wd2" y="hd2"/>
                </a:cxn>
              </a:cxnLst>
              <a:rect l="0" t="0" r="r" b="b"/>
              <a:pathLst>
                <a:path w="21600" h="21600" extrusionOk="0">
                  <a:moveTo>
                    <a:pt x="20588" y="12505"/>
                  </a:moveTo>
                  <a:cubicBezTo>
                    <a:pt x="7087" y="12505"/>
                    <a:pt x="7087" y="12505"/>
                    <a:pt x="7087" y="12505"/>
                  </a:cubicBezTo>
                  <a:cubicBezTo>
                    <a:pt x="6497" y="12505"/>
                    <a:pt x="6075" y="11795"/>
                    <a:pt x="6075" y="10800"/>
                  </a:cubicBezTo>
                  <a:cubicBezTo>
                    <a:pt x="6075" y="9805"/>
                    <a:pt x="6497" y="9095"/>
                    <a:pt x="7087" y="9095"/>
                  </a:cubicBezTo>
                  <a:cubicBezTo>
                    <a:pt x="7087" y="9095"/>
                    <a:pt x="7087" y="9095"/>
                    <a:pt x="7087" y="9095"/>
                  </a:cubicBezTo>
                  <a:cubicBezTo>
                    <a:pt x="20588" y="9095"/>
                    <a:pt x="20588" y="9095"/>
                    <a:pt x="20588" y="9095"/>
                  </a:cubicBezTo>
                  <a:cubicBezTo>
                    <a:pt x="21178" y="9095"/>
                    <a:pt x="21600" y="9805"/>
                    <a:pt x="21600" y="10800"/>
                  </a:cubicBezTo>
                  <a:cubicBezTo>
                    <a:pt x="21600" y="11795"/>
                    <a:pt x="21178" y="12505"/>
                    <a:pt x="20588" y="12505"/>
                  </a:cubicBezTo>
                  <a:moveTo>
                    <a:pt x="20588" y="3411"/>
                  </a:moveTo>
                  <a:cubicBezTo>
                    <a:pt x="7087" y="3411"/>
                    <a:pt x="7087" y="3411"/>
                    <a:pt x="7087" y="3411"/>
                  </a:cubicBezTo>
                  <a:cubicBezTo>
                    <a:pt x="6497" y="3411"/>
                    <a:pt x="6075" y="2700"/>
                    <a:pt x="6075" y="1705"/>
                  </a:cubicBezTo>
                  <a:cubicBezTo>
                    <a:pt x="6075" y="711"/>
                    <a:pt x="6497" y="0"/>
                    <a:pt x="7087" y="0"/>
                  </a:cubicBezTo>
                  <a:cubicBezTo>
                    <a:pt x="7087" y="0"/>
                    <a:pt x="7087" y="0"/>
                    <a:pt x="7087" y="0"/>
                  </a:cubicBezTo>
                  <a:cubicBezTo>
                    <a:pt x="20588" y="0"/>
                    <a:pt x="20588" y="0"/>
                    <a:pt x="20588" y="0"/>
                  </a:cubicBezTo>
                  <a:cubicBezTo>
                    <a:pt x="21178" y="0"/>
                    <a:pt x="21600" y="711"/>
                    <a:pt x="21600" y="1705"/>
                  </a:cubicBezTo>
                  <a:cubicBezTo>
                    <a:pt x="21600" y="2700"/>
                    <a:pt x="21178" y="3411"/>
                    <a:pt x="20588" y="3411"/>
                  </a:cubicBezTo>
                  <a:moveTo>
                    <a:pt x="3037" y="21600"/>
                  </a:moveTo>
                  <a:cubicBezTo>
                    <a:pt x="3037" y="21600"/>
                    <a:pt x="3037" y="21600"/>
                    <a:pt x="3037" y="21600"/>
                  </a:cubicBezTo>
                  <a:cubicBezTo>
                    <a:pt x="1012" y="21600"/>
                    <a:pt x="1012" y="21600"/>
                    <a:pt x="1012" y="21600"/>
                  </a:cubicBezTo>
                  <a:cubicBezTo>
                    <a:pt x="422" y="21600"/>
                    <a:pt x="0" y="20889"/>
                    <a:pt x="0" y="19895"/>
                  </a:cubicBezTo>
                  <a:cubicBezTo>
                    <a:pt x="0" y="18900"/>
                    <a:pt x="422" y="18189"/>
                    <a:pt x="1012" y="18189"/>
                  </a:cubicBezTo>
                  <a:cubicBezTo>
                    <a:pt x="3037" y="18189"/>
                    <a:pt x="3037" y="18189"/>
                    <a:pt x="3037" y="18189"/>
                  </a:cubicBezTo>
                  <a:cubicBezTo>
                    <a:pt x="3037" y="18189"/>
                    <a:pt x="3037" y="18189"/>
                    <a:pt x="3037" y="18189"/>
                  </a:cubicBezTo>
                  <a:cubicBezTo>
                    <a:pt x="3628" y="18189"/>
                    <a:pt x="4050" y="18900"/>
                    <a:pt x="4050" y="19895"/>
                  </a:cubicBezTo>
                  <a:cubicBezTo>
                    <a:pt x="4050" y="20889"/>
                    <a:pt x="3628" y="21600"/>
                    <a:pt x="3037" y="21600"/>
                  </a:cubicBezTo>
                  <a:moveTo>
                    <a:pt x="3037" y="12505"/>
                  </a:moveTo>
                  <a:cubicBezTo>
                    <a:pt x="3037" y="12505"/>
                    <a:pt x="3037" y="12505"/>
                    <a:pt x="3037" y="12505"/>
                  </a:cubicBezTo>
                  <a:cubicBezTo>
                    <a:pt x="1012" y="12505"/>
                    <a:pt x="1012" y="12505"/>
                    <a:pt x="1012" y="12505"/>
                  </a:cubicBezTo>
                  <a:cubicBezTo>
                    <a:pt x="422" y="12505"/>
                    <a:pt x="0" y="11795"/>
                    <a:pt x="0" y="10800"/>
                  </a:cubicBezTo>
                  <a:cubicBezTo>
                    <a:pt x="0" y="9805"/>
                    <a:pt x="422" y="9095"/>
                    <a:pt x="1012" y="9095"/>
                  </a:cubicBezTo>
                  <a:cubicBezTo>
                    <a:pt x="3037" y="9095"/>
                    <a:pt x="3037" y="9095"/>
                    <a:pt x="3037" y="9095"/>
                  </a:cubicBezTo>
                  <a:cubicBezTo>
                    <a:pt x="3037" y="9095"/>
                    <a:pt x="3037" y="9095"/>
                    <a:pt x="3037" y="9095"/>
                  </a:cubicBezTo>
                  <a:cubicBezTo>
                    <a:pt x="3628" y="9095"/>
                    <a:pt x="4050" y="9805"/>
                    <a:pt x="4050" y="10800"/>
                  </a:cubicBezTo>
                  <a:cubicBezTo>
                    <a:pt x="4050" y="11795"/>
                    <a:pt x="3628" y="12505"/>
                    <a:pt x="3037" y="12505"/>
                  </a:cubicBezTo>
                  <a:moveTo>
                    <a:pt x="3037" y="3411"/>
                  </a:moveTo>
                  <a:cubicBezTo>
                    <a:pt x="3037" y="3411"/>
                    <a:pt x="3037" y="3411"/>
                    <a:pt x="3037" y="3411"/>
                  </a:cubicBezTo>
                  <a:cubicBezTo>
                    <a:pt x="1012" y="3411"/>
                    <a:pt x="1012" y="3411"/>
                    <a:pt x="1012" y="3411"/>
                  </a:cubicBezTo>
                  <a:cubicBezTo>
                    <a:pt x="422" y="3411"/>
                    <a:pt x="0" y="2700"/>
                    <a:pt x="0" y="1705"/>
                  </a:cubicBezTo>
                  <a:cubicBezTo>
                    <a:pt x="0" y="711"/>
                    <a:pt x="422" y="0"/>
                    <a:pt x="1012" y="0"/>
                  </a:cubicBezTo>
                  <a:cubicBezTo>
                    <a:pt x="3037" y="0"/>
                    <a:pt x="3037" y="0"/>
                    <a:pt x="3037" y="0"/>
                  </a:cubicBezTo>
                  <a:cubicBezTo>
                    <a:pt x="3037" y="0"/>
                    <a:pt x="3037" y="0"/>
                    <a:pt x="3037" y="0"/>
                  </a:cubicBezTo>
                  <a:cubicBezTo>
                    <a:pt x="3628" y="0"/>
                    <a:pt x="4050" y="711"/>
                    <a:pt x="4050" y="1705"/>
                  </a:cubicBezTo>
                  <a:cubicBezTo>
                    <a:pt x="4050" y="2700"/>
                    <a:pt x="3628" y="3411"/>
                    <a:pt x="3037" y="3411"/>
                  </a:cubicBezTo>
                  <a:moveTo>
                    <a:pt x="7087" y="21600"/>
                  </a:moveTo>
                  <a:cubicBezTo>
                    <a:pt x="6497" y="21600"/>
                    <a:pt x="6075" y="20889"/>
                    <a:pt x="6075" y="19895"/>
                  </a:cubicBezTo>
                  <a:cubicBezTo>
                    <a:pt x="6075" y="18900"/>
                    <a:pt x="6497" y="18189"/>
                    <a:pt x="7087" y="18189"/>
                  </a:cubicBezTo>
                  <a:cubicBezTo>
                    <a:pt x="7087" y="18189"/>
                    <a:pt x="7087" y="18189"/>
                    <a:pt x="7087" y="18189"/>
                  </a:cubicBezTo>
                  <a:cubicBezTo>
                    <a:pt x="20588" y="18189"/>
                    <a:pt x="20588" y="18189"/>
                    <a:pt x="20588" y="18189"/>
                  </a:cubicBezTo>
                  <a:cubicBezTo>
                    <a:pt x="21178" y="18189"/>
                    <a:pt x="21600" y="18900"/>
                    <a:pt x="21600" y="19895"/>
                  </a:cubicBezTo>
                  <a:cubicBezTo>
                    <a:pt x="21600" y="20889"/>
                    <a:pt x="21178" y="21600"/>
                    <a:pt x="20588" y="21600"/>
                  </a:cubicBezTo>
                  <a:lnTo>
                    <a:pt x="7087" y="21600"/>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41" name="Shape">
              <a:extLst>
                <a:ext uri="{FF2B5EF4-FFF2-40B4-BE49-F238E27FC236}">
                  <a16:creationId xmlns:a16="http://schemas.microsoft.com/office/drawing/2014/main" id="{6E06638D-1B05-6F44-FA08-76FE958668E4}"/>
                </a:ext>
              </a:extLst>
            </p:cNvPr>
            <p:cNvSpPr/>
            <p:nvPr/>
          </p:nvSpPr>
          <p:spPr>
            <a:xfrm>
              <a:off x="9040510" y="3866299"/>
              <a:ext cx="524645" cy="265112"/>
            </a:xfrm>
            <a:custGeom>
              <a:avLst/>
              <a:gdLst/>
              <a:ahLst/>
              <a:cxnLst>
                <a:cxn ang="0">
                  <a:pos x="wd2" y="hd2"/>
                </a:cxn>
                <a:cxn ang="5400000">
                  <a:pos x="wd2" y="hd2"/>
                </a:cxn>
                <a:cxn ang="10800000">
                  <a:pos x="wd2" y="hd2"/>
                </a:cxn>
                <a:cxn ang="16200000">
                  <a:pos x="wd2" y="hd2"/>
                </a:cxn>
              </a:cxnLst>
              <a:rect l="0" t="0" r="r" b="b"/>
              <a:pathLst>
                <a:path w="21600" h="21600" extrusionOk="0">
                  <a:moveTo>
                    <a:pt x="20588" y="12505"/>
                  </a:moveTo>
                  <a:cubicBezTo>
                    <a:pt x="1012" y="12505"/>
                    <a:pt x="1012" y="12505"/>
                    <a:pt x="1012" y="12505"/>
                  </a:cubicBezTo>
                  <a:cubicBezTo>
                    <a:pt x="422" y="12505"/>
                    <a:pt x="0" y="11795"/>
                    <a:pt x="0" y="10800"/>
                  </a:cubicBezTo>
                  <a:cubicBezTo>
                    <a:pt x="0" y="9805"/>
                    <a:pt x="422" y="9095"/>
                    <a:pt x="1012" y="9095"/>
                  </a:cubicBezTo>
                  <a:cubicBezTo>
                    <a:pt x="20588" y="9095"/>
                    <a:pt x="20588" y="9095"/>
                    <a:pt x="20588" y="9095"/>
                  </a:cubicBezTo>
                  <a:cubicBezTo>
                    <a:pt x="21178" y="9095"/>
                    <a:pt x="21600" y="9805"/>
                    <a:pt x="21600" y="10800"/>
                  </a:cubicBezTo>
                  <a:cubicBezTo>
                    <a:pt x="21600" y="11795"/>
                    <a:pt x="21178" y="12505"/>
                    <a:pt x="20588" y="12505"/>
                  </a:cubicBezTo>
                  <a:moveTo>
                    <a:pt x="20588" y="3411"/>
                  </a:moveTo>
                  <a:cubicBezTo>
                    <a:pt x="1012" y="3411"/>
                    <a:pt x="1012" y="3411"/>
                    <a:pt x="1012" y="3411"/>
                  </a:cubicBezTo>
                  <a:cubicBezTo>
                    <a:pt x="422" y="3411"/>
                    <a:pt x="0" y="2700"/>
                    <a:pt x="0" y="1705"/>
                  </a:cubicBezTo>
                  <a:cubicBezTo>
                    <a:pt x="0" y="711"/>
                    <a:pt x="422" y="0"/>
                    <a:pt x="1012" y="0"/>
                  </a:cubicBezTo>
                  <a:cubicBezTo>
                    <a:pt x="20588" y="0"/>
                    <a:pt x="20588" y="0"/>
                    <a:pt x="20588" y="0"/>
                  </a:cubicBezTo>
                  <a:cubicBezTo>
                    <a:pt x="21178" y="0"/>
                    <a:pt x="21600" y="711"/>
                    <a:pt x="21600" y="1705"/>
                  </a:cubicBezTo>
                  <a:cubicBezTo>
                    <a:pt x="21600" y="2700"/>
                    <a:pt x="21178" y="3411"/>
                    <a:pt x="20588" y="3411"/>
                  </a:cubicBezTo>
                  <a:moveTo>
                    <a:pt x="1012" y="18189"/>
                  </a:moveTo>
                  <a:cubicBezTo>
                    <a:pt x="20588" y="18189"/>
                    <a:pt x="20588" y="18189"/>
                    <a:pt x="20588" y="18189"/>
                  </a:cubicBezTo>
                  <a:cubicBezTo>
                    <a:pt x="21178" y="18189"/>
                    <a:pt x="21600" y="18900"/>
                    <a:pt x="21600" y="19895"/>
                  </a:cubicBezTo>
                  <a:cubicBezTo>
                    <a:pt x="21600" y="20889"/>
                    <a:pt x="21178" y="21600"/>
                    <a:pt x="20588" y="21600"/>
                  </a:cubicBezTo>
                  <a:cubicBezTo>
                    <a:pt x="1012" y="21600"/>
                    <a:pt x="1012" y="21600"/>
                    <a:pt x="1012" y="21600"/>
                  </a:cubicBezTo>
                  <a:cubicBezTo>
                    <a:pt x="422" y="21600"/>
                    <a:pt x="0" y="20889"/>
                    <a:pt x="0" y="19895"/>
                  </a:cubicBezTo>
                  <a:cubicBezTo>
                    <a:pt x="0" y="18900"/>
                    <a:pt x="422" y="18189"/>
                    <a:pt x="1012" y="18189"/>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42" name="Shape">
              <a:extLst>
                <a:ext uri="{FF2B5EF4-FFF2-40B4-BE49-F238E27FC236}">
                  <a16:creationId xmlns:a16="http://schemas.microsoft.com/office/drawing/2014/main" id="{0E620002-DB80-406E-1AD4-38075D06A9B6}"/>
                </a:ext>
              </a:extLst>
            </p:cNvPr>
            <p:cNvSpPr/>
            <p:nvPr/>
          </p:nvSpPr>
          <p:spPr>
            <a:xfrm>
              <a:off x="8182371" y="3956995"/>
              <a:ext cx="408735" cy="83720"/>
            </a:xfrm>
            <a:custGeom>
              <a:avLst/>
              <a:gdLst/>
              <a:ahLst/>
              <a:cxnLst>
                <a:cxn ang="0">
                  <a:pos x="wd2" y="hd2"/>
                </a:cxn>
                <a:cxn ang="5400000">
                  <a:pos x="wd2" y="hd2"/>
                </a:cxn>
                <a:cxn ang="10800000">
                  <a:pos x="wd2" y="hd2"/>
                </a:cxn>
                <a:cxn ang="16200000">
                  <a:pos x="wd2" y="hd2"/>
                </a:cxn>
              </a:cxnLst>
              <a:rect l="0" t="0" r="r" b="b"/>
              <a:pathLst>
                <a:path w="21600" h="21600" extrusionOk="0">
                  <a:moveTo>
                    <a:pt x="19008" y="21600"/>
                  </a:moveTo>
                  <a:cubicBezTo>
                    <a:pt x="17604" y="21600"/>
                    <a:pt x="16416" y="16650"/>
                    <a:pt x="16416" y="10800"/>
                  </a:cubicBezTo>
                  <a:cubicBezTo>
                    <a:pt x="16416" y="4950"/>
                    <a:pt x="17604" y="0"/>
                    <a:pt x="19008" y="0"/>
                  </a:cubicBezTo>
                  <a:cubicBezTo>
                    <a:pt x="20412" y="0"/>
                    <a:pt x="21600" y="4950"/>
                    <a:pt x="21600" y="10800"/>
                  </a:cubicBezTo>
                  <a:cubicBezTo>
                    <a:pt x="21600" y="16650"/>
                    <a:pt x="20412" y="21600"/>
                    <a:pt x="19008" y="21600"/>
                  </a:cubicBezTo>
                  <a:moveTo>
                    <a:pt x="10800" y="21600"/>
                  </a:moveTo>
                  <a:cubicBezTo>
                    <a:pt x="9396" y="21600"/>
                    <a:pt x="8208" y="16650"/>
                    <a:pt x="8208" y="10800"/>
                  </a:cubicBezTo>
                  <a:cubicBezTo>
                    <a:pt x="8208" y="4950"/>
                    <a:pt x="9396" y="0"/>
                    <a:pt x="10800" y="0"/>
                  </a:cubicBezTo>
                  <a:cubicBezTo>
                    <a:pt x="12204" y="0"/>
                    <a:pt x="13392" y="4950"/>
                    <a:pt x="13392" y="10800"/>
                  </a:cubicBezTo>
                  <a:cubicBezTo>
                    <a:pt x="13392" y="16650"/>
                    <a:pt x="12204" y="21600"/>
                    <a:pt x="10800" y="21600"/>
                  </a:cubicBezTo>
                  <a:moveTo>
                    <a:pt x="2592" y="21600"/>
                  </a:moveTo>
                  <a:cubicBezTo>
                    <a:pt x="1188" y="21600"/>
                    <a:pt x="0" y="16650"/>
                    <a:pt x="0" y="10800"/>
                  </a:cubicBezTo>
                  <a:cubicBezTo>
                    <a:pt x="0" y="4950"/>
                    <a:pt x="1188" y="0"/>
                    <a:pt x="2592" y="0"/>
                  </a:cubicBezTo>
                  <a:cubicBezTo>
                    <a:pt x="3996" y="0"/>
                    <a:pt x="5184" y="4950"/>
                    <a:pt x="5184" y="10800"/>
                  </a:cubicBezTo>
                  <a:cubicBezTo>
                    <a:pt x="5184" y="16650"/>
                    <a:pt x="3996" y="21600"/>
                    <a:pt x="2592" y="21600"/>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43" name="Shape">
              <a:extLst>
                <a:ext uri="{FF2B5EF4-FFF2-40B4-BE49-F238E27FC236}">
                  <a16:creationId xmlns:a16="http://schemas.microsoft.com/office/drawing/2014/main" id="{43351890-B2AF-22BA-EA7A-18149731AA69}"/>
                </a:ext>
              </a:extLst>
            </p:cNvPr>
            <p:cNvSpPr/>
            <p:nvPr/>
          </p:nvSpPr>
          <p:spPr>
            <a:xfrm>
              <a:off x="7373038" y="3850602"/>
              <a:ext cx="195217" cy="296507"/>
            </a:xfrm>
            <a:custGeom>
              <a:avLst/>
              <a:gdLst/>
              <a:ahLst/>
              <a:cxnLst>
                <a:cxn ang="0">
                  <a:pos x="wd2" y="hd2"/>
                </a:cxn>
                <a:cxn ang="5400000">
                  <a:pos x="wd2" y="hd2"/>
                </a:cxn>
                <a:cxn ang="10800000">
                  <a:pos x="wd2" y="hd2"/>
                </a:cxn>
                <a:cxn ang="16200000">
                  <a:pos x="wd2" y="hd2"/>
                </a:cxn>
              </a:cxnLst>
              <a:rect l="0" t="0" r="r" b="b"/>
              <a:pathLst>
                <a:path w="21600" h="21600" extrusionOk="0">
                  <a:moveTo>
                    <a:pt x="900" y="2700"/>
                  </a:moveTo>
                  <a:cubicBezTo>
                    <a:pt x="15075" y="10800"/>
                    <a:pt x="15075" y="10800"/>
                    <a:pt x="15075" y="10800"/>
                  </a:cubicBezTo>
                  <a:cubicBezTo>
                    <a:pt x="675" y="19029"/>
                    <a:pt x="675" y="19029"/>
                    <a:pt x="675" y="19029"/>
                  </a:cubicBezTo>
                  <a:cubicBezTo>
                    <a:pt x="675" y="19029"/>
                    <a:pt x="675" y="19029"/>
                    <a:pt x="675" y="19029"/>
                  </a:cubicBezTo>
                  <a:cubicBezTo>
                    <a:pt x="225" y="19286"/>
                    <a:pt x="0" y="19671"/>
                    <a:pt x="0" y="20057"/>
                  </a:cubicBezTo>
                  <a:cubicBezTo>
                    <a:pt x="0" y="20957"/>
                    <a:pt x="1125" y="21600"/>
                    <a:pt x="2700" y="21600"/>
                  </a:cubicBezTo>
                  <a:cubicBezTo>
                    <a:pt x="3375" y="21600"/>
                    <a:pt x="4050" y="21471"/>
                    <a:pt x="4500" y="21214"/>
                  </a:cubicBezTo>
                  <a:cubicBezTo>
                    <a:pt x="4500" y="21214"/>
                    <a:pt x="4500" y="21214"/>
                    <a:pt x="4500" y="21214"/>
                  </a:cubicBezTo>
                  <a:cubicBezTo>
                    <a:pt x="20700" y="11957"/>
                    <a:pt x="20700" y="11957"/>
                    <a:pt x="20700" y="11957"/>
                  </a:cubicBezTo>
                  <a:cubicBezTo>
                    <a:pt x="20700" y="11957"/>
                    <a:pt x="20700" y="11957"/>
                    <a:pt x="20700" y="11957"/>
                  </a:cubicBezTo>
                  <a:cubicBezTo>
                    <a:pt x="21375" y="11571"/>
                    <a:pt x="21600" y="11186"/>
                    <a:pt x="21600" y="10800"/>
                  </a:cubicBezTo>
                  <a:cubicBezTo>
                    <a:pt x="21600" y="10800"/>
                    <a:pt x="21600" y="10800"/>
                    <a:pt x="21600" y="10800"/>
                  </a:cubicBezTo>
                  <a:cubicBezTo>
                    <a:pt x="21600" y="10800"/>
                    <a:pt x="21600" y="10800"/>
                    <a:pt x="21600" y="10800"/>
                  </a:cubicBezTo>
                  <a:cubicBezTo>
                    <a:pt x="21600" y="10414"/>
                    <a:pt x="21375" y="9900"/>
                    <a:pt x="20700" y="9643"/>
                  </a:cubicBezTo>
                  <a:cubicBezTo>
                    <a:pt x="20700" y="9643"/>
                    <a:pt x="20700" y="9643"/>
                    <a:pt x="20700" y="9643"/>
                  </a:cubicBezTo>
                  <a:cubicBezTo>
                    <a:pt x="4500" y="386"/>
                    <a:pt x="4500" y="386"/>
                    <a:pt x="4500" y="386"/>
                  </a:cubicBezTo>
                  <a:cubicBezTo>
                    <a:pt x="4500" y="386"/>
                    <a:pt x="4500" y="386"/>
                    <a:pt x="4500" y="386"/>
                  </a:cubicBezTo>
                  <a:cubicBezTo>
                    <a:pt x="4050" y="129"/>
                    <a:pt x="3375" y="0"/>
                    <a:pt x="2700" y="0"/>
                  </a:cubicBezTo>
                  <a:cubicBezTo>
                    <a:pt x="1125" y="0"/>
                    <a:pt x="0" y="643"/>
                    <a:pt x="0" y="1543"/>
                  </a:cubicBezTo>
                  <a:cubicBezTo>
                    <a:pt x="0" y="2057"/>
                    <a:pt x="450" y="2443"/>
                    <a:pt x="900" y="2700"/>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44" name="Shape">
              <a:extLst>
                <a:ext uri="{FF2B5EF4-FFF2-40B4-BE49-F238E27FC236}">
                  <a16:creationId xmlns:a16="http://schemas.microsoft.com/office/drawing/2014/main" id="{D3FEAAEF-F767-4782-B891-A73D8A283113}"/>
                </a:ext>
              </a:extLst>
            </p:cNvPr>
            <p:cNvSpPr/>
            <p:nvPr/>
          </p:nvSpPr>
          <p:spPr>
            <a:xfrm>
              <a:off x="6455929" y="3850602"/>
              <a:ext cx="197250" cy="296507"/>
            </a:xfrm>
            <a:custGeom>
              <a:avLst/>
              <a:gdLst/>
              <a:ahLst/>
              <a:cxnLst>
                <a:cxn ang="0">
                  <a:pos x="wd2" y="hd2"/>
                </a:cxn>
                <a:cxn ang="5400000">
                  <a:pos x="wd2" y="hd2"/>
                </a:cxn>
                <a:cxn ang="10800000">
                  <a:pos x="wd2" y="hd2"/>
                </a:cxn>
                <a:cxn ang="16200000">
                  <a:pos x="wd2" y="hd2"/>
                </a:cxn>
              </a:cxnLst>
              <a:rect l="0" t="0" r="r" b="b"/>
              <a:pathLst>
                <a:path w="21600" h="21600" extrusionOk="0">
                  <a:moveTo>
                    <a:pt x="20700" y="2700"/>
                  </a:moveTo>
                  <a:cubicBezTo>
                    <a:pt x="6525" y="10800"/>
                    <a:pt x="6525" y="10800"/>
                    <a:pt x="6525" y="10800"/>
                  </a:cubicBezTo>
                  <a:cubicBezTo>
                    <a:pt x="20925" y="19029"/>
                    <a:pt x="20925" y="19029"/>
                    <a:pt x="20925" y="19029"/>
                  </a:cubicBezTo>
                  <a:cubicBezTo>
                    <a:pt x="20925" y="19029"/>
                    <a:pt x="20925" y="19029"/>
                    <a:pt x="20925" y="19029"/>
                  </a:cubicBezTo>
                  <a:cubicBezTo>
                    <a:pt x="21375" y="19286"/>
                    <a:pt x="21600" y="19671"/>
                    <a:pt x="21600" y="20057"/>
                  </a:cubicBezTo>
                  <a:cubicBezTo>
                    <a:pt x="21600" y="20957"/>
                    <a:pt x="20475" y="21600"/>
                    <a:pt x="18900" y="21600"/>
                  </a:cubicBezTo>
                  <a:cubicBezTo>
                    <a:pt x="18225" y="21600"/>
                    <a:pt x="17550" y="21471"/>
                    <a:pt x="17100" y="21214"/>
                  </a:cubicBezTo>
                  <a:cubicBezTo>
                    <a:pt x="17100" y="21214"/>
                    <a:pt x="17100" y="21214"/>
                    <a:pt x="17100" y="21214"/>
                  </a:cubicBezTo>
                  <a:cubicBezTo>
                    <a:pt x="900" y="11957"/>
                    <a:pt x="900" y="11957"/>
                    <a:pt x="900" y="11957"/>
                  </a:cubicBezTo>
                  <a:cubicBezTo>
                    <a:pt x="900" y="11957"/>
                    <a:pt x="900" y="11957"/>
                    <a:pt x="900" y="11957"/>
                  </a:cubicBezTo>
                  <a:cubicBezTo>
                    <a:pt x="225" y="11571"/>
                    <a:pt x="0" y="11186"/>
                    <a:pt x="0" y="10800"/>
                  </a:cubicBezTo>
                  <a:cubicBezTo>
                    <a:pt x="0" y="10800"/>
                    <a:pt x="0" y="10800"/>
                    <a:pt x="0" y="10800"/>
                  </a:cubicBezTo>
                  <a:cubicBezTo>
                    <a:pt x="0" y="10800"/>
                    <a:pt x="0" y="10800"/>
                    <a:pt x="0" y="10800"/>
                  </a:cubicBezTo>
                  <a:cubicBezTo>
                    <a:pt x="0" y="10414"/>
                    <a:pt x="225" y="9900"/>
                    <a:pt x="900" y="9643"/>
                  </a:cubicBezTo>
                  <a:cubicBezTo>
                    <a:pt x="900" y="9643"/>
                    <a:pt x="900" y="9643"/>
                    <a:pt x="900" y="9643"/>
                  </a:cubicBezTo>
                  <a:cubicBezTo>
                    <a:pt x="17100" y="386"/>
                    <a:pt x="17100" y="386"/>
                    <a:pt x="17100" y="386"/>
                  </a:cubicBezTo>
                  <a:cubicBezTo>
                    <a:pt x="17100" y="386"/>
                    <a:pt x="17100" y="386"/>
                    <a:pt x="17100" y="386"/>
                  </a:cubicBezTo>
                  <a:cubicBezTo>
                    <a:pt x="17550" y="129"/>
                    <a:pt x="18225" y="0"/>
                    <a:pt x="18900" y="0"/>
                  </a:cubicBezTo>
                  <a:cubicBezTo>
                    <a:pt x="20475" y="0"/>
                    <a:pt x="21600" y="643"/>
                    <a:pt x="21600" y="1543"/>
                  </a:cubicBezTo>
                  <a:cubicBezTo>
                    <a:pt x="21600" y="2057"/>
                    <a:pt x="21150" y="2443"/>
                    <a:pt x="20700" y="2700"/>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45" name="Shape">
              <a:extLst>
                <a:ext uri="{FF2B5EF4-FFF2-40B4-BE49-F238E27FC236}">
                  <a16:creationId xmlns:a16="http://schemas.microsoft.com/office/drawing/2014/main" id="{6EC8DC98-020B-C409-B2FF-F1EF4EF1DB9F}"/>
                </a:ext>
              </a:extLst>
            </p:cNvPr>
            <p:cNvSpPr/>
            <p:nvPr/>
          </p:nvSpPr>
          <p:spPr>
            <a:xfrm>
              <a:off x="5465612" y="3915135"/>
              <a:ext cx="343663" cy="167440"/>
            </a:xfrm>
            <a:custGeom>
              <a:avLst/>
              <a:gdLst/>
              <a:ahLst/>
              <a:cxnLst>
                <a:cxn ang="0">
                  <a:pos x="wd2" y="hd2"/>
                </a:cxn>
                <a:cxn ang="5400000">
                  <a:pos x="wd2" y="hd2"/>
                </a:cxn>
                <a:cxn ang="10800000">
                  <a:pos x="wd2" y="hd2"/>
                </a:cxn>
                <a:cxn ang="16200000">
                  <a:pos x="wd2" y="hd2"/>
                </a:cxn>
              </a:cxnLst>
              <a:rect l="0" t="0" r="r" b="b"/>
              <a:pathLst>
                <a:path w="21600" h="21600" extrusionOk="0">
                  <a:moveTo>
                    <a:pt x="2700" y="20700"/>
                  </a:moveTo>
                  <a:cubicBezTo>
                    <a:pt x="10800" y="6525"/>
                    <a:pt x="10800" y="6525"/>
                    <a:pt x="10800" y="6525"/>
                  </a:cubicBezTo>
                  <a:cubicBezTo>
                    <a:pt x="19029" y="20925"/>
                    <a:pt x="19029" y="20925"/>
                    <a:pt x="19029" y="20925"/>
                  </a:cubicBezTo>
                  <a:cubicBezTo>
                    <a:pt x="19029" y="20925"/>
                    <a:pt x="19029" y="20925"/>
                    <a:pt x="19029" y="20925"/>
                  </a:cubicBezTo>
                  <a:cubicBezTo>
                    <a:pt x="19286" y="21375"/>
                    <a:pt x="19671" y="21600"/>
                    <a:pt x="20057" y="21600"/>
                  </a:cubicBezTo>
                  <a:cubicBezTo>
                    <a:pt x="20957" y="21600"/>
                    <a:pt x="21600" y="20475"/>
                    <a:pt x="21600" y="18900"/>
                  </a:cubicBezTo>
                  <a:cubicBezTo>
                    <a:pt x="21600" y="18225"/>
                    <a:pt x="21471" y="17550"/>
                    <a:pt x="21214" y="17100"/>
                  </a:cubicBezTo>
                  <a:cubicBezTo>
                    <a:pt x="21214" y="17100"/>
                    <a:pt x="21214" y="17100"/>
                    <a:pt x="21214" y="17100"/>
                  </a:cubicBezTo>
                  <a:cubicBezTo>
                    <a:pt x="11957" y="900"/>
                    <a:pt x="11957" y="900"/>
                    <a:pt x="11957" y="900"/>
                  </a:cubicBezTo>
                  <a:cubicBezTo>
                    <a:pt x="11957" y="900"/>
                    <a:pt x="11957" y="900"/>
                    <a:pt x="11957" y="900"/>
                  </a:cubicBezTo>
                  <a:cubicBezTo>
                    <a:pt x="11571" y="225"/>
                    <a:pt x="11186" y="0"/>
                    <a:pt x="10800" y="0"/>
                  </a:cubicBezTo>
                  <a:cubicBezTo>
                    <a:pt x="10800" y="0"/>
                    <a:pt x="10800" y="0"/>
                    <a:pt x="10800" y="0"/>
                  </a:cubicBezTo>
                  <a:cubicBezTo>
                    <a:pt x="10800" y="0"/>
                    <a:pt x="10800" y="0"/>
                    <a:pt x="10800" y="0"/>
                  </a:cubicBezTo>
                  <a:cubicBezTo>
                    <a:pt x="10414" y="0"/>
                    <a:pt x="9900" y="225"/>
                    <a:pt x="9643" y="900"/>
                  </a:cubicBezTo>
                  <a:cubicBezTo>
                    <a:pt x="9643" y="900"/>
                    <a:pt x="9643" y="900"/>
                    <a:pt x="9643" y="900"/>
                  </a:cubicBezTo>
                  <a:cubicBezTo>
                    <a:pt x="386" y="17100"/>
                    <a:pt x="386" y="17100"/>
                    <a:pt x="386" y="17100"/>
                  </a:cubicBezTo>
                  <a:cubicBezTo>
                    <a:pt x="386" y="17100"/>
                    <a:pt x="386" y="17100"/>
                    <a:pt x="386" y="17100"/>
                  </a:cubicBezTo>
                  <a:cubicBezTo>
                    <a:pt x="129" y="17550"/>
                    <a:pt x="0" y="18225"/>
                    <a:pt x="0" y="18900"/>
                  </a:cubicBezTo>
                  <a:cubicBezTo>
                    <a:pt x="0" y="20475"/>
                    <a:pt x="643" y="21600"/>
                    <a:pt x="1543" y="21600"/>
                  </a:cubicBezTo>
                  <a:cubicBezTo>
                    <a:pt x="2057" y="21600"/>
                    <a:pt x="2443" y="21150"/>
                    <a:pt x="2700" y="20700"/>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46" name="Shape">
              <a:extLst>
                <a:ext uri="{FF2B5EF4-FFF2-40B4-BE49-F238E27FC236}">
                  <a16:creationId xmlns:a16="http://schemas.microsoft.com/office/drawing/2014/main" id="{C4F85C27-B756-51B0-2EE9-4B80D9D828AC}"/>
                </a:ext>
              </a:extLst>
            </p:cNvPr>
            <p:cNvSpPr/>
            <p:nvPr/>
          </p:nvSpPr>
          <p:spPr>
            <a:xfrm>
              <a:off x="4550536" y="3915135"/>
              <a:ext cx="343663" cy="167440"/>
            </a:xfrm>
            <a:custGeom>
              <a:avLst/>
              <a:gdLst/>
              <a:ahLst/>
              <a:cxnLst>
                <a:cxn ang="0">
                  <a:pos x="wd2" y="hd2"/>
                </a:cxn>
                <a:cxn ang="5400000">
                  <a:pos x="wd2" y="hd2"/>
                </a:cxn>
                <a:cxn ang="10800000">
                  <a:pos x="wd2" y="hd2"/>
                </a:cxn>
                <a:cxn ang="16200000">
                  <a:pos x="wd2" y="hd2"/>
                </a:cxn>
              </a:cxnLst>
              <a:rect l="0" t="0" r="r" b="b"/>
              <a:pathLst>
                <a:path w="21600" h="21600" extrusionOk="0">
                  <a:moveTo>
                    <a:pt x="2700" y="900"/>
                  </a:moveTo>
                  <a:cubicBezTo>
                    <a:pt x="10800" y="15075"/>
                    <a:pt x="10800" y="15075"/>
                    <a:pt x="10800" y="15075"/>
                  </a:cubicBezTo>
                  <a:cubicBezTo>
                    <a:pt x="19029" y="675"/>
                    <a:pt x="19029" y="675"/>
                    <a:pt x="19029" y="675"/>
                  </a:cubicBezTo>
                  <a:cubicBezTo>
                    <a:pt x="19029" y="675"/>
                    <a:pt x="19029" y="675"/>
                    <a:pt x="19029" y="675"/>
                  </a:cubicBezTo>
                  <a:cubicBezTo>
                    <a:pt x="19286" y="225"/>
                    <a:pt x="19671" y="0"/>
                    <a:pt x="20057" y="0"/>
                  </a:cubicBezTo>
                  <a:cubicBezTo>
                    <a:pt x="20957" y="0"/>
                    <a:pt x="21600" y="1125"/>
                    <a:pt x="21600" y="2700"/>
                  </a:cubicBezTo>
                  <a:cubicBezTo>
                    <a:pt x="21600" y="3375"/>
                    <a:pt x="21471" y="4050"/>
                    <a:pt x="21214" y="4500"/>
                  </a:cubicBezTo>
                  <a:cubicBezTo>
                    <a:pt x="21214" y="4500"/>
                    <a:pt x="21214" y="4500"/>
                    <a:pt x="21214" y="4500"/>
                  </a:cubicBezTo>
                  <a:cubicBezTo>
                    <a:pt x="11957" y="20700"/>
                    <a:pt x="11957" y="20700"/>
                    <a:pt x="11957" y="20700"/>
                  </a:cubicBezTo>
                  <a:cubicBezTo>
                    <a:pt x="11957" y="20700"/>
                    <a:pt x="11957" y="20700"/>
                    <a:pt x="11957" y="20700"/>
                  </a:cubicBezTo>
                  <a:cubicBezTo>
                    <a:pt x="11571" y="21375"/>
                    <a:pt x="11186" y="21600"/>
                    <a:pt x="10800" y="21600"/>
                  </a:cubicBezTo>
                  <a:cubicBezTo>
                    <a:pt x="10800" y="21600"/>
                    <a:pt x="10800" y="21600"/>
                    <a:pt x="10800" y="21600"/>
                  </a:cubicBezTo>
                  <a:cubicBezTo>
                    <a:pt x="10800" y="21600"/>
                    <a:pt x="10800" y="21600"/>
                    <a:pt x="10800" y="21600"/>
                  </a:cubicBezTo>
                  <a:cubicBezTo>
                    <a:pt x="10414" y="21600"/>
                    <a:pt x="9900" y="21375"/>
                    <a:pt x="9643" y="20700"/>
                  </a:cubicBezTo>
                  <a:cubicBezTo>
                    <a:pt x="9643" y="20700"/>
                    <a:pt x="9643" y="20700"/>
                    <a:pt x="9643" y="20700"/>
                  </a:cubicBezTo>
                  <a:cubicBezTo>
                    <a:pt x="386" y="4500"/>
                    <a:pt x="386" y="4500"/>
                    <a:pt x="386" y="4500"/>
                  </a:cubicBezTo>
                  <a:cubicBezTo>
                    <a:pt x="386" y="4500"/>
                    <a:pt x="386" y="4500"/>
                    <a:pt x="386" y="4500"/>
                  </a:cubicBezTo>
                  <a:cubicBezTo>
                    <a:pt x="129" y="4050"/>
                    <a:pt x="0" y="3375"/>
                    <a:pt x="0" y="2700"/>
                  </a:cubicBezTo>
                  <a:cubicBezTo>
                    <a:pt x="0" y="1125"/>
                    <a:pt x="643" y="0"/>
                    <a:pt x="1543" y="0"/>
                  </a:cubicBezTo>
                  <a:cubicBezTo>
                    <a:pt x="2057" y="0"/>
                    <a:pt x="2443" y="450"/>
                    <a:pt x="2700" y="900"/>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47" name="Shape">
              <a:extLst>
                <a:ext uri="{FF2B5EF4-FFF2-40B4-BE49-F238E27FC236}">
                  <a16:creationId xmlns:a16="http://schemas.microsoft.com/office/drawing/2014/main" id="{C30AAC00-4568-C311-8F8B-0D8EA5594092}"/>
                </a:ext>
              </a:extLst>
            </p:cNvPr>
            <p:cNvSpPr/>
            <p:nvPr/>
          </p:nvSpPr>
          <p:spPr>
            <a:xfrm>
              <a:off x="3665962" y="3880252"/>
              <a:ext cx="278590" cy="237206"/>
            </a:xfrm>
            <a:custGeom>
              <a:avLst/>
              <a:gdLst/>
              <a:ahLst/>
              <a:cxnLst>
                <a:cxn ang="0">
                  <a:pos x="wd2" y="hd2"/>
                </a:cxn>
                <a:cxn ang="5400000">
                  <a:pos x="wd2" y="hd2"/>
                </a:cxn>
                <a:cxn ang="10800000">
                  <a:pos x="wd2" y="hd2"/>
                </a:cxn>
                <a:cxn ang="16200000">
                  <a:pos x="wd2" y="hd2"/>
                </a:cxn>
              </a:cxnLst>
              <a:rect l="0" t="0" r="r" b="b"/>
              <a:pathLst>
                <a:path w="21600" h="21600" extrusionOk="0">
                  <a:moveTo>
                    <a:pt x="20965" y="3176"/>
                  </a:moveTo>
                  <a:cubicBezTo>
                    <a:pt x="13500" y="10800"/>
                    <a:pt x="13500" y="10800"/>
                    <a:pt x="13500" y="10800"/>
                  </a:cubicBezTo>
                  <a:cubicBezTo>
                    <a:pt x="20965" y="18424"/>
                    <a:pt x="20965" y="18424"/>
                    <a:pt x="20965" y="18424"/>
                  </a:cubicBezTo>
                  <a:cubicBezTo>
                    <a:pt x="21441" y="18741"/>
                    <a:pt x="21600" y="19218"/>
                    <a:pt x="21600" y="19694"/>
                  </a:cubicBezTo>
                  <a:cubicBezTo>
                    <a:pt x="21600" y="20806"/>
                    <a:pt x="20806" y="21600"/>
                    <a:pt x="19694" y="21600"/>
                  </a:cubicBezTo>
                  <a:cubicBezTo>
                    <a:pt x="19218" y="21600"/>
                    <a:pt x="18741" y="21441"/>
                    <a:pt x="18424" y="20965"/>
                  </a:cubicBezTo>
                  <a:cubicBezTo>
                    <a:pt x="10800" y="13500"/>
                    <a:pt x="10800" y="13500"/>
                    <a:pt x="10800" y="13500"/>
                  </a:cubicBezTo>
                  <a:cubicBezTo>
                    <a:pt x="3176" y="20965"/>
                    <a:pt x="3176" y="20965"/>
                    <a:pt x="3176" y="20965"/>
                  </a:cubicBezTo>
                  <a:cubicBezTo>
                    <a:pt x="2859" y="21441"/>
                    <a:pt x="2382" y="21600"/>
                    <a:pt x="1906" y="21600"/>
                  </a:cubicBezTo>
                  <a:cubicBezTo>
                    <a:pt x="794" y="21600"/>
                    <a:pt x="0" y="20806"/>
                    <a:pt x="0" y="19694"/>
                  </a:cubicBezTo>
                  <a:cubicBezTo>
                    <a:pt x="0" y="19218"/>
                    <a:pt x="159" y="18741"/>
                    <a:pt x="635" y="18424"/>
                  </a:cubicBezTo>
                  <a:cubicBezTo>
                    <a:pt x="8100" y="10800"/>
                    <a:pt x="8100" y="10800"/>
                    <a:pt x="8100" y="10800"/>
                  </a:cubicBezTo>
                  <a:cubicBezTo>
                    <a:pt x="635" y="3176"/>
                    <a:pt x="635" y="3176"/>
                    <a:pt x="635" y="3176"/>
                  </a:cubicBezTo>
                  <a:cubicBezTo>
                    <a:pt x="159" y="2859"/>
                    <a:pt x="0" y="2382"/>
                    <a:pt x="0" y="1906"/>
                  </a:cubicBezTo>
                  <a:cubicBezTo>
                    <a:pt x="0" y="794"/>
                    <a:pt x="794" y="0"/>
                    <a:pt x="1906" y="0"/>
                  </a:cubicBezTo>
                  <a:cubicBezTo>
                    <a:pt x="2382" y="0"/>
                    <a:pt x="2859" y="159"/>
                    <a:pt x="3176" y="635"/>
                  </a:cubicBezTo>
                  <a:cubicBezTo>
                    <a:pt x="10800" y="8100"/>
                    <a:pt x="10800" y="8100"/>
                    <a:pt x="10800" y="8100"/>
                  </a:cubicBezTo>
                  <a:cubicBezTo>
                    <a:pt x="18424" y="635"/>
                    <a:pt x="18424" y="635"/>
                    <a:pt x="18424" y="635"/>
                  </a:cubicBezTo>
                  <a:cubicBezTo>
                    <a:pt x="18741" y="159"/>
                    <a:pt x="19218" y="0"/>
                    <a:pt x="19694" y="0"/>
                  </a:cubicBezTo>
                  <a:cubicBezTo>
                    <a:pt x="20806" y="0"/>
                    <a:pt x="21600" y="794"/>
                    <a:pt x="21600" y="1906"/>
                  </a:cubicBezTo>
                  <a:cubicBezTo>
                    <a:pt x="21600" y="2382"/>
                    <a:pt x="21441" y="2859"/>
                    <a:pt x="20965" y="3176"/>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48" name="Shape">
              <a:extLst>
                <a:ext uri="{FF2B5EF4-FFF2-40B4-BE49-F238E27FC236}">
                  <a16:creationId xmlns:a16="http://schemas.microsoft.com/office/drawing/2014/main" id="{5E29A6AD-A30C-0EAD-53A9-256C080C48DA}"/>
                </a:ext>
              </a:extLst>
            </p:cNvPr>
            <p:cNvSpPr/>
            <p:nvPr/>
          </p:nvSpPr>
          <p:spPr>
            <a:xfrm>
              <a:off x="2716316" y="3901181"/>
              <a:ext cx="343663" cy="202322"/>
            </a:xfrm>
            <a:custGeom>
              <a:avLst/>
              <a:gdLst/>
              <a:ahLst/>
              <a:cxnLst>
                <a:cxn ang="0">
                  <a:pos x="wd2" y="hd2"/>
                </a:cxn>
                <a:cxn ang="5400000">
                  <a:pos x="wd2" y="hd2"/>
                </a:cxn>
                <a:cxn ang="10800000">
                  <a:pos x="wd2" y="hd2"/>
                </a:cxn>
                <a:cxn ang="16200000">
                  <a:pos x="wd2" y="hd2"/>
                </a:cxn>
              </a:cxnLst>
              <a:rect l="0" t="0" r="r" b="b"/>
              <a:pathLst>
                <a:path w="21600" h="21600" extrusionOk="0">
                  <a:moveTo>
                    <a:pt x="21086" y="3724"/>
                  </a:moveTo>
                  <a:cubicBezTo>
                    <a:pt x="21086" y="3724"/>
                    <a:pt x="21086" y="3724"/>
                    <a:pt x="21086" y="3724"/>
                  </a:cubicBezTo>
                  <a:cubicBezTo>
                    <a:pt x="9257" y="20855"/>
                    <a:pt x="9257" y="20855"/>
                    <a:pt x="9257" y="20855"/>
                  </a:cubicBezTo>
                  <a:cubicBezTo>
                    <a:pt x="9000" y="21414"/>
                    <a:pt x="8614" y="21600"/>
                    <a:pt x="8229" y="21600"/>
                  </a:cubicBezTo>
                  <a:cubicBezTo>
                    <a:pt x="7843" y="21600"/>
                    <a:pt x="7457" y="21414"/>
                    <a:pt x="7200" y="20855"/>
                  </a:cubicBezTo>
                  <a:cubicBezTo>
                    <a:pt x="514" y="11172"/>
                    <a:pt x="514" y="11172"/>
                    <a:pt x="514" y="11172"/>
                  </a:cubicBezTo>
                  <a:cubicBezTo>
                    <a:pt x="129" y="10800"/>
                    <a:pt x="0" y="10241"/>
                    <a:pt x="0" y="9683"/>
                  </a:cubicBezTo>
                  <a:cubicBezTo>
                    <a:pt x="0" y="8379"/>
                    <a:pt x="643" y="7448"/>
                    <a:pt x="1543" y="7448"/>
                  </a:cubicBezTo>
                  <a:cubicBezTo>
                    <a:pt x="1929" y="7448"/>
                    <a:pt x="2314" y="7634"/>
                    <a:pt x="2571" y="8193"/>
                  </a:cubicBezTo>
                  <a:cubicBezTo>
                    <a:pt x="8229" y="16200"/>
                    <a:pt x="8229" y="16200"/>
                    <a:pt x="8229" y="16200"/>
                  </a:cubicBezTo>
                  <a:cubicBezTo>
                    <a:pt x="19029" y="745"/>
                    <a:pt x="19029" y="745"/>
                    <a:pt x="19029" y="745"/>
                  </a:cubicBezTo>
                  <a:cubicBezTo>
                    <a:pt x="19286" y="186"/>
                    <a:pt x="19671" y="0"/>
                    <a:pt x="20057" y="0"/>
                  </a:cubicBezTo>
                  <a:cubicBezTo>
                    <a:pt x="20957" y="0"/>
                    <a:pt x="21600" y="931"/>
                    <a:pt x="21600" y="2234"/>
                  </a:cubicBezTo>
                  <a:cubicBezTo>
                    <a:pt x="21600" y="2793"/>
                    <a:pt x="21471" y="3352"/>
                    <a:pt x="21086" y="3724"/>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49" name="Shape">
              <a:extLst>
                <a:ext uri="{FF2B5EF4-FFF2-40B4-BE49-F238E27FC236}">
                  <a16:creationId xmlns:a16="http://schemas.microsoft.com/office/drawing/2014/main" id="{20F5F12F-D55E-F041-1521-500645892210}"/>
                </a:ext>
              </a:extLst>
            </p:cNvPr>
            <p:cNvSpPr/>
            <p:nvPr/>
          </p:nvSpPr>
          <p:spPr>
            <a:xfrm>
              <a:off x="1784972" y="3977925"/>
              <a:ext cx="376200" cy="41861"/>
            </a:xfrm>
            <a:custGeom>
              <a:avLst/>
              <a:gdLst/>
              <a:ahLst/>
              <a:cxnLst>
                <a:cxn ang="0">
                  <a:pos x="wd2" y="hd2"/>
                </a:cxn>
                <a:cxn ang="5400000">
                  <a:pos x="wd2" y="hd2"/>
                </a:cxn>
                <a:cxn ang="10800000">
                  <a:pos x="wd2" y="hd2"/>
                </a:cxn>
                <a:cxn ang="16200000">
                  <a:pos x="wd2" y="hd2"/>
                </a:cxn>
              </a:cxnLst>
              <a:rect l="0" t="0" r="r" b="b"/>
              <a:pathLst>
                <a:path w="21600" h="21600" extrusionOk="0">
                  <a:moveTo>
                    <a:pt x="20191" y="21600"/>
                  </a:moveTo>
                  <a:cubicBezTo>
                    <a:pt x="12209" y="21600"/>
                    <a:pt x="12209" y="21600"/>
                    <a:pt x="12209" y="21600"/>
                  </a:cubicBezTo>
                  <a:cubicBezTo>
                    <a:pt x="9391" y="21600"/>
                    <a:pt x="9391" y="21600"/>
                    <a:pt x="9391" y="21600"/>
                  </a:cubicBezTo>
                  <a:cubicBezTo>
                    <a:pt x="1409" y="21600"/>
                    <a:pt x="1409" y="21600"/>
                    <a:pt x="1409" y="21600"/>
                  </a:cubicBezTo>
                  <a:cubicBezTo>
                    <a:pt x="587" y="21600"/>
                    <a:pt x="0" y="17100"/>
                    <a:pt x="0" y="10800"/>
                  </a:cubicBezTo>
                  <a:cubicBezTo>
                    <a:pt x="0" y="4500"/>
                    <a:pt x="587" y="0"/>
                    <a:pt x="1409" y="0"/>
                  </a:cubicBezTo>
                  <a:cubicBezTo>
                    <a:pt x="9391" y="0"/>
                    <a:pt x="9391" y="0"/>
                    <a:pt x="9391" y="0"/>
                  </a:cubicBezTo>
                  <a:cubicBezTo>
                    <a:pt x="12209" y="0"/>
                    <a:pt x="12209" y="0"/>
                    <a:pt x="12209" y="0"/>
                  </a:cubicBezTo>
                  <a:cubicBezTo>
                    <a:pt x="20191" y="0"/>
                    <a:pt x="20191" y="0"/>
                    <a:pt x="20191" y="0"/>
                  </a:cubicBezTo>
                  <a:cubicBezTo>
                    <a:pt x="21013" y="0"/>
                    <a:pt x="21600" y="4500"/>
                    <a:pt x="21600" y="10800"/>
                  </a:cubicBezTo>
                  <a:cubicBezTo>
                    <a:pt x="21600" y="17100"/>
                    <a:pt x="21013" y="21600"/>
                    <a:pt x="20191" y="21600"/>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50" name="Shape">
              <a:extLst>
                <a:ext uri="{FF2B5EF4-FFF2-40B4-BE49-F238E27FC236}">
                  <a16:creationId xmlns:a16="http://schemas.microsoft.com/office/drawing/2014/main" id="{17996911-FBFF-61F8-F150-12A14C4E4B08}"/>
                </a:ext>
              </a:extLst>
            </p:cNvPr>
            <p:cNvSpPr/>
            <p:nvPr/>
          </p:nvSpPr>
          <p:spPr>
            <a:xfrm>
              <a:off x="867863" y="3836649"/>
              <a:ext cx="376199" cy="324414"/>
            </a:xfrm>
            <a:custGeom>
              <a:avLst/>
              <a:gdLst/>
              <a:ahLst/>
              <a:cxnLst>
                <a:cxn ang="0">
                  <a:pos x="wd2" y="hd2"/>
                </a:cxn>
                <a:cxn ang="5400000">
                  <a:pos x="wd2" y="hd2"/>
                </a:cxn>
                <a:cxn ang="10800000">
                  <a:pos x="wd2" y="hd2"/>
                </a:cxn>
                <a:cxn ang="16200000">
                  <a:pos x="wd2" y="hd2"/>
                </a:cxn>
              </a:cxnLst>
              <a:rect l="0" t="0" r="r" b="b"/>
              <a:pathLst>
                <a:path w="21600" h="21600" extrusionOk="0">
                  <a:moveTo>
                    <a:pt x="20191" y="12209"/>
                  </a:moveTo>
                  <a:cubicBezTo>
                    <a:pt x="12209" y="12209"/>
                    <a:pt x="12209" y="12209"/>
                    <a:pt x="12209" y="12209"/>
                  </a:cubicBezTo>
                  <a:cubicBezTo>
                    <a:pt x="12209" y="20191"/>
                    <a:pt x="12209" y="20191"/>
                    <a:pt x="12209" y="20191"/>
                  </a:cubicBezTo>
                  <a:cubicBezTo>
                    <a:pt x="12209" y="21013"/>
                    <a:pt x="11622" y="21600"/>
                    <a:pt x="10800" y="21600"/>
                  </a:cubicBezTo>
                  <a:cubicBezTo>
                    <a:pt x="9978" y="21600"/>
                    <a:pt x="9391" y="21013"/>
                    <a:pt x="9391" y="20191"/>
                  </a:cubicBezTo>
                  <a:cubicBezTo>
                    <a:pt x="9391" y="12209"/>
                    <a:pt x="9391" y="12209"/>
                    <a:pt x="9391" y="12209"/>
                  </a:cubicBezTo>
                  <a:cubicBezTo>
                    <a:pt x="1409" y="12209"/>
                    <a:pt x="1409" y="12209"/>
                    <a:pt x="1409" y="12209"/>
                  </a:cubicBezTo>
                  <a:cubicBezTo>
                    <a:pt x="587" y="12209"/>
                    <a:pt x="0" y="11622"/>
                    <a:pt x="0" y="10800"/>
                  </a:cubicBezTo>
                  <a:cubicBezTo>
                    <a:pt x="0" y="9978"/>
                    <a:pt x="587" y="9391"/>
                    <a:pt x="1409" y="9391"/>
                  </a:cubicBezTo>
                  <a:cubicBezTo>
                    <a:pt x="9391" y="9391"/>
                    <a:pt x="9391" y="9391"/>
                    <a:pt x="9391" y="9391"/>
                  </a:cubicBezTo>
                  <a:cubicBezTo>
                    <a:pt x="9391" y="1409"/>
                    <a:pt x="9391" y="1409"/>
                    <a:pt x="9391" y="1409"/>
                  </a:cubicBezTo>
                  <a:cubicBezTo>
                    <a:pt x="9391" y="587"/>
                    <a:pt x="9978" y="0"/>
                    <a:pt x="10800" y="0"/>
                  </a:cubicBezTo>
                  <a:cubicBezTo>
                    <a:pt x="11622" y="0"/>
                    <a:pt x="12209" y="587"/>
                    <a:pt x="12209" y="1409"/>
                  </a:cubicBezTo>
                  <a:cubicBezTo>
                    <a:pt x="12209" y="9391"/>
                    <a:pt x="12209" y="9391"/>
                    <a:pt x="12209" y="9391"/>
                  </a:cubicBezTo>
                  <a:cubicBezTo>
                    <a:pt x="20191" y="9391"/>
                    <a:pt x="20191" y="9391"/>
                    <a:pt x="20191" y="9391"/>
                  </a:cubicBezTo>
                  <a:cubicBezTo>
                    <a:pt x="21013" y="9391"/>
                    <a:pt x="21600" y="9978"/>
                    <a:pt x="21600" y="10800"/>
                  </a:cubicBezTo>
                  <a:cubicBezTo>
                    <a:pt x="21600" y="11622"/>
                    <a:pt x="21013" y="12209"/>
                    <a:pt x="20191" y="12209"/>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51" name="Shape">
              <a:extLst>
                <a:ext uri="{FF2B5EF4-FFF2-40B4-BE49-F238E27FC236}">
                  <a16:creationId xmlns:a16="http://schemas.microsoft.com/office/drawing/2014/main" id="{B5EA82E0-4048-3BCC-1C2D-78FBE05A52AD}"/>
                </a:ext>
              </a:extLst>
            </p:cNvPr>
            <p:cNvSpPr/>
            <p:nvPr/>
          </p:nvSpPr>
          <p:spPr>
            <a:xfrm>
              <a:off x="11037410" y="2987245"/>
              <a:ext cx="197251" cy="380226"/>
            </a:xfrm>
            <a:custGeom>
              <a:avLst/>
              <a:gdLst/>
              <a:ahLst/>
              <a:cxnLst>
                <a:cxn ang="0">
                  <a:pos x="wd2" y="hd2"/>
                </a:cxn>
                <a:cxn ang="5400000">
                  <a:pos x="wd2" y="hd2"/>
                </a:cxn>
                <a:cxn ang="10800000">
                  <a:pos x="wd2" y="hd2"/>
                </a:cxn>
                <a:cxn ang="16200000">
                  <a:pos x="wd2" y="hd2"/>
                </a:cxn>
              </a:cxnLst>
              <a:rect l="0" t="0" r="r" b="b"/>
              <a:pathLst>
                <a:path w="21600" h="21600" extrusionOk="0">
                  <a:moveTo>
                    <a:pt x="10800" y="16800"/>
                  </a:moveTo>
                  <a:cubicBezTo>
                    <a:pt x="0" y="21600"/>
                    <a:pt x="0" y="21600"/>
                    <a:pt x="0" y="21600"/>
                  </a:cubicBezTo>
                  <a:cubicBezTo>
                    <a:pt x="0" y="15600"/>
                    <a:pt x="0" y="15600"/>
                    <a:pt x="0" y="15600"/>
                  </a:cubicBezTo>
                  <a:cubicBezTo>
                    <a:pt x="0" y="11600"/>
                    <a:pt x="0" y="11600"/>
                    <a:pt x="0" y="11600"/>
                  </a:cubicBezTo>
                  <a:cubicBezTo>
                    <a:pt x="0" y="7200"/>
                    <a:pt x="0" y="7200"/>
                    <a:pt x="0" y="7200"/>
                  </a:cubicBezTo>
                  <a:cubicBezTo>
                    <a:pt x="0" y="5200"/>
                    <a:pt x="0" y="5200"/>
                    <a:pt x="0" y="5200"/>
                  </a:cubicBezTo>
                  <a:cubicBezTo>
                    <a:pt x="0" y="1200"/>
                    <a:pt x="0" y="1200"/>
                    <a:pt x="0" y="1200"/>
                  </a:cubicBezTo>
                  <a:cubicBezTo>
                    <a:pt x="0" y="500"/>
                    <a:pt x="1125" y="0"/>
                    <a:pt x="2700" y="0"/>
                  </a:cubicBezTo>
                  <a:cubicBezTo>
                    <a:pt x="18900" y="0"/>
                    <a:pt x="18900" y="0"/>
                    <a:pt x="18900" y="0"/>
                  </a:cubicBezTo>
                  <a:cubicBezTo>
                    <a:pt x="20475" y="0"/>
                    <a:pt x="21600" y="500"/>
                    <a:pt x="21600" y="1200"/>
                  </a:cubicBezTo>
                  <a:cubicBezTo>
                    <a:pt x="21600" y="5200"/>
                    <a:pt x="21600" y="5200"/>
                    <a:pt x="21600" y="5200"/>
                  </a:cubicBezTo>
                  <a:cubicBezTo>
                    <a:pt x="21600" y="7200"/>
                    <a:pt x="21600" y="7200"/>
                    <a:pt x="21600" y="7200"/>
                  </a:cubicBezTo>
                  <a:cubicBezTo>
                    <a:pt x="21600" y="11600"/>
                    <a:pt x="21600" y="11600"/>
                    <a:pt x="21600" y="11600"/>
                  </a:cubicBezTo>
                  <a:cubicBezTo>
                    <a:pt x="21600" y="15600"/>
                    <a:pt x="21600" y="15600"/>
                    <a:pt x="21600" y="15600"/>
                  </a:cubicBezTo>
                  <a:cubicBezTo>
                    <a:pt x="21600" y="21600"/>
                    <a:pt x="21600" y="21600"/>
                    <a:pt x="21600" y="21600"/>
                  </a:cubicBezTo>
                  <a:lnTo>
                    <a:pt x="10800" y="16800"/>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52" name="Shape">
              <a:extLst>
                <a:ext uri="{FF2B5EF4-FFF2-40B4-BE49-F238E27FC236}">
                  <a16:creationId xmlns:a16="http://schemas.microsoft.com/office/drawing/2014/main" id="{DD88F631-EBE5-6A04-EA4C-F78C0A940C25}"/>
                </a:ext>
              </a:extLst>
            </p:cNvPr>
            <p:cNvSpPr/>
            <p:nvPr/>
          </p:nvSpPr>
          <p:spPr>
            <a:xfrm>
              <a:off x="9957621" y="2987245"/>
              <a:ext cx="522610" cy="449993"/>
            </a:xfrm>
            <a:custGeom>
              <a:avLst/>
              <a:gdLst/>
              <a:ahLst/>
              <a:cxnLst>
                <a:cxn ang="0">
                  <a:pos x="wd2" y="hd2"/>
                </a:cxn>
                <a:cxn ang="5400000">
                  <a:pos x="wd2" y="hd2"/>
                </a:cxn>
                <a:cxn ang="10800000">
                  <a:pos x="wd2" y="hd2"/>
                </a:cxn>
                <a:cxn ang="16200000">
                  <a:pos x="wd2" y="hd2"/>
                </a:cxn>
              </a:cxnLst>
              <a:rect l="0" t="0" r="r" b="b"/>
              <a:pathLst>
                <a:path w="21600" h="21600" extrusionOk="0">
                  <a:moveTo>
                    <a:pt x="21009" y="17466"/>
                  </a:moveTo>
                  <a:cubicBezTo>
                    <a:pt x="11222" y="21516"/>
                    <a:pt x="11222" y="21516"/>
                    <a:pt x="11222" y="21516"/>
                  </a:cubicBezTo>
                  <a:cubicBezTo>
                    <a:pt x="11053" y="21600"/>
                    <a:pt x="10969" y="21600"/>
                    <a:pt x="10800" y="21600"/>
                  </a:cubicBezTo>
                  <a:cubicBezTo>
                    <a:pt x="10631" y="21600"/>
                    <a:pt x="10547" y="21600"/>
                    <a:pt x="10378" y="21516"/>
                  </a:cubicBezTo>
                  <a:cubicBezTo>
                    <a:pt x="591" y="17466"/>
                    <a:pt x="591" y="17466"/>
                    <a:pt x="591" y="17466"/>
                  </a:cubicBezTo>
                  <a:cubicBezTo>
                    <a:pt x="253" y="17297"/>
                    <a:pt x="0" y="16959"/>
                    <a:pt x="0" y="16538"/>
                  </a:cubicBezTo>
                  <a:cubicBezTo>
                    <a:pt x="0" y="1012"/>
                    <a:pt x="0" y="1012"/>
                    <a:pt x="0" y="1012"/>
                  </a:cubicBezTo>
                  <a:cubicBezTo>
                    <a:pt x="0" y="422"/>
                    <a:pt x="422" y="0"/>
                    <a:pt x="1012" y="0"/>
                  </a:cubicBezTo>
                  <a:cubicBezTo>
                    <a:pt x="1181" y="0"/>
                    <a:pt x="1266" y="0"/>
                    <a:pt x="1434" y="84"/>
                  </a:cubicBezTo>
                  <a:cubicBezTo>
                    <a:pt x="1434" y="84"/>
                    <a:pt x="1434" y="84"/>
                    <a:pt x="1434" y="84"/>
                  </a:cubicBezTo>
                  <a:cubicBezTo>
                    <a:pt x="1434" y="84"/>
                    <a:pt x="1434" y="84"/>
                    <a:pt x="1434" y="84"/>
                  </a:cubicBezTo>
                  <a:cubicBezTo>
                    <a:pt x="10800" y="3966"/>
                    <a:pt x="10800" y="3966"/>
                    <a:pt x="10800" y="3966"/>
                  </a:cubicBezTo>
                  <a:cubicBezTo>
                    <a:pt x="20166" y="84"/>
                    <a:pt x="20166" y="84"/>
                    <a:pt x="20166" y="84"/>
                  </a:cubicBezTo>
                  <a:cubicBezTo>
                    <a:pt x="20166" y="84"/>
                    <a:pt x="20166" y="84"/>
                    <a:pt x="20166" y="84"/>
                  </a:cubicBezTo>
                  <a:cubicBezTo>
                    <a:pt x="20166" y="84"/>
                    <a:pt x="20166" y="84"/>
                    <a:pt x="20166" y="84"/>
                  </a:cubicBezTo>
                  <a:cubicBezTo>
                    <a:pt x="20334" y="0"/>
                    <a:pt x="20419" y="0"/>
                    <a:pt x="20588" y="0"/>
                  </a:cubicBezTo>
                  <a:cubicBezTo>
                    <a:pt x="21178" y="0"/>
                    <a:pt x="21600" y="422"/>
                    <a:pt x="21600" y="1012"/>
                  </a:cubicBezTo>
                  <a:cubicBezTo>
                    <a:pt x="21600" y="16538"/>
                    <a:pt x="21600" y="16538"/>
                    <a:pt x="21600" y="16538"/>
                  </a:cubicBezTo>
                  <a:cubicBezTo>
                    <a:pt x="21600" y="16959"/>
                    <a:pt x="21347" y="17297"/>
                    <a:pt x="21009" y="17466"/>
                  </a:cubicBezTo>
                  <a:moveTo>
                    <a:pt x="9788" y="5737"/>
                  </a:moveTo>
                  <a:cubicBezTo>
                    <a:pt x="2025" y="2531"/>
                    <a:pt x="2025" y="2531"/>
                    <a:pt x="2025" y="2531"/>
                  </a:cubicBezTo>
                  <a:cubicBezTo>
                    <a:pt x="2025" y="15863"/>
                    <a:pt x="2025" y="15863"/>
                    <a:pt x="2025" y="15863"/>
                  </a:cubicBezTo>
                  <a:cubicBezTo>
                    <a:pt x="9788" y="19069"/>
                    <a:pt x="9788" y="19069"/>
                    <a:pt x="9788" y="19069"/>
                  </a:cubicBezTo>
                  <a:lnTo>
                    <a:pt x="9788" y="5737"/>
                  </a:lnTo>
                  <a:close/>
                  <a:moveTo>
                    <a:pt x="19575" y="2531"/>
                  </a:moveTo>
                  <a:cubicBezTo>
                    <a:pt x="11812" y="5737"/>
                    <a:pt x="11812" y="5737"/>
                    <a:pt x="11812" y="5737"/>
                  </a:cubicBezTo>
                  <a:cubicBezTo>
                    <a:pt x="11812" y="19069"/>
                    <a:pt x="11812" y="19069"/>
                    <a:pt x="11812" y="19069"/>
                  </a:cubicBezTo>
                  <a:cubicBezTo>
                    <a:pt x="19575" y="15863"/>
                    <a:pt x="19575" y="15863"/>
                    <a:pt x="19575" y="15863"/>
                  </a:cubicBezTo>
                  <a:lnTo>
                    <a:pt x="19575" y="2531"/>
                  </a:lnTo>
                  <a:close/>
                  <a:moveTo>
                    <a:pt x="13416" y="7172"/>
                  </a:moveTo>
                  <a:cubicBezTo>
                    <a:pt x="17128" y="5484"/>
                    <a:pt x="17128" y="5484"/>
                    <a:pt x="17128" y="5484"/>
                  </a:cubicBezTo>
                  <a:cubicBezTo>
                    <a:pt x="17297" y="5400"/>
                    <a:pt x="17381" y="5400"/>
                    <a:pt x="17550" y="5400"/>
                  </a:cubicBezTo>
                  <a:cubicBezTo>
                    <a:pt x="18141" y="5400"/>
                    <a:pt x="18562" y="5822"/>
                    <a:pt x="18562" y="6412"/>
                  </a:cubicBezTo>
                  <a:cubicBezTo>
                    <a:pt x="18562" y="6834"/>
                    <a:pt x="18309" y="7172"/>
                    <a:pt x="17972" y="7341"/>
                  </a:cubicBezTo>
                  <a:cubicBezTo>
                    <a:pt x="14259" y="9028"/>
                    <a:pt x="14259" y="9028"/>
                    <a:pt x="14259" y="9028"/>
                  </a:cubicBezTo>
                  <a:cubicBezTo>
                    <a:pt x="14091" y="9112"/>
                    <a:pt x="14006" y="9112"/>
                    <a:pt x="13837" y="9112"/>
                  </a:cubicBezTo>
                  <a:cubicBezTo>
                    <a:pt x="13247" y="9112"/>
                    <a:pt x="12825" y="8691"/>
                    <a:pt x="12825" y="8100"/>
                  </a:cubicBezTo>
                  <a:cubicBezTo>
                    <a:pt x="12825" y="7678"/>
                    <a:pt x="13078" y="7341"/>
                    <a:pt x="13416" y="7172"/>
                  </a:cubicBezTo>
                  <a:moveTo>
                    <a:pt x="13416" y="10884"/>
                  </a:moveTo>
                  <a:cubicBezTo>
                    <a:pt x="13416" y="10884"/>
                    <a:pt x="13416" y="10884"/>
                    <a:pt x="13416" y="10884"/>
                  </a:cubicBezTo>
                  <a:cubicBezTo>
                    <a:pt x="17128" y="9197"/>
                    <a:pt x="17128" y="9197"/>
                    <a:pt x="17128" y="9197"/>
                  </a:cubicBezTo>
                  <a:cubicBezTo>
                    <a:pt x="17297" y="9112"/>
                    <a:pt x="17381" y="9112"/>
                    <a:pt x="17550" y="9112"/>
                  </a:cubicBezTo>
                  <a:cubicBezTo>
                    <a:pt x="18141" y="9112"/>
                    <a:pt x="18562" y="9534"/>
                    <a:pt x="18562" y="10125"/>
                  </a:cubicBezTo>
                  <a:cubicBezTo>
                    <a:pt x="18562" y="10547"/>
                    <a:pt x="18309" y="10884"/>
                    <a:pt x="17972" y="11053"/>
                  </a:cubicBezTo>
                  <a:cubicBezTo>
                    <a:pt x="14259" y="12741"/>
                    <a:pt x="14259" y="12741"/>
                    <a:pt x="14259" y="12741"/>
                  </a:cubicBezTo>
                  <a:cubicBezTo>
                    <a:pt x="14091" y="12825"/>
                    <a:pt x="14006" y="12825"/>
                    <a:pt x="13837" y="12825"/>
                  </a:cubicBezTo>
                  <a:cubicBezTo>
                    <a:pt x="13247" y="12825"/>
                    <a:pt x="12825" y="12403"/>
                    <a:pt x="12825" y="11813"/>
                  </a:cubicBezTo>
                  <a:cubicBezTo>
                    <a:pt x="12825" y="11391"/>
                    <a:pt x="13078" y="11053"/>
                    <a:pt x="13416" y="10884"/>
                  </a:cubicBezTo>
                  <a:moveTo>
                    <a:pt x="13416" y="14597"/>
                  </a:moveTo>
                  <a:cubicBezTo>
                    <a:pt x="13416" y="14597"/>
                    <a:pt x="13416" y="14597"/>
                    <a:pt x="13416" y="14597"/>
                  </a:cubicBezTo>
                  <a:cubicBezTo>
                    <a:pt x="17128" y="12909"/>
                    <a:pt x="17128" y="12909"/>
                    <a:pt x="17128" y="12909"/>
                  </a:cubicBezTo>
                  <a:cubicBezTo>
                    <a:pt x="17297" y="12825"/>
                    <a:pt x="17381" y="12825"/>
                    <a:pt x="17550" y="12825"/>
                  </a:cubicBezTo>
                  <a:cubicBezTo>
                    <a:pt x="18141" y="12825"/>
                    <a:pt x="18562" y="13247"/>
                    <a:pt x="18562" y="13838"/>
                  </a:cubicBezTo>
                  <a:cubicBezTo>
                    <a:pt x="18562" y="14259"/>
                    <a:pt x="18309" y="14597"/>
                    <a:pt x="17972" y="14766"/>
                  </a:cubicBezTo>
                  <a:cubicBezTo>
                    <a:pt x="14259" y="16453"/>
                    <a:pt x="14259" y="16453"/>
                    <a:pt x="14259" y="16453"/>
                  </a:cubicBezTo>
                  <a:cubicBezTo>
                    <a:pt x="14091" y="16538"/>
                    <a:pt x="14006" y="16538"/>
                    <a:pt x="13837" y="16538"/>
                  </a:cubicBezTo>
                  <a:cubicBezTo>
                    <a:pt x="13247" y="16538"/>
                    <a:pt x="12825" y="16116"/>
                    <a:pt x="12825" y="15525"/>
                  </a:cubicBezTo>
                  <a:cubicBezTo>
                    <a:pt x="12825" y="15103"/>
                    <a:pt x="13078" y="14766"/>
                    <a:pt x="13416" y="14597"/>
                  </a:cubicBezTo>
                  <a:moveTo>
                    <a:pt x="4050" y="5400"/>
                  </a:moveTo>
                  <a:cubicBezTo>
                    <a:pt x="4219" y="5400"/>
                    <a:pt x="4303" y="5400"/>
                    <a:pt x="4472" y="5484"/>
                  </a:cubicBezTo>
                  <a:cubicBezTo>
                    <a:pt x="8184" y="7172"/>
                    <a:pt x="8184" y="7172"/>
                    <a:pt x="8184" y="7172"/>
                  </a:cubicBezTo>
                  <a:cubicBezTo>
                    <a:pt x="8522" y="7341"/>
                    <a:pt x="8775" y="7678"/>
                    <a:pt x="8775" y="8100"/>
                  </a:cubicBezTo>
                  <a:cubicBezTo>
                    <a:pt x="8775" y="8691"/>
                    <a:pt x="8353" y="9112"/>
                    <a:pt x="7762" y="9112"/>
                  </a:cubicBezTo>
                  <a:cubicBezTo>
                    <a:pt x="7594" y="9112"/>
                    <a:pt x="7509" y="9112"/>
                    <a:pt x="7341" y="9028"/>
                  </a:cubicBezTo>
                  <a:cubicBezTo>
                    <a:pt x="3628" y="7341"/>
                    <a:pt x="3628" y="7341"/>
                    <a:pt x="3628" y="7341"/>
                  </a:cubicBezTo>
                  <a:cubicBezTo>
                    <a:pt x="3291" y="7172"/>
                    <a:pt x="3037" y="6834"/>
                    <a:pt x="3037" y="6412"/>
                  </a:cubicBezTo>
                  <a:cubicBezTo>
                    <a:pt x="3037" y="5822"/>
                    <a:pt x="3459" y="5400"/>
                    <a:pt x="4050" y="5400"/>
                  </a:cubicBezTo>
                  <a:moveTo>
                    <a:pt x="4050" y="9112"/>
                  </a:moveTo>
                  <a:cubicBezTo>
                    <a:pt x="4219" y="9112"/>
                    <a:pt x="4303" y="9112"/>
                    <a:pt x="4472" y="9197"/>
                  </a:cubicBezTo>
                  <a:cubicBezTo>
                    <a:pt x="8184" y="10884"/>
                    <a:pt x="8184" y="10884"/>
                    <a:pt x="8184" y="10884"/>
                  </a:cubicBezTo>
                  <a:cubicBezTo>
                    <a:pt x="8522" y="11053"/>
                    <a:pt x="8775" y="11391"/>
                    <a:pt x="8775" y="11813"/>
                  </a:cubicBezTo>
                  <a:cubicBezTo>
                    <a:pt x="8775" y="12403"/>
                    <a:pt x="8353" y="12825"/>
                    <a:pt x="7762" y="12825"/>
                  </a:cubicBezTo>
                  <a:cubicBezTo>
                    <a:pt x="7594" y="12825"/>
                    <a:pt x="7509" y="12825"/>
                    <a:pt x="7341" y="12741"/>
                  </a:cubicBezTo>
                  <a:cubicBezTo>
                    <a:pt x="3628" y="11053"/>
                    <a:pt x="3628" y="11053"/>
                    <a:pt x="3628" y="11053"/>
                  </a:cubicBezTo>
                  <a:cubicBezTo>
                    <a:pt x="3291" y="10884"/>
                    <a:pt x="3037" y="10547"/>
                    <a:pt x="3037" y="10125"/>
                  </a:cubicBezTo>
                  <a:cubicBezTo>
                    <a:pt x="3037" y="9534"/>
                    <a:pt x="3459" y="9112"/>
                    <a:pt x="4050" y="9112"/>
                  </a:cubicBezTo>
                  <a:moveTo>
                    <a:pt x="4050" y="12825"/>
                  </a:moveTo>
                  <a:cubicBezTo>
                    <a:pt x="4219" y="12825"/>
                    <a:pt x="4303" y="12825"/>
                    <a:pt x="4472" y="12909"/>
                  </a:cubicBezTo>
                  <a:cubicBezTo>
                    <a:pt x="8184" y="14597"/>
                    <a:pt x="8184" y="14597"/>
                    <a:pt x="8184" y="14597"/>
                  </a:cubicBezTo>
                  <a:cubicBezTo>
                    <a:pt x="8522" y="14766"/>
                    <a:pt x="8775" y="15103"/>
                    <a:pt x="8775" y="15525"/>
                  </a:cubicBezTo>
                  <a:cubicBezTo>
                    <a:pt x="8775" y="16116"/>
                    <a:pt x="8353" y="16538"/>
                    <a:pt x="7762" y="16538"/>
                  </a:cubicBezTo>
                  <a:cubicBezTo>
                    <a:pt x="7594" y="16538"/>
                    <a:pt x="7509" y="16538"/>
                    <a:pt x="7341" y="16453"/>
                  </a:cubicBezTo>
                  <a:cubicBezTo>
                    <a:pt x="3628" y="14766"/>
                    <a:pt x="3628" y="14766"/>
                    <a:pt x="3628" y="14766"/>
                  </a:cubicBezTo>
                  <a:cubicBezTo>
                    <a:pt x="3291" y="14597"/>
                    <a:pt x="3037" y="14259"/>
                    <a:pt x="3037" y="13838"/>
                  </a:cubicBezTo>
                  <a:cubicBezTo>
                    <a:pt x="3037" y="13247"/>
                    <a:pt x="3459" y="12825"/>
                    <a:pt x="4050" y="12825"/>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53" name="Shape">
              <a:extLst>
                <a:ext uri="{FF2B5EF4-FFF2-40B4-BE49-F238E27FC236}">
                  <a16:creationId xmlns:a16="http://schemas.microsoft.com/office/drawing/2014/main" id="{C4393887-BF33-6C95-F391-B255FFECFCAA}"/>
                </a:ext>
              </a:extLst>
            </p:cNvPr>
            <p:cNvSpPr/>
            <p:nvPr/>
          </p:nvSpPr>
          <p:spPr>
            <a:xfrm>
              <a:off x="9040510" y="2987245"/>
              <a:ext cx="524645" cy="449993"/>
            </a:xfrm>
            <a:custGeom>
              <a:avLst/>
              <a:gdLst/>
              <a:ahLst/>
              <a:cxnLst>
                <a:cxn ang="0">
                  <a:pos x="wd2" y="hd2"/>
                </a:cxn>
                <a:cxn ang="5400000">
                  <a:pos x="wd2" y="hd2"/>
                </a:cxn>
                <a:cxn ang="10800000">
                  <a:pos x="wd2" y="hd2"/>
                </a:cxn>
                <a:cxn ang="16200000">
                  <a:pos x="wd2" y="hd2"/>
                </a:cxn>
              </a:cxnLst>
              <a:rect l="0" t="0" r="r" b="b"/>
              <a:pathLst>
                <a:path w="21600" h="21600" extrusionOk="0">
                  <a:moveTo>
                    <a:pt x="21009" y="17466"/>
                  </a:moveTo>
                  <a:cubicBezTo>
                    <a:pt x="11222" y="21516"/>
                    <a:pt x="11222" y="21516"/>
                    <a:pt x="11222" y="21516"/>
                  </a:cubicBezTo>
                  <a:cubicBezTo>
                    <a:pt x="11053" y="21600"/>
                    <a:pt x="10969" y="21600"/>
                    <a:pt x="10800" y="21600"/>
                  </a:cubicBezTo>
                  <a:cubicBezTo>
                    <a:pt x="10631" y="21600"/>
                    <a:pt x="10547" y="21600"/>
                    <a:pt x="10378" y="21516"/>
                  </a:cubicBezTo>
                  <a:cubicBezTo>
                    <a:pt x="591" y="17466"/>
                    <a:pt x="591" y="17466"/>
                    <a:pt x="591" y="17466"/>
                  </a:cubicBezTo>
                  <a:cubicBezTo>
                    <a:pt x="253" y="17297"/>
                    <a:pt x="0" y="16959"/>
                    <a:pt x="0" y="16538"/>
                  </a:cubicBezTo>
                  <a:cubicBezTo>
                    <a:pt x="0" y="1012"/>
                    <a:pt x="0" y="1012"/>
                    <a:pt x="0" y="1012"/>
                  </a:cubicBezTo>
                  <a:cubicBezTo>
                    <a:pt x="0" y="422"/>
                    <a:pt x="422" y="0"/>
                    <a:pt x="1012" y="0"/>
                  </a:cubicBezTo>
                  <a:cubicBezTo>
                    <a:pt x="1181" y="0"/>
                    <a:pt x="1266" y="0"/>
                    <a:pt x="1434" y="84"/>
                  </a:cubicBezTo>
                  <a:cubicBezTo>
                    <a:pt x="1434" y="84"/>
                    <a:pt x="1434" y="84"/>
                    <a:pt x="1434" y="84"/>
                  </a:cubicBezTo>
                  <a:cubicBezTo>
                    <a:pt x="1434" y="84"/>
                    <a:pt x="1434" y="84"/>
                    <a:pt x="1434" y="84"/>
                  </a:cubicBezTo>
                  <a:cubicBezTo>
                    <a:pt x="10800" y="3966"/>
                    <a:pt x="10800" y="3966"/>
                    <a:pt x="10800" y="3966"/>
                  </a:cubicBezTo>
                  <a:cubicBezTo>
                    <a:pt x="20166" y="84"/>
                    <a:pt x="20166" y="84"/>
                    <a:pt x="20166" y="84"/>
                  </a:cubicBezTo>
                  <a:cubicBezTo>
                    <a:pt x="20166" y="84"/>
                    <a:pt x="20166" y="84"/>
                    <a:pt x="20166" y="84"/>
                  </a:cubicBezTo>
                  <a:cubicBezTo>
                    <a:pt x="20166" y="84"/>
                    <a:pt x="20166" y="84"/>
                    <a:pt x="20166" y="84"/>
                  </a:cubicBezTo>
                  <a:cubicBezTo>
                    <a:pt x="20334" y="0"/>
                    <a:pt x="20419" y="0"/>
                    <a:pt x="20588" y="0"/>
                  </a:cubicBezTo>
                  <a:cubicBezTo>
                    <a:pt x="21178" y="0"/>
                    <a:pt x="21600" y="422"/>
                    <a:pt x="21600" y="1012"/>
                  </a:cubicBezTo>
                  <a:cubicBezTo>
                    <a:pt x="21600" y="16538"/>
                    <a:pt x="21600" y="16538"/>
                    <a:pt x="21600" y="16538"/>
                  </a:cubicBezTo>
                  <a:cubicBezTo>
                    <a:pt x="21600" y="16959"/>
                    <a:pt x="21347" y="17297"/>
                    <a:pt x="21009" y="17466"/>
                  </a:cubicBezTo>
                  <a:moveTo>
                    <a:pt x="9787" y="19069"/>
                  </a:moveTo>
                  <a:cubicBezTo>
                    <a:pt x="9787" y="5737"/>
                    <a:pt x="9787" y="5737"/>
                    <a:pt x="9787" y="5737"/>
                  </a:cubicBezTo>
                  <a:cubicBezTo>
                    <a:pt x="2025" y="2531"/>
                    <a:pt x="2025" y="2531"/>
                    <a:pt x="2025" y="2531"/>
                  </a:cubicBezTo>
                  <a:cubicBezTo>
                    <a:pt x="2025" y="15863"/>
                    <a:pt x="2025" y="15863"/>
                    <a:pt x="2025" y="15863"/>
                  </a:cubicBezTo>
                  <a:lnTo>
                    <a:pt x="9787" y="19069"/>
                  </a:lnTo>
                  <a:close/>
                  <a:moveTo>
                    <a:pt x="19575" y="2531"/>
                  </a:moveTo>
                  <a:cubicBezTo>
                    <a:pt x="11813" y="5737"/>
                    <a:pt x="11813" y="5737"/>
                    <a:pt x="11813" y="5737"/>
                  </a:cubicBezTo>
                  <a:cubicBezTo>
                    <a:pt x="11813" y="19069"/>
                    <a:pt x="11813" y="19069"/>
                    <a:pt x="11813" y="19069"/>
                  </a:cubicBezTo>
                  <a:cubicBezTo>
                    <a:pt x="19575" y="15863"/>
                    <a:pt x="19575" y="15863"/>
                    <a:pt x="19575" y="15863"/>
                  </a:cubicBezTo>
                  <a:lnTo>
                    <a:pt x="19575" y="2531"/>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54" name="Shape">
              <a:extLst>
                <a:ext uri="{FF2B5EF4-FFF2-40B4-BE49-F238E27FC236}">
                  <a16:creationId xmlns:a16="http://schemas.microsoft.com/office/drawing/2014/main" id="{179EA5AC-A659-6FE7-8BE5-09438379D9DE}"/>
                </a:ext>
              </a:extLst>
            </p:cNvPr>
            <p:cNvSpPr/>
            <p:nvPr/>
          </p:nvSpPr>
          <p:spPr>
            <a:xfrm>
              <a:off x="8182371" y="3009919"/>
              <a:ext cx="408735" cy="406388"/>
            </a:xfrm>
            <a:custGeom>
              <a:avLst/>
              <a:gdLst/>
              <a:ahLst/>
              <a:cxnLst>
                <a:cxn ang="0">
                  <a:pos x="wd2" y="hd2"/>
                </a:cxn>
                <a:cxn ang="5400000">
                  <a:pos x="wd2" y="hd2"/>
                </a:cxn>
                <a:cxn ang="10800000">
                  <a:pos x="wd2" y="hd2"/>
                </a:cxn>
                <a:cxn ang="16200000">
                  <a:pos x="wd2" y="hd2"/>
                </a:cxn>
              </a:cxnLst>
              <a:rect l="0" t="0" r="r" b="b"/>
              <a:pathLst>
                <a:path w="21600" h="21600" extrusionOk="0">
                  <a:moveTo>
                    <a:pt x="20304" y="21600"/>
                  </a:moveTo>
                  <a:cubicBezTo>
                    <a:pt x="19008" y="21600"/>
                    <a:pt x="19008" y="21600"/>
                    <a:pt x="19008" y="21600"/>
                  </a:cubicBezTo>
                  <a:cubicBezTo>
                    <a:pt x="19008" y="0"/>
                    <a:pt x="19008" y="0"/>
                    <a:pt x="19008" y="0"/>
                  </a:cubicBezTo>
                  <a:cubicBezTo>
                    <a:pt x="20304" y="0"/>
                    <a:pt x="20304" y="0"/>
                    <a:pt x="20304" y="0"/>
                  </a:cubicBezTo>
                  <a:cubicBezTo>
                    <a:pt x="21060" y="0"/>
                    <a:pt x="21600" y="466"/>
                    <a:pt x="21600" y="1117"/>
                  </a:cubicBezTo>
                  <a:cubicBezTo>
                    <a:pt x="21600" y="20483"/>
                    <a:pt x="21600" y="20483"/>
                    <a:pt x="21600" y="20483"/>
                  </a:cubicBezTo>
                  <a:cubicBezTo>
                    <a:pt x="21600" y="21134"/>
                    <a:pt x="21060" y="21600"/>
                    <a:pt x="20304" y="21600"/>
                  </a:cubicBezTo>
                  <a:moveTo>
                    <a:pt x="2592" y="20483"/>
                  </a:moveTo>
                  <a:cubicBezTo>
                    <a:pt x="2592" y="19366"/>
                    <a:pt x="2592" y="19366"/>
                    <a:pt x="2592" y="19366"/>
                  </a:cubicBezTo>
                  <a:cubicBezTo>
                    <a:pt x="4752" y="19366"/>
                    <a:pt x="4752" y="19366"/>
                    <a:pt x="4752" y="19366"/>
                  </a:cubicBezTo>
                  <a:cubicBezTo>
                    <a:pt x="6156" y="19366"/>
                    <a:pt x="7344" y="18341"/>
                    <a:pt x="7344" y="17131"/>
                  </a:cubicBezTo>
                  <a:cubicBezTo>
                    <a:pt x="7344" y="15921"/>
                    <a:pt x="6156" y="14897"/>
                    <a:pt x="4752" y="14897"/>
                  </a:cubicBezTo>
                  <a:cubicBezTo>
                    <a:pt x="2592" y="14897"/>
                    <a:pt x="2592" y="14897"/>
                    <a:pt x="2592" y="14897"/>
                  </a:cubicBezTo>
                  <a:cubicBezTo>
                    <a:pt x="2592" y="13034"/>
                    <a:pt x="2592" y="13034"/>
                    <a:pt x="2592" y="13034"/>
                  </a:cubicBezTo>
                  <a:cubicBezTo>
                    <a:pt x="4752" y="13034"/>
                    <a:pt x="4752" y="13034"/>
                    <a:pt x="4752" y="13034"/>
                  </a:cubicBezTo>
                  <a:cubicBezTo>
                    <a:pt x="6156" y="13034"/>
                    <a:pt x="7344" y="12010"/>
                    <a:pt x="7344" y="10800"/>
                  </a:cubicBezTo>
                  <a:cubicBezTo>
                    <a:pt x="7344" y="9590"/>
                    <a:pt x="6156" y="8566"/>
                    <a:pt x="4752" y="8566"/>
                  </a:cubicBezTo>
                  <a:cubicBezTo>
                    <a:pt x="2592" y="8566"/>
                    <a:pt x="2592" y="8566"/>
                    <a:pt x="2592" y="8566"/>
                  </a:cubicBezTo>
                  <a:cubicBezTo>
                    <a:pt x="2592" y="6703"/>
                    <a:pt x="2592" y="6703"/>
                    <a:pt x="2592" y="6703"/>
                  </a:cubicBezTo>
                  <a:cubicBezTo>
                    <a:pt x="4752" y="6703"/>
                    <a:pt x="4752" y="6703"/>
                    <a:pt x="4752" y="6703"/>
                  </a:cubicBezTo>
                  <a:cubicBezTo>
                    <a:pt x="6156" y="6703"/>
                    <a:pt x="7344" y="5679"/>
                    <a:pt x="7344" y="4469"/>
                  </a:cubicBezTo>
                  <a:cubicBezTo>
                    <a:pt x="7344" y="3259"/>
                    <a:pt x="6156" y="2234"/>
                    <a:pt x="4752" y="2234"/>
                  </a:cubicBezTo>
                  <a:cubicBezTo>
                    <a:pt x="2592" y="2234"/>
                    <a:pt x="2592" y="2234"/>
                    <a:pt x="2592" y="2234"/>
                  </a:cubicBezTo>
                  <a:cubicBezTo>
                    <a:pt x="2592" y="1117"/>
                    <a:pt x="2592" y="1117"/>
                    <a:pt x="2592" y="1117"/>
                  </a:cubicBezTo>
                  <a:cubicBezTo>
                    <a:pt x="2592" y="466"/>
                    <a:pt x="3132" y="0"/>
                    <a:pt x="3888" y="0"/>
                  </a:cubicBezTo>
                  <a:cubicBezTo>
                    <a:pt x="17712" y="0"/>
                    <a:pt x="17712" y="0"/>
                    <a:pt x="17712" y="0"/>
                  </a:cubicBezTo>
                  <a:cubicBezTo>
                    <a:pt x="17712" y="21600"/>
                    <a:pt x="17712" y="21600"/>
                    <a:pt x="17712" y="21600"/>
                  </a:cubicBezTo>
                  <a:cubicBezTo>
                    <a:pt x="3888" y="21600"/>
                    <a:pt x="3888" y="21600"/>
                    <a:pt x="3888" y="21600"/>
                  </a:cubicBezTo>
                  <a:cubicBezTo>
                    <a:pt x="3132" y="21600"/>
                    <a:pt x="2592" y="21134"/>
                    <a:pt x="2592" y="20483"/>
                  </a:cubicBezTo>
                  <a:moveTo>
                    <a:pt x="6048" y="4469"/>
                  </a:moveTo>
                  <a:cubicBezTo>
                    <a:pt x="6048" y="5121"/>
                    <a:pt x="5508" y="5586"/>
                    <a:pt x="4752" y="5586"/>
                  </a:cubicBezTo>
                  <a:cubicBezTo>
                    <a:pt x="1296" y="5586"/>
                    <a:pt x="1296" y="5586"/>
                    <a:pt x="1296" y="5586"/>
                  </a:cubicBezTo>
                  <a:cubicBezTo>
                    <a:pt x="540" y="5586"/>
                    <a:pt x="0" y="5121"/>
                    <a:pt x="0" y="4469"/>
                  </a:cubicBezTo>
                  <a:cubicBezTo>
                    <a:pt x="0" y="3817"/>
                    <a:pt x="540" y="3352"/>
                    <a:pt x="1296" y="3352"/>
                  </a:cubicBezTo>
                  <a:cubicBezTo>
                    <a:pt x="4752" y="3352"/>
                    <a:pt x="4752" y="3352"/>
                    <a:pt x="4752" y="3352"/>
                  </a:cubicBezTo>
                  <a:cubicBezTo>
                    <a:pt x="5508" y="3352"/>
                    <a:pt x="6048" y="3817"/>
                    <a:pt x="6048" y="4469"/>
                  </a:cubicBezTo>
                  <a:moveTo>
                    <a:pt x="1296" y="9683"/>
                  </a:moveTo>
                  <a:cubicBezTo>
                    <a:pt x="4752" y="9683"/>
                    <a:pt x="4752" y="9683"/>
                    <a:pt x="4752" y="9683"/>
                  </a:cubicBezTo>
                  <a:cubicBezTo>
                    <a:pt x="5508" y="9683"/>
                    <a:pt x="6048" y="10148"/>
                    <a:pt x="6048" y="10800"/>
                  </a:cubicBezTo>
                  <a:cubicBezTo>
                    <a:pt x="6048" y="11452"/>
                    <a:pt x="5508" y="11917"/>
                    <a:pt x="4752" y="11917"/>
                  </a:cubicBezTo>
                  <a:cubicBezTo>
                    <a:pt x="1296" y="11917"/>
                    <a:pt x="1296" y="11917"/>
                    <a:pt x="1296" y="11917"/>
                  </a:cubicBezTo>
                  <a:cubicBezTo>
                    <a:pt x="540" y="11917"/>
                    <a:pt x="0" y="11452"/>
                    <a:pt x="0" y="10800"/>
                  </a:cubicBezTo>
                  <a:cubicBezTo>
                    <a:pt x="0" y="10148"/>
                    <a:pt x="540" y="9683"/>
                    <a:pt x="1296" y="9683"/>
                  </a:cubicBezTo>
                  <a:moveTo>
                    <a:pt x="1296" y="16014"/>
                  </a:moveTo>
                  <a:cubicBezTo>
                    <a:pt x="4752" y="16014"/>
                    <a:pt x="4752" y="16014"/>
                    <a:pt x="4752" y="16014"/>
                  </a:cubicBezTo>
                  <a:cubicBezTo>
                    <a:pt x="5508" y="16014"/>
                    <a:pt x="6048" y="16479"/>
                    <a:pt x="6048" y="17131"/>
                  </a:cubicBezTo>
                  <a:cubicBezTo>
                    <a:pt x="6048" y="17783"/>
                    <a:pt x="5508" y="18248"/>
                    <a:pt x="4752" y="18248"/>
                  </a:cubicBezTo>
                  <a:cubicBezTo>
                    <a:pt x="1296" y="18248"/>
                    <a:pt x="1296" y="18248"/>
                    <a:pt x="1296" y="18248"/>
                  </a:cubicBezTo>
                  <a:cubicBezTo>
                    <a:pt x="540" y="18248"/>
                    <a:pt x="0" y="17783"/>
                    <a:pt x="0" y="17131"/>
                  </a:cubicBezTo>
                  <a:cubicBezTo>
                    <a:pt x="0" y="16479"/>
                    <a:pt x="540" y="16014"/>
                    <a:pt x="1296" y="16014"/>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55" name="Shape">
              <a:extLst>
                <a:ext uri="{FF2B5EF4-FFF2-40B4-BE49-F238E27FC236}">
                  <a16:creationId xmlns:a16="http://schemas.microsoft.com/office/drawing/2014/main" id="{CD57DE5B-4DA2-2B82-7F1F-1844DE96426B}"/>
                </a:ext>
              </a:extLst>
            </p:cNvPr>
            <p:cNvSpPr/>
            <p:nvPr/>
          </p:nvSpPr>
          <p:spPr>
            <a:xfrm>
              <a:off x="7289664" y="3002943"/>
              <a:ext cx="443304" cy="434294"/>
            </a:xfrm>
            <a:custGeom>
              <a:avLst/>
              <a:gdLst/>
              <a:ahLst/>
              <a:cxnLst>
                <a:cxn ang="0">
                  <a:pos x="wd2" y="hd2"/>
                </a:cxn>
                <a:cxn ang="5400000">
                  <a:pos x="wd2" y="hd2"/>
                </a:cxn>
                <a:cxn ang="10800000">
                  <a:pos x="wd2" y="hd2"/>
                </a:cxn>
                <a:cxn ang="16200000">
                  <a:pos x="wd2" y="hd2"/>
                </a:cxn>
              </a:cxnLst>
              <a:rect l="0" t="0" r="r" b="b"/>
              <a:pathLst>
                <a:path w="21600" h="21600" extrusionOk="0">
                  <a:moveTo>
                    <a:pt x="20400" y="16723"/>
                  </a:moveTo>
                  <a:cubicBezTo>
                    <a:pt x="20100" y="16723"/>
                    <a:pt x="19800" y="16635"/>
                    <a:pt x="19600" y="16374"/>
                  </a:cubicBezTo>
                  <a:cubicBezTo>
                    <a:pt x="18800" y="15765"/>
                    <a:pt x="18800" y="15765"/>
                    <a:pt x="18800" y="15765"/>
                  </a:cubicBezTo>
                  <a:cubicBezTo>
                    <a:pt x="18800" y="20555"/>
                    <a:pt x="18800" y="20555"/>
                    <a:pt x="18800" y="20555"/>
                  </a:cubicBezTo>
                  <a:cubicBezTo>
                    <a:pt x="18800" y="21165"/>
                    <a:pt x="18300" y="21600"/>
                    <a:pt x="17600" y="21600"/>
                  </a:cubicBezTo>
                  <a:cubicBezTo>
                    <a:pt x="16900" y="21600"/>
                    <a:pt x="16400" y="21165"/>
                    <a:pt x="16400" y="20555"/>
                  </a:cubicBezTo>
                  <a:cubicBezTo>
                    <a:pt x="16400" y="15765"/>
                    <a:pt x="16400" y="15765"/>
                    <a:pt x="16400" y="15765"/>
                  </a:cubicBezTo>
                  <a:cubicBezTo>
                    <a:pt x="15600" y="16374"/>
                    <a:pt x="15600" y="16374"/>
                    <a:pt x="15600" y="16374"/>
                  </a:cubicBezTo>
                  <a:cubicBezTo>
                    <a:pt x="15400" y="16635"/>
                    <a:pt x="15100" y="16723"/>
                    <a:pt x="14800" y="16723"/>
                  </a:cubicBezTo>
                  <a:cubicBezTo>
                    <a:pt x="14100" y="16723"/>
                    <a:pt x="13600" y="16287"/>
                    <a:pt x="13600" y="15677"/>
                  </a:cubicBezTo>
                  <a:cubicBezTo>
                    <a:pt x="13600" y="15416"/>
                    <a:pt x="13700" y="15155"/>
                    <a:pt x="14000" y="14981"/>
                  </a:cubicBezTo>
                  <a:cubicBezTo>
                    <a:pt x="16800" y="12542"/>
                    <a:pt x="16800" y="12542"/>
                    <a:pt x="16800" y="12542"/>
                  </a:cubicBezTo>
                  <a:cubicBezTo>
                    <a:pt x="17000" y="12281"/>
                    <a:pt x="17300" y="12194"/>
                    <a:pt x="17600" y="12194"/>
                  </a:cubicBezTo>
                  <a:cubicBezTo>
                    <a:pt x="17900" y="12194"/>
                    <a:pt x="18200" y="12281"/>
                    <a:pt x="18400" y="12542"/>
                  </a:cubicBezTo>
                  <a:cubicBezTo>
                    <a:pt x="21200" y="14981"/>
                    <a:pt x="21200" y="14981"/>
                    <a:pt x="21200" y="14981"/>
                  </a:cubicBezTo>
                  <a:cubicBezTo>
                    <a:pt x="21500" y="15155"/>
                    <a:pt x="21600" y="15416"/>
                    <a:pt x="21600" y="15677"/>
                  </a:cubicBezTo>
                  <a:cubicBezTo>
                    <a:pt x="21600" y="16287"/>
                    <a:pt x="21100" y="16723"/>
                    <a:pt x="20400" y="16723"/>
                  </a:cubicBezTo>
                  <a:moveTo>
                    <a:pt x="13100" y="14197"/>
                  </a:moveTo>
                  <a:cubicBezTo>
                    <a:pt x="12700" y="14545"/>
                    <a:pt x="12400" y="15068"/>
                    <a:pt x="12400" y="15677"/>
                  </a:cubicBezTo>
                  <a:cubicBezTo>
                    <a:pt x="12400" y="16810"/>
                    <a:pt x="13500" y="17768"/>
                    <a:pt x="14800" y="17768"/>
                  </a:cubicBezTo>
                  <a:cubicBezTo>
                    <a:pt x="14900" y="17768"/>
                    <a:pt x="15100" y="17768"/>
                    <a:pt x="15200" y="17768"/>
                  </a:cubicBezTo>
                  <a:cubicBezTo>
                    <a:pt x="15200" y="20206"/>
                    <a:pt x="15200" y="20206"/>
                    <a:pt x="15200" y="20206"/>
                  </a:cubicBezTo>
                  <a:cubicBezTo>
                    <a:pt x="1200" y="20206"/>
                    <a:pt x="1200" y="20206"/>
                    <a:pt x="1200" y="20206"/>
                  </a:cubicBezTo>
                  <a:cubicBezTo>
                    <a:pt x="500" y="20206"/>
                    <a:pt x="0" y="19771"/>
                    <a:pt x="0" y="19161"/>
                  </a:cubicBezTo>
                  <a:cubicBezTo>
                    <a:pt x="0" y="1045"/>
                    <a:pt x="0" y="1045"/>
                    <a:pt x="0" y="1045"/>
                  </a:cubicBezTo>
                  <a:cubicBezTo>
                    <a:pt x="0" y="435"/>
                    <a:pt x="500" y="0"/>
                    <a:pt x="1200" y="0"/>
                  </a:cubicBezTo>
                  <a:cubicBezTo>
                    <a:pt x="4000" y="0"/>
                    <a:pt x="4000" y="0"/>
                    <a:pt x="4000" y="0"/>
                  </a:cubicBezTo>
                  <a:cubicBezTo>
                    <a:pt x="7600" y="0"/>
                    <a:pt x="7600" y="0"/>
                    <a:pt x="7600" y="0"/>
                  </a:cubicBezTo>
                  <a:cubicBezTo>
                    <a:pt x="7600" y="3832"/>
                    <a:pt x="7600" y="3832"/>
                    <a:pt x="7600" y="3832"/>
                  </a:cubicBezTo>
                  <a:cubicBezTo>
                    <a:pt x="7600" y="5923"/>
                    <a:pt x="7600" y="5923"/>
                    <a:pt x="7600" y="5923"/>
                  </a:cubicBezTo>
                  <a:cubicBezTo>
                    <a:pt x="7600" y="7055"/>
                    <a:pt x="8700" y="8013"/>
                    <a:pt x="10000" y="8013"/>
                  </a:cubicBezTo>
                  <a:cubicBezTo>
                    <a:pt x="12400" y="8013"/>
                    <a:pt x="12400" y="8013"/>
                    <a:pt x="12400" y="8013"/>
                  </a:cubicBezTo>
                  <a:cubicBezTo>
                    <a:pt x="17600" y="8013"/>
                    <a:pt x="17600" y="8013"/>
                    <a:pt x="17600" y="8013"/>
                  </a:cubicBezTo>
                  <a:cubicBezTo>
                    <a:pt x="17600" y="11148"/>
                    <a:pt x="17600" y="11148"/>
                    <a:pt x="17600" y="11148"/>
                  </a:cubicBezTo>
                  <a:cubicBezTo>
                    <a:pt x="16900" y="11148"/>
                    <a:pt x="16300" y="11410"/>
                    <a:pt x="15900" y="11758"/>
                  </a:cubicBezTo>
                  <a:lnTo>
                    <a:pt x="13100" y="14197"/>
                  </a:lnTo>
                  <a:close/>
                  <a:moveTo>
                    <a:pt x="10000" y="6968"/>
                  </a:moveTo>
                  <a:cubicBezTo>
                    <a:pt x="9300" y="6968"/>
                    <a:pt x="8800" y="6532"/>
                    <a:pt x="8800" y="5923"/>
                  </a:cubicBezTo>
                  <a:cubicBezTo>
                    <a:pt x="8800" y="3832"/>
                    <a:pt x="8800" y="3832"/>
                    <a:pt x="8800" y="3832"/>
                  </a:cubicBezTo>
                  <a:cubicBezTo>
                    <a:pt x="8800" y="0"/>
                    <a:pt x="8800" y="0"/>
                    <a:pt x="8800" y="0"/>
                  </a:cubicBezTo>
                  <a:cubicBezTo>
                    <a:pt x="8800" y="0"/>
                    <a:pt x="8800" y="0"/>
                    <a:pt x="8800" y="0"/>
                  </a:cubicBezTo>
                  <a:cubicBezTo>
                    <a:pt x="17600" y="6968"/>
                    <a:pt x="17600" y="6968"/>
                    <a:pt x="17600" y="6968"/>
                  </a:cubicBezTo>
                  <a:cubicBezTo>
                    <a:pt x="12400" y="6968"/>
                    <a:pt x="12400" y="6968"/>
                    <a:pt x="12400" y="6968"/>
                  </a:cubicBezTo>
                  <a:lnTo>
                    <a:pt x="10000" y="6968"/>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56" name="Shape">
              <a:extLst>
                <a:ext uri="{FF2B5EF4-FFF2-40B4-BE49-F238E27FC236}">
                  <a16:creationId xmlns:a16="http://schemas.microsoft.com/office/drawing/2014/main" id="{CAF3288A-3791-4B91-23A4-B5B6DF6FD872}"/>
                </a:ext>
              </a:extLst>
            </p:cNvPr>
            <p:cNvSpPr/>
            <p:nvPr/>
          </p:nvSpPr>
          <p:spPr>
            <a:xfrm>
              <a:off x="6374588" y="3002943"/>
              <a:ext cx="441270" cy="434294"/>
            </a:xfrm>
            <a:custGeom>
              <a:avLst/>
              <a:gdLst/>
              <a:ahLst/>
              <a:cxnLst>
                <a:cxn ang="0">
                  <a:pos x="wd2" y="hd2"/>
                </a:cxn>
                <a:cxn ang="5400000">
                  <a:pos x="wd2" y="hd2"/>
                </a:cxn>
                <a:cxn ang="10800000">
                  <a:pos x="wd2" y="hd2"/>
                </a:cxn>
                <a:cxn ang="16200000">
                  <a:pos x="wd2" y="hd2"/>
                </a:cxn>
              </a:cxnLst>
              <a:rect l="0" t="0" r="r" b="b"/>
              <a:pathLst>
                <a:path w="21600" h="21600" extrusionOk="0">
                  <a:moveTo>
                    <a:pt x="21200" y="18813"/>
                  </a:moveTo>
                  <a:cubicBezTo>
                    <a:pt x="18400" y="21252"/>
                    <a:pt x="18400" y="21252"/>
                    <a:pt x="18400" y="21252"/>
                  </a:cubicBezTo>
                  <a:cubicBezTo>
                    <a:pt x="18200" y="21513"/>
                    <a:pt x="17900" y="21600"/>
                    <a:pt x="17600" y="21600"/>
                  </a:cubicBezTo>
                  <a:cubicBezTo>
                    <a:pt x="17300" y="21600"/>
                    <a:pt x="17000" y="21513"/>
                    <a:pt x="16800" y="21252"/>
                  </a:cubicBezTo>
                  <a:cubicBezTo>
                    <a:pt x="14000" y="18813"/>
                    <a:pt x="14000" y="18813"/>
                    <a:pt x="14000" y="18813"/>
                  </a:cubicBezTo>
                  <a:cubicBezTo>
                    <a:pt x="13700" y="18639"/>
                    <a:pt x="13600" y="18377"/>
                    <a:pt x="13600" y="18116"/>
                  </a:cubicBezTo>
                  <a:cubicBezTo>
                    <a:pt x="13600" y="17506"/>
                    <a:pt x="14100" y="17071"/>
                    <a:pt x="14800" y="17071"/>
                  </a:cubicBezTo>
                  <a:cubicBezTo>
                    <a:pt x="15100" y="17071"/>
                    <a:pt x="15400" y="17158"/>
                    <a:pt x="15600" y="17419"/>
                  </a:cubicBezTo>
                  <a:cubicBezTo>
                    <a:pt x="16400" y="18029"/>
                    <a:pt x="16400" y="18029"/>
                    <a:pt x="16400" y="18029"/>
                  </a:cubicBezTo>
                  <a:cubicBezTo>
                    <a:pt x="16400" y="13239"/>
                    <a:pt x="16400" y="13239"/>
                    <a:pt x="16400" y="13239"/>
                  </a:cubicBezTo>
                  <a:cubicBezTo>
                    <a:pt x="16400" y="12629"/>
                    <a:pt x="16900" y="12194"/>
                    <a:pt x="17600" y="12194"/>
                  </a:cubicBezTo>
                  <a:cubicBezTo>
                    <a:pt x="18300" y="12194"/>
                    <a:pt x="18800" y="12629"/>
                    <a:pt x="18800" y="13239"/>
                  </a:cubicBezTo>
                  <a:cubicBezTo>
                    <a:pt x="18800" y="18029"/>
                    <a:pt x="18800" y="18029"/>
                    <a:pt x="18800" y="18029"/>
                  </a:cubicBezTo>
                  <a:cubicBezTo>
                    <a:pt x="19600" y="17419"/>
                    <a:pt x="19600" y="17419"/>
                    <a:pt x="19600" y="17419"/>
                  </a:cubicBezTo>
                  <a:cubicBezTo>
                    <a:pt x="19800" y="17158"/>
                    <a:pt x="20100" y="17071"/>
                    <a:pt x="20400" y="17071"/>
                  </a:cubicBezTo>
                  <a:cubicBezTo>
                    <a:pt x="21100" y="17071"/>
                    <a:pt x="21600" y="17506"/>
                    <a:pt x="21600" y="18116"/>
                  </a:cubicBezTo>
                  <a:cubicBezTo>
                    <a:pt x="21600" y="18377"/>
                    <a:pt x="21500" y="18639"/>
                    <a:pt x="21200" y="18813"/>
                  </a:cubicBezTo>
                  <a:moveTo>
                    <a:pt x="15200" y="13239"/>
                  </a:moveTo>
                  <a:cubicBezTo>
                    <a:pt x="15200" y="16026"/>
                    <a:pt x="15200" y="16026"/>
                    <a:pt x="15200" y="16026"/>
                  </a:cubicBezTo>
                  <a:cubicBezTo>
                    <a:pt x="15100" y="16026"/>
                    <a:pt x="14900" y="16026"/>
                    <a:pt x="14800" y="16026"/>
                  </a:cubicBezTo>
                  <a:cubicBezTo>
                    <a:pt x="13500" y="16026"/>
                    <a:pt x="12400" y="16984"/>
                    <a:pt x="12400" y="18116"/>
                  </a:cubicBezTo>
                  <a:cubicBezTo>
                    <a:pt x="12400" y="18726"/>
                    <a:pt x="12700" y="19248"/>
                    <a:pt x="13100" y="19597"/>
                  </a:cubicBezTo>
                  <a:cubicBezTo>
                    <a:pt x="13800" y="20206"/>
                    <a:pt x="13800" y="20206"/>
                    <a:pt x="13800" y="20206"/>
                  </a:cubicBezTo>
                  <a:cubicBezTo>
                    <a:pt x="1200" y="20206"/>
                    <a:pt x="1200" y="20206"/>
                    <a:pt x="1200" y="20206"/>
                  </a:cubicBezTo>
                  <a:cubicBezTo>
                    <a:pt x="500" y="20206"/>
                    <a:pt x="0" y="19771"/>
                    <a:pt x="0" y="19161"/>
                  </a:cubicBezTo>
                  <a:cubicBezTo>
                    <a:pt x="0" y="1045"/>
                    <a:pt x="0" y="1045"/>
                    <a:pt x="0" y="1045"/>
                  </a:cubicBezTo>
                  <a:cubicBezTo>
                    <a:pt x="0" y="435"/>
                    <a:pt x="500" y="0"/>
                    <a:pt x="1200" y="0"/>
                  </a:cubicBezTo>
                  <a:cubicBezTo>
                    <a:pt x="4000" y="0"/>
                    <a:pt x="4000" y="0"/>
                    <a:pt x="4000" y="0"/>
                  </a:cubicBezTo>
                  <a:cubicBezTo>
                    <a:pt x="7600" y="0"/>
                    <a:pt x="7600" y="0"/>
                    <a:pt x="7600" y="0"/>
                  </a:cubicBezTo>
                  <a:cubicBezTo>
                    <a:pt x="7600" y="3832"/>
                    <a:pt x="7600" y="3832"/>
                    <a:pt x="7600" y="3832"/>
                  </a:cubicBezTo>
                  <a:cubicBezTo>
                    <a:pt x="7600" y="5923"/>
                    <a:pt x="7600" y="5923"/>
                    <a:pt x="7600" y="5923"/>
                  </a:cubicBezTo>
                  <a:cubicBezTo>
                    <a:pt x="7600" y="7055"/>
                    <a:pt x="8700" y="8013"/>
                    <a:pt x="10000" y="8013"/>
                  </a:cubicBezTo>
                  <a:cubicBezTo>
                    <a:pt x="12400" y="8013"/>
                    <a:pt x="12400" y="8013"/>
                    <a:pt x="12400" y="8013"/>
                  </a:cubicBezTo>
                  <a:cubicBezTo>
                    <a:pt x="17600" y="8013"/>
                    <a:pt x="17600" y="8013"/>
                    <a:pt x="17600" y="8013"/>
                  </a:cubicBezTo>
                  <a:cubicBezTo>
                    <a:pt x="17600" y="11148"/>
                    <a:pt x="17600" y="11148"/>
                    <a:pt x="17600" y="11148"/>
                  </a:cubicBezTo>
                  <a:cubicBezTo>
                    <a:pt x="16300" y="11148"/>
                    <a:pt x="15200" y="12106"/>
                    <a:pt x="15200" y="13239"/>
                  </a:cubicBezTo>
                  <a:moveTo>
                    <a:pt x="10000" y="6968"/>
                  </a:moveTo>
                  <a:cubicBezTo>
                    <a:pt x="9300" y="6968"/>
                    <a:pt x="8800" y="6532"/>
                    <a:pt x="8800" y="5923"/>
                  </a:cubicBezTo>
                  <a:cubicBezTo>
                    <a:pt x="8800" y="3832"/>
                    <a:pt x="8800" y="3832"/>
                    <a:pt x="8800" y="3832"/>
                  </a:cubicBezTo>
                  <a:cubicBezTo>
                    <a:pt x="8800" y="0"/>
                    <a:pt x="8800" y="0"/>
                    <a:pt x="8800" y="0"/>
                  </a:cubicBezTo>
                  <a:cubicBezTo>
                    <a:pt x="8800" y="0"/>
                    <a:pt x="8800" y="0"/>
                    <a:pt x="8800" y="0"/>
                  </a:cubicBezTo>
                  <a:cubicBezTo>
                    <a:pt x="17600" y="6968"/>
                    <a:pt x="17600" y="6968"/>
                    <a:pt x="17600" y="6968"/>
                  </a:cubicBezTo>
                  <a:cubicBezTo>
                    <a:pt x="12400" y="6968"/>
                    <a:pt x="12400" y="6968"/>
                    <a:pt x="12400" y="6968"/>
                  </a:cubicBezTo>
                  <a:lnTo>
                    <a:pt x="10000" y="6968"/>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57" name="Shape">
              <a:extLst>
                <a:ext uri="{FF2B5EF4-FFF2-40B4-BE49-F238E27FC236}">
                  <a16:creationId xmlns:a16="http://schemas.microsoft.com/office/drawing/2014/main" id="{37F4E5E9-A189-E365-312D-B2BD0CD06580}"/>
                </a:ext>
              </a:extLst>
            </p:cNvPr>
            <p:cNvSpPr/>
            <p:nvPr/>
          </p:nvSpPr>
          <p:spPr>
            <a:xfrm>
              <a:off x="5457478" y="3002943"/>
              <a:ext cx="441271" cy="427318"/>
            </a:xfrm>
            <a:custGeom>
              <a:avLst/>
              <a:gdLst/>
              <a:ahLst/>
              <a:cxnLst>
                <a:cxn ang="0">
                  <a:pos x="wd2" y="hd2"/>
                </a:cxn>
                <a:cxn ang="5400000">
                  <a:pos x="wd2" y="hd2"/>
                </a:cxn>
                <a:cxn ang="10800000">
                  <a:pos x="wd2" y="hd2"/>
                </a:cxn>
                <a:cxn ang="16200000">
                  <a:pos x="wd2" y="hd2"/>
                </a:cxn>
              </a:cxnLst>
              <a:rect l="0" t="0" r="r" b="b"/>
              <a:pathLst>
                <a:path w="21600" h="21600" extrusionOk="0">
                  <a:moveTo>
                    <a:pt x="21200" y="16997"/>
                  </a:moveTo>
                  <a:cubicBezTo>
                    <a:pt x="19700" y="18413"/>
                    <a:pt x="19700" y="18413"/>
                    <a:pt x="19700" y="18413"/>
                  </a:cubicBezTo>
                  <a:cubicBezTo>
                    <a:pt x="21200" y="19830"/>
                    <a:pt x="21200" y="19830"/>
                    <a:pt x="21200" y="19830"/>
                  </a:cubicBezTo>
                  <a:cubicBezTo>
                    <a:pt x="21500" y="20007"/>
                    <a:pt x="21600" y="20272"/>
                    <a:pt x="21600" y="20538"/>
                  </a:cubicBezTo>
                  <a:cubicBezTo>
                    <a:pt x="21600" y="21157"/>
                    <a:pt x="21100" y="21600"/>
                    <a:pt x="20400" y="21600"/>
                  </a:cubicBezTo>
                  <a:cubicBezTo>
                    <a:pt x="20100" y="21600"/>
                    <a:pt x="19800" y="21511"/>
                    <a:pt x="19600" y="21246"/>
                  </a:cubicBezTo>
                  <a:cubicBezTo>
                    <a:pt x="18000" y="19918"/>
                    <a:pt x="18000" y="19918"/>
                    <a:pt x="18000" y="19918"/>
                  </a:cubicBezTo>
                  <a:cubicBezTo>
                    <a:pt x="16400" y="21246"/>
                    <a:pt x="16400" y="21246"/>
                    <a:pt x="16400" y="21246"/>
                  </a:cubicBezTo>
                  <a:cubicBezTo>
                    <a:pt x="16200" y="21511"/>
                    <a:pt x="15900" y="21600"/>
                    <a:pt x="15600" y="21600"/>
                  </a:cubicBezTo>
                  <a:cubicBezTo>
                    <a:pt x="14900" y="21600"/>
                    <a:pt x="14400" y="21157"/>
                    <a:pt x="14400" y="20538"/>
                  </a:cubicBezTo>
                  <a:cubicBezTo>
                    <a:pt x="14400" y="20272"/>
                    <a:pt x="14500" y="20007"/>
                    <a:pt x="14800" y="19830"/>
                  </a:cubicBezTo>
                  <a:cubicBezTo>
                    <a:pt x="16300" y="18413"/>
                    <a:pt x="16300" y="18413"/>
                    <a:pt x="16300" y="18413"/>
                  </a:cubicBezTo>
                  <a:cubicBezTo>
                    <a:pt x="14800" y="16997"/>
                    <a:pt x="14800" y="16997"/>
                    <a:pt x="14800" y="16997"/>
                  </a:cubicBezTo>
                  <a:cubicBezTo>
                    <a:pt x="14500" y="16820"/>
                    <a:pt x="14400" y="16554"/>
                    <a:pt x="14400" y="16289"/>
                  </a:cubicBezTo>
                  <a:cubicBezTo>
                    <a:pt x="14400" y="15669"/>
                    <a:pt x="14900" y="15226"/>
                    <a:pt x="15600" y="15226"/>
                  </a:cubicBezTo>
                  <a:cubicBezTo>
                    <a:pt x="15900" y="15226"/>
                    <a:pt x="16200" y="15315"/>
                    <a:pt x="16400" y="15580"/>
                  </a:cubicBezTo>
                  <a:cubicBezTo>
                    <a:pt x="18000" y="16908"/>
                    <a:pt x="18000" y="16908"/>
                    <a:pt x="18000" y="16908"/>
                  </a:cubicBezTo>
                  <a:cubicBezTo>
                    <a:pt x="19600" y="15580"/>
                    <a:pt x="19600" y="15580"/>
                    <a:pt x="19600" y="15580"/>
                  </a:cubicBezTo>
                  <a:cubicBezTo>
                    <a:pt x="19800" y="15315"/>
                    <a:pt x="20100" y="15226"/>
                    <a:pt x="20400" y="15226"/>
                  </a:cubicBezTo>
                  <a:cubicBezTo>
                    <a:pt x="21100" y="15226"/>
                    <a:pt x="21600" y="15669"/>
                    <a:pt x="21600" y="16289"/>
                  </a:cubicBezTo>
                  <a:cubicBezTo>
                    <a:pt x="21600" y="16554"/>
                    <a:pt x="21500" y="16820"/>
                    <a:pt x="21200" y="16997"/>
                  </a:cubicBezTo>
                  <a:moveTo>
                    <a:pt x="17600" y="15049"/>
                  </a:moveTo>
                  <a:cubicBezTo>
                    <a:pt x="17600" y="15049"/>
                    <a:pt x="17600" y="15049"/>
                    <a:pt x="17600" y="15049"/>
                  </a:cubicBezTo>
                  <a:cubicBezTo>
                    <a:pt x="17300" y="14784"/>
                    <a:pt x="17300" y="14784"/>
                    <a:pt x="17300" y="14784"/>
                  </a:cubicBezTo>
                  <a:cubicBezTo>
                    <a:pt x="17300" y="14784"/>
                    <a:pt x="17300" y="14784"/>
                    <a:pt x="17300" y="14784"/>
                  </a:cubicBezTo>
                  <a:cubicBezTo>
                    <a:pt x="16900" y="14430"/>
                    <a:pt x="16300" y="14164"/>
                    <a:pt x="15600" y="14164"/>
                  </a:cubicBezTo>
                  <a:cubicBezTo>
                    <a:pt x="14300" y="14164"/>
                    <a:pt x="13200" y="15138"/>
                    <a:pt x="13200" y="16289"/>
                  </a:cubicBezTo>
                  <a:cubicBezTo>
                    <a:pt x="13200" y="16908"/>
                    <a:pt x="13500" y="17439"/>
                    <a:pt x="13900" y="17793"/>
                  </a:cubicBezTo>
                  <a:cubicBezTo>
                    <a:pt x="14600" y="18413"/>
                    <a:pt x="14600" y="18413"/>
                    <a:pt x="14600" y="18413"/>
                  </a:cubicBezTo>
                  <a:cubicBezTo>
                    <a:pt x="13900" y="19033"/>
                    <a:pt x="13900" y="19033"/>
                    <a:pt x="13900" y="19033"/>
                  </a:cubicBezTo>
                  <a:cubicBezTo>
                    <a:pt x="13900" y="19033"/>
                    <a:pt x="13900" y="19033"/>
                    <a:pt x="13900" y="19033"/>
                  </a:cubicBezTo>
                  <a:cubicBezTo>
                    <a:pt x="13500" y="19387"/>
                    <a:pt x="13200" y="19918"/>
                    <a:pt x="13200" y="20538"/>
                  </a:cubicBezTo>
                  <a:cubicBezTo>
                    <a:pt x="12400" y="20538"/>
                    <a:pt x="12400" y="20538"/>
                    <a:pt x="12400" y="20538"/>
                  </a:cubicBezTo>
                  <a:cubicBezTo>
                    <a:pt x="1200" y="20538"/>
                    <a:pt x="1200" y="20538"/>
                    <a:pt x="1200" y="20538"/>
                  </a:cubicBezTo>
                  <a:cubicBezTo>
                    <a:pt x="500" y="20538"/>
                    <a:pt x="0" y="20095"/>
                    <a:pt x="0" y="19475"/>
                  </a:cubicBezTo>
                  <a:cubicBezTo>
                    <a:pt x="0" y="1062"/>
                    <a:pt x="0" y="1062"/>
                    <a:pt x="0" y="1062"/>
                  </a:cubicBezTo>
                  <a:cubicBezTo>
                    <a:pt x="0" y="443"/>
                    <a:pt x="500" y="0"/>
                    <a:pt x="1200" y="0"/>
                  </a:cubicBezTo>
                  <a:cubicBezTo>
                    <a:pt x="4000" y="0"/>
                    <a:pt x="4000" y="0"/>
                    <a:pt x="4000" y="0"/>
                  </a:cubicBezTo>
                  <a:cubicBezTo>
                    <a:pt x="7600" y="0"/>
                    <a:pt x="7600" y="0"/>
                    <a:pt x="7600" y="0"/>
                  </a:cubicBezTo>
                  <a:cubicBezTo>
                    <a:pt x="7600" y="3895"/>
                    <a:pt x="7600" y="3895"/>
                    <a:pt x="7600" y="3895"/>
                  </a:cubicBezTo>
                  <a:cubicBezTo>
                    <a:pt x="7600" y="6020"/>
                    <a:pt x="7600" y="6020"/>
                    <a:pt x="7600" y="6020"/>
                  </a:cubicBezTo>
                  <a:cubicBezTo>
                    <a:pt x="7600" y="7170"/>
                    <a:pt x="8700" y="8144"/>
                    <a:pt x="10000" y="8144"/>
                  </a:cubicBezTo>
                  <a:cubicBezTo>
                    <a:pt x="12400" y="8144"/>
                    <a:pt x="12400" y="8144"/>
                    <a:pt x="12400" y="8144"/>
                  </a:cubicBezTo>
                  <a:cubicBezTo>
                    <a:pt x="17600" y="8144"/>
                    <a:pt x="17600" y="8144"/>
                    <a:pt x="17600" y="8144"/>
                  </a:cubicBezTo>
                  <a:cubicBezTo>
                    <a:pt x="17600" y="14164"/>
                    <a:pt x="17600" y="14164"/>
                    <a:pt x="17600" y="14164"/>
                  </a:cubicBezTo>
                  <a:lnTo>
                    <a:pt x="17600" y="15049"/>
                  </a:lnTo>
                  <a:close/>
                  <a:moveTo>
                    <a:pt x="10000" y="7082"/>
                  </a:moveTo>
                  <a:cubicBezTo>
                    <a:pt x="9300" y="7082"/>
                    <a:pt x="8800" y="6639"/>
                    <a:pt x="8800" y="6020"/>
                  </a:cubicBezTo>
                  <a:cubicBezTo>
                    <a:pt x="8800" y="3895"/>
                    <a:pt x="8800" y="3895"/>
                    <a:pt x="8800" y="3895"/>
                  </a:cubicBezTo>
                  <a:cubicBezTo>
                    <a:pt x="8800" y="0"/>
                    <a:pt x="8800" y="0"/>
                    <a:pt x="8800" y="0"/>
                  </a:cubicBezTo>
                  <a:cubicBezTo>
                    <a:pt x="17600" y="7082"/>
                    <a:pt x="17600" y="7082"/>
                    <a:pt x="17600" y="7082"/>
                  </a:cubicBezTo>
                  <a:cubicBezTo>
                    <a:pt x="12400" y="7082"/>
                    <a:pt x="12400" y="7082"/>
                    <a:pt x="12400" y="7082"/>
                  </a:cubicBezTo>
                  <a:lnTo>
                    <a:pt x="10000" y="7082"/>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58" name="Shape">
              <a:extLst>
                <a:ext uri="{FF2B5EF4-FFF2-40B4-BE49-F238E27FC236}">
                  <a16:creationId xmlns:a16="http://schemas.microsoft.com/office/drawing/2014/main" id="{6793DE7D-ED00-E612-7DD0-9897A32A9CAA}"/>
                </a:ext>
              </a:extLst>
            </p:cNvPr>
            <p:cNvSpPr/>
            <p:nvPr/>
          </p:nvSpPr>
          <p:spPr>
            <a:xfrm>
              <a:off x="4542402" y="3002943"/>
              <a:ext cx="441271" cy="413365"/>
            </a:xfrm>
            <a:custGeom>
              <a:avLst/>
              <a:gdLst/>
              <a:ahLst/>
              <a:cxnLst>
                <a:cxn ang="0">
                  <a:pos x="wd2" y="hd2"/>
                </a:cxn>
                <a:cxn ang="5400000">
                  <a:pos x="wd2" y="hd2"/>
                </a:cxn>
                <a:cxn ang="10800000">
                  <a:pos x="wd2" y="hd2"/>
                </a:cxn>
                <a:cxn ang="16200000">
                  <a:pos x="wd2" y="hd2"/>
                </a:cxn>
              </a:cxnLst>
              <a:rect l="0" t="0" r="r" b="b"/>
              <a:pathLst>
                <a:path w="21600" h="21600" extrusionOk="0">
                  <a:moveTo>
                    <a:pt x="21200" y="18305"/>
                  </a:moveTo>
                  <a:cubicBezTo>
                    <a:pt x="18000" y="21234"/>
                    <a:pt x="18000" y="21234"/>
                    <a:pt x="18000" y="21234"/>
                  </a:cubicBezTo>
                  <a:cubicBezTo>
                    <a:pt x="17800" y="21508"/>
                    <a:pt x="17500" y="21600"/>
                    <a:pt x="17200" y="21600"/>
                  </a:cubicBezTo>
                  <a:cubicBezTo>
                    <a:pt x="16900" y="21600"/>
                    <a:pt x="16600" y="21508"/>
                    <a:pt x="16400" y="21234"/>
                  </a:cubicBezTo>
                  <a:cubicBezTo>
                    <a:pt x="14800" y="19769"/>
                    <a:pt x="14800" y="19769"/>
                    <a:pt x="14800" y="19769"/>
                  </a:cubicBezTo>
                  <a:cubicBezTo>
                    <a:pt x="14500" y="19586"/>
                    <a:pt x="14400" y="19312"/>
                    <a:pt x="14400" y="19037"/>
                  </a:cubicBezTo>
                  <a:cubicBezTo>
                    <a:pt x="14400" y="18397"/>
                    <a:pt x="14900" y="17939"/>
                    <a:pt x="15600" y="17939"/>
                  </a:cubicBezTo>
                  <a:cubicBezTo>
                    <a:pt x="15900" y="17939"/>
                    <a:pt x="16200" y="18031"/>
                    <a:pt x="16400" y="18305"/>
                  </a:cubicBezTo>
                  <a:cubicBezTo>
                    <a:pt x="17200" y="18946"/>
                    <a:pt x="17200" y="18946"/>
                    <a:pt x="17200" y="18946"/>
                  </a:cubicBezTo>
                  <a:cubicBezTo>
                    <a:pt x="19600" y="16841"/>
                    <a:pt x="19600" y="16841"/>
                    <a:pt x="19600" y="16841"/>
                  </a:cubicBezTo>
                  <a:cubicBezTo>
                    <a:pt x="19800" y="16566"/>
                    <a:pt x="20100" y="16475"/>
                    <a:pt x="20400" y="16475"/>
                  </a:cubicBezTo>
                  <a:cubicBezTo>
                    <a:pt x="21100" y="16475"/>
                    <a:pt x="21600" y="16932"/>
                    <a:pt x="21600" y="17573"/>
                  </a:cubicBezTo>
                  <a:cubicBezTo>
                    <a:pt x="21600" y="17847"/>
                    <a:pt x="21500" y="18122"/>
                    <a:pt x="21200" y="18305"/>
                  </a:cubicBezTo>
                  <a:moveTo>
                    <a:pt x="17600" y="17024"/>
                  </a:moveTo>
                  <a:cubicBezTo>
                    <a:pt x="17200" y="17390"/>
                    <a:pt x="17200" y="17390"/>
                    <a:pt x="17200" y="17390"/>
                  </a:cubicBezTo>
                  <a:cubicBezTo>
                    <a:pt x="16800" y="17024"/>
                    <a:pt x="16200" y="16841"/>
                    <a:pt x="15600" y="16841"/>
                  </a:cubicBezTo>
                  <a:cubicBezTo>
                    <a:pt x="14300" y="16841"/>
                    <a:pt x="13200" y="17847"/>
                    <a:pt x="13200" y="19037"/>
                  </a:cubicBezTo>
                  <a:cubicBezTo>
                    <a:pt x="13200" y="19678"/>
                    <a:pt x="13500" y="20227"/>
                    <a:pt x="13900" y="20593"/>
                  </a:cubicBezTo>
                  <a:cubicBezTo>
                    <a:pt x="14600" y="21234"/>
                    <a:pt x="14600" y="21234"/>
                    <a:pt x="14600" y="21234"/>
                  </a:cubicBezTo>
                  <a:cubicBezTo>
                    <a:pt x="10400" y="21234"/>
                    <a:pt x="10400" y="21234"/>
                    <a:pt x="10400" y="21234"/>
                  </a:cubicBezTo>
                  <a:cubicBezTo>
                    <a:pt x="1200" y="21234"/>
                    <a:pt x="1200" y="21234"/>
                    <a:pt x="1200" y="21234"/>
                  </a:cubicBezTo>
                  <a:cubicBezTo>
                    <a:pt x="500" y="21234"/>
                    <a:pt x="0" y="20776"/>
                    <a:pt x="0" y="20136"/>
                  </a:cubicBezTo>
                  <a:cubicBezTo>
                    <a:pt x="0" y="1098"/>
                    <a:pt x="0" y="1098"/>
                    <a:pt x="0" y="1098"/>
                  </a:cubicBezTo>
                  <a:cubicBezTo>
                    <a:pt x="0" y="458"/>
                    <a:pt x="500" y="0"/>
                    <a:pt x="1200" y="0"/>
                  </a:cubicBezTo>
                  <a:cubicBezTo>
                    <a:pt x="4000" y="0"/>
                    <a:pt x="4000" y="0"/>
                    <a:pt x="4000" y="0"/>
                  </a:cubicBezTo>
                  <a:cubicBezTo>
                    <a:pt x="7600" y="0"/>
                    <a:pt x="7600" y="0"/>
                    <a:pt x="7600" y="0"/>
                  </a:cubicBezTo>
                  <a:cubicBezTo>
                    <a:pt x="7600" y="4027"/>
                    <a:pt x="7600" y="4027"/>
                    <a:pt x="7600" y="4027"/>
                  </a:cubicBezTo>
                  <a:cubicBezTo>
                    <a:pt x="7600" y="6224"/>
                    <a:pt x="7600" y="6224"/>
                    <a:pt x="7600" y="6224"/>
                  </a:cubicBezTo>
                  <a:cubicBezTo>
                    <a:pt x="7600" y="7414"/>
                    <a:pt x="8700" y="8420"/>
                    <a:pt x="10000" y="8420"/>
                  </a:cubicBezTo>
                  <a:cubicBezTo>
                    <a:pt x="12400" y="8420"/>
                    <a:pt x="12400" y="8420"/>
                    <a:pt x="12400" y="8420"/>
                  </a:cubicBezTo>
                  <a:cubicBezTo>
                    <a:pt x="17600" y="8420"/>
                    <a:pt x="17600" y="8420"/>
                    <a:pt x="17600" y="8420"/>
                  </a:cubicBezTo>
                  <a:cubicBezTo>
                    <a:pt x="17600" y="15010"/>
                    <a:pt x="17600" y="15010"/>
                    <a:pt x="17600" y="15010"/>
                  </a:cubicBezTo>
                  <a:lnTo>
                    <a:pt x="17600" y="17024"/>
                  </a:lnTo>
                  <a:close/>
                  <a:moveTo>
                    <a:pt x="10000" y="7322"/>
                  </a:moveTo>
                  <a:cubicBezTo>
                    <a:pt x="9300" y="7322"/>
                    <a:pt x="8800" y="6864"/>
                    <a:pt x="8800" y="6224"/>
                  </a:cubicBezTo>
                  <a:cubicBezTo>
                    <a:pt x="8800" y="4027"/>
                    <a:pt x="8800" y="4027"/>
                    <a:pt x="8800" y="4027"/>
                  </a:cubicBezTo>
                  <a:cubicBezTo>
                    <a:pt x="8800" y="0"/>
                    <a:pt x="8800" y="0"/>
                    <a:pt x="8800" y="0"/>
                  </a:cubicBezTo>
                  <a:cubicBezTo>
                    <a:pt x="17600" y="7322"/>
                    <a:pt x="17600" y="7322"/>
                    <a:pt x="17600" y="7322"/>
                  </a:cubicBezTo>
                  <a:cubicBezTo>
                    <a:pt x="12400" y="7322"/>
                    <a:pt x="12400" y="7322"/>
                    <a:pt x="12400" y="7322"/>
                  </a:cubicBezTo>
                  <a:lnTo>
                    <a:pt x="10000" y="7322"/>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59" name="Shape">
              <a:extLst>
                <a:ext uri="{FF2B5EF4-FFF2-40B4-BE49-F238E27FC236}">
                  <a16:creationId xmlns:a16="http://schemas.microsoft.com/office/drawing/2014/main" id="{DE7EBCFA-A9B3-B618-EFE8-078272CE3BCA}"/>
                </a:ext>
              </a:extLst>
            </p:cNvPr>
            <p:cNvSpPr/>
            <p:nvPr/>
          </p:nvSpPr>
          <p:spPr>
            <a:xfrm>
              <a:off x="3625293" y="3002943"/>
              <a:ext cx="433136" cy="406388"/>
            </a:xfrm>
            <a:custGeom>
              <a:avLst/>
              <a:gdLst/>
              <a:ahLst/>
              <a:cxnLst>
                <a:cxn ang="0">
                  <a:pos x="wd2" y="hd2"/>
                </a:cxn>
                <a:cxn ang="5400000">
                  <a:pos x="wd2" y="hd2"/>
                </a:cxn>
                <a:cxn ang="10800000">
                  <a:pos x="wd2" y="hd2"/>
                </a:cxn>
                <a:cxn ang="16200000">
                  <a:pos x="wd2" y="hd2"/>
                </a:cxn>
              </a:cxnLst>
              <a:rect l="0" t="0" r="r" b="b"/>
              <a:pathLst>
                <a:path w="21600" h="21600" extrusionOk="0">
                  <a:moveTo>
                    <a:pt x="20377" y="20483"/>
                  </a:moveTo>
                  <a:cubicBezTo>
                    <a:pt x="19155" y="20483"/>
                    <a:pt x="19155" y="20483"/>
                    <a:pt x="19155" y="20483"/>
                  </a:cubicBezTo>
                  <a:cubicBezTo>
                    <a:pt x="16709" y="20483"/>
                    <a:pt x="16709" y="20483"/>
                    <a:pt x="16709" y="20483"/>
                  </a:cubicBezTo>
                  <a:cubicBezTo>
                    <a:pt x="15487" y="20483"/>
                    <a:pt x="15487" y="20483"/>
                    <a:pt x="15487" y="20483"/>
                  </a:cubicBezTo>
                  <a:cubicBezTo>
                    <a:pt x="14774" y="20483"/>
                    <a:pt x="14264" y="20017"/>
                    <a:pt x="14264" y="19366"/>
                  </a:cubicBezTo>
                  <a:cubicBezTo>
                    <a:pt x="14264" y="18714"/>
                    <a:pt x="14774" y="18248"/>
                    <a:pt x="15487" y="18248"/>
                  </a:cubicBezTo>
                  <a:cubicBezTo>
                    <a:pt x="16302" y="18248"/>
                    <a:pt x="16302" y="18248"/>
                    <a:pt x="16302" y="18248"/>
                  </a:cubicBezTo>
                  <a:cubicBezTo>
                    <a:pt x="16709" y="18248"/>
                    <a:pt x="16709" y="18248"/>
                    <a:pt x="16709" y="18248"/>
                  </a:cubicBezTo>
                  <a:cubicBezTo>
                    <a:pt x="19155" y="18248"/>
                    <a:pt x="19155" y="18248"/>
                    <a:pt x="19155" y="18248"/>
                  </a:cubicBezTo>
                  <a:cubicBezTo>
                    <a:pt x="20377" y="18248"/>
                    <a:pt x="20377" y="18248"/>
                    <a:pt x="20377" y="18248"/>
                  </a:cubicBezTo>
                  <a:cubicBezTo>
                    <a:pt x="21091" y="18248"/>
                    <a:pt x="21600" y="18714"/>
                    <a:pt x="21600" y="19366"/>
                  </a:cubicBezTo>
                  <a:cubicBezTo>
                    <a:pt x="21600" y="20017"/>
                    <a:pt x="21091" y="20483"/>
                    <a:pt x="20377" y="20483"/>
                  </a:cubicBezTo>
                  <a:moveTo>
                    <a:pt x="17932" y="14897"/>
                  </a:moveTo>
                  <a:cubicBezTo>
                    <a:pt x="17932" y="17131"/>
                    <a:pt x="17932" y="17131"/>
                    <a:pt x="17932" y="17131"/>
                  </a:cubicBezTo>
                  <a:cubicBezTo>
                    <a:pt x="15487" y="17131"/>
                    <a:pt x="15487" y="17131"/>
                    <a:pt x="15487" y="17131"/>
                  </a:cubicBezTo>
                  <a:cubicBezTo>
                    <a:pt x="14162" y="17131"/>
                    <a:pt x="13042" y="18155"/>
                    <a:pt x="13042" y="19366"/>
                  </a:cubicBezTo>
                  <a:cubicBezTo>
                    <a:pt x="13042" y="20576"/>
                    <a:pt x="14162" y="21600"/>
                    <a:pt x="15487" y="21600"/>
                  </a:cubicBezTo>
                  <a:cubicBezTo>
                    <a:pt x="1223" y="21600"/>
                    <a:pt x="1223" y="21600"/>
                    <a:pt x="1223" y="21600"/>
                  </a:cubicBezTo>
                  <a:cubicBezTo>
                    <a:pt x="509" y="21600"/>
                    <a:pt x="0" y="21134"/>
                    <a:pt x="0" y="20483"/>
                  </a:cubicBezTo>
                  <a:cubicBezTo>
                    <a:pt x="0" y="1117"/>
                    <a:pt x="0" y="1117"/>
                    <a:pt x="0" y="1117"/>
                  </a:cubicBezTo>
                  <a:cubicBezTo>
                    <a:pt x="0" y="466"/>
                    <a:pt x="509" y="0"/>
                    <a:pt x="1223" y="0"/>
                  </a:cubicBezTo>
                  <a:cubicBezTo>
                    <a:pt x="4075" y="0"/>
                    <a:pt x="4075" y="0"/>
                    <a:pt x="4075" y="0"/>
                  </a:cubicBezTo>
                  <a:cubicBezTo>
                    <a:pt x="4075" y="0"/>
                    <a:pt x="4075" y="0"/>
                    <a:pt x="4075" y="0"/>
                  </a:cubicBezTo>
                  <a:cubicBezTo>
                    <a:pt x="7743" y="0"/>
                    <a:pt x="7743" y="0"/>
                    <a:pt x="7743" y="0"/>
                  </a:cubicBezTo>
                  <a:cubicBezTo>
                    <a:pt x="7743" y="4097"/>
                    <a:pt x="7743" y="4097"/>
                    <a:pt x="7743" y="4097"/>
                  </a:cubicBezTo>
                  <a:cubicBezTo>
                    <a:pt x="7743" y="6331"/>
                    <a:pt x="7743" y="6331"/>
                    <a:pt x="7743" y="6331"/>
                  </a:cubicBezTo>
                  <a:cubicBezTo>
                    <a:pt x="7743" y="7541"/>
                    <a:pt x="8864" y="8566"/>
                    <a:pt x="10189" y="8566"/>
                  </a:cubicBezTo>
                  <a:cubicBezTo>
                    <a:pt x="12634" y="8566"/>
                    <a:pt x="12634" y="8566"/>
                    <a:pt x="12634" y="8566"/>
                  </a:cubicBezTo>
                  <a:cubicBezTo>
                    <a:pt x="17932" y="8566"/>
                    <a:pt x="17932" y="8566"/>
                    <a:pt x="17932" y="8566"/>
                  </a:cubicBezTo>
                  <a:lnTo>
                    <a:pt x="17932" y="14897"/>
                  </a:lnTo>
                  <a:close/>
                  <a:moveTo>
                    <a:pt x="10189" y="7448"/>
                  </a:moveTo>
                  <a:cubicBezTo>
                    <a:pt x="9475" y="7448"/>
                    <a:pt x="8966" y="6983"/>
                    <a:pt x="8966" y="6331"/>
                  </a:cubicBezTo>
                  <a:cubicBezTo>
                    <a:pt x="8966" y="4097"/>
                    <a:pt x="8966" y="4097"/>
                    <a:pt x="8966" y="4097"/>
                  </a:cubicBezTo>
                  <a:cubicBezTo>
                    <a:pt x="8966" y="0"/>
                    <a:pt x="8966" y="0"/>
                    <a:pt x="8966" y="0"/>
                  </a:cubicBezTo>
                  <a:cubicBezTo>
                    <a:pt x="17932" y="7448"/>
                    <a:pt x="17932" y="7448"/>
                    <a:pt x="17932" y="7448"/>
                  </a:cubicBezTo>
                  <a:cubicBezTo>
                    <a:pt x="12634" y="7448"/>
                    <a:pt x="12634" y="7448"/>
                    <a:pt x="12634" y="7448"/>
                  </a:cubicBezTo>
                  <a:lnTo>
                    <a:pt x="10189" y="7448"/>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60" name="Shape">
              <a:extLst>
                <a:ext uri="{FF2B5EF4-FFF2-40B4-BE49-F238E27FC236}">
                  <a16:creationId xmlns:a16="http://schemas.microsoft.com/office/drawing/2014/main" id="{0B1FD44C-C9C9-D92A-B35C-EA31B982EBDE}"/>
                </a:ext>
              </a:extLst>
            </p:cNvPr>
            <p:cNvSpPr/>
            <p:nvPr/>
          </p:nvSpPr>
          <p:spPr>
            <a:xfrm>
              <a:off x="2708183" y="3002943"/>
              <a:ext cx="435170" cy="427318"/>
            </a:xfrm>
            <a:custGeom>
              <a:avLst/>
              <a:gdLst/>
              <a:ahLst/>
              <a:cxnLst>
                <a:cxn ang="0">
                  <a:pos x="wd2" y="hd2"/>
                </a:cxn>
                <a:cxn ang="5400000">
                  <a:pos x="wd2" y="hd2"/>
                </a:cxn>
                <a:cxn ang="10800000">
                  <a:pos x="wd2" y="hd2"/>
                </a:cxn>
                <a:cxn ang="16200000">
                  <a:pos x="wd2" y="hd2"/>
                </a:cxn>
              </a:cxnLst>
              <a:rect l="0" t="0" r="r" b="b"/>
              <a:pathLst>
                <a:path w="21600" h="21600" extrusionOk="0">
                  <a:moveTo>
                    <a:pt x="20377" y="19475"/>
                  </a:moveTo>
                  <a:cubicBezTo>
                    <a:pt x="19155" y="19475"/>
                    <a:pt x="19155" y="19475"/>
                    <a:pt x="19155" y="19475"/>
                  </a:cubicBezTo>
                  <a:cubicBezTo>
                    <a:pt x="19155" y="20538"/>
                    <a:pt x="19155" y="20538"/>
                    <a:pt x="19155" y="20538"/>
                  </a:cubicBezTo>
                  <a:cubicBezTo>
                    <a:pt x="19155" y="21157"/>
                    <a:pt x="18645" y="21600"/>
                    <a:pt x="17932" y="21600"/>
                  </a:cubicBezTo>
                  <a:cubicBezTo>
                    <a:pt x="17219" y="21600"/>
                    <a:pt x="16709" y="21157"/>
                    <a:pt x="16709" y="20538"/>
                  </a:cubicBezTo>
                  <a:cubicBezTo>
                    <a:pt x="16709" y="19475"/>
                    <a:pt x="16709" y="19475"/>
                    <a:pt x="16709" y="19475"/>
                  </a:cubicBezTo>
                  <a:cubicBezTo>
                    <a:pt x="15487" y="19475"/>
                    <a:pt x="15487" y="19475"/>
                    <a:pt x="15487" y="19475"/>
                  </a:cubicBezTo>
                  <a:cubicBezTo>
                    <a:pt x="14774" y="19475"/>
                    <a:pt x="14264" y="19033"/>
                    <a:pt x="14264" y="18413"/>
                  </a:cubicBezTo>
                  <a:cubicBezTo>
                    <a:pt x="14264" y="17793"/>
                    <a:pt x="14774" y="17351"/>
                    <a:pt x="15487" y="17351"/>
                  </a:cubicBezTo>
                  <a:cubicBezTo>
                    <a:pt x="16709" y="17351"/>
                    <a:pt x="16709" y="17351"/>
                    <a:pt x="16709" y="17351"/>
                  </a:cubicBezTo>
                  <a:cubicBezTo>
                    <a:pt x="16709" y="16289"/>
                    <a:pt x="16709" y="16289"/>
                    <a:pt x="16709" y="16289"/>
                  </a:cubicBezTo>
                  <a:cubicBezTo>
                    <a:pt x="16709" y="15669"/>
                    <a:pt x="17219" y="15226"/>
                    <a:pt x="17932" y="15226"/>
                  </a:cubicBezTo>
                  <a:cubicBezTo>
                    <a:pt x="18645" y="15226"/>
                    <a:pt x="19155" y="15669"/>
                    <a:pt x="19155" y="16289"/>
                  </a:cubicBezTo>
                  <a:cubicBezTo>
                    <a:pt x="19155" y="17351"/>
                    <a:pt x="19155" y="17351"/>
                    <a:pt x="19155" y="17351"/>
                  </a:cubicBezTo>
                  <a:cubicBezTo>
                    <a:pt x="20377" y="17351"/>
                    <a:pt x="20377" y="17351"/>
                    <a:pt x="20377" y="17351"/>
                  </a:cubicBezTo>
                  <a:cubicBezTo>
                    <a:pt x="21091" y="17351"/>
                    <a:pt x="21600" y="17793"/>
                    <a:pt x="21600" y="18413"/>
                  </a:cubicBezTo>
                  <a:cubicBezTo>
                    <a:pt x="21600" y="19033"/>
                    <a:pt x="21091" y="19475"/>
                    <a:pt x="20377" y="19475"/>
                  </a:cubicBezTo>
                  <a:moveTo>
                    <a:pt x="15487" y="16289"/>
                  </a:moveTo>
                  <a:cubicBezTo>
                    <a:pt x="14162" y="16289"/>
                    <a:pt x="13042" y="17262"/>
                    <a:pt x="13042" y="18413"/>
                  </a:cubicBezTo>
                  <a:cubicBezTo>
                    <a:pt x="13042" y="19564"/>
                    <a:pt x="14162" y="20538"/>
                    <a:pt x="15487" y="20538"/>
                  </a:cubicBezTo>
                  <a:cubicBezTo>
                    <a:pt x="1223" y="20538"/>
                    <a:pt x="1223" y="20538"/>
                    <a:pt x="1223" y="20538"/>
                  </a:cubicBezTo>
                  <a:cubicBezTo>
                    <a:pt x="509" y="20538"/>
                    <a:pt x="0" y="20095"/>
                    <a:pt x="0" y="19475"/>
                  </a:cubicBezTo>
                  <a:cubicBezTo>
                    <a:pt x="0" y="1062"/>
                    <a:pt x="0" y="1062"/>
                    <a:pt x="0" y="1062"/>
                  </a:cubicBezTo>
                  <a:cubicBezTo>
                    <a:pt x="0" y="443"/>
                    <a:pt x="509" y="0"/>
                    <a:pt x="1223" y="0"/>
                  </a:cubicBezTo>
                  <a:cubicBezTo>
                    <a:pt x="4075" y="0"/>
                    <a:pt x="4075" y="0"/>
                    <a:pt x="4075" y="0"/>
                  </a:cubicBezTo>
                  <a:cubicBezTo>
                    <a:pt x="4075" y="0"/>
                    <a:pt x="4075" y="0"/>
                    <a:pt x="4075" y="0"/>
                  </a:cubicBezTo>
                  <a:cubicBezTo>
                    <a:pt x="7743" y="0"/>
                    <a:pt x="7743" y="0"/>
                    <a:pt x="7743" y="0"/>
                  </a:cubicBezTo>
                  <a:cubicBezTo>
                    <a:pt x="7743" y="3895"/>
                    <a:pt x="7743" y="3895"/>
                    <a:pt x="7743" y="3895"/>
                  </a:cubicBezTo>
                  <a:cubicBezTo>
                    <a:pt x="7743" y="6020"/>
                    <a:pt x="7743" y="6020"/>
                    <a:pt x="7743" y="6020"/>
                  </a:cubicBezTo>
                  <a:cubicBezTo>
                    <a:pt x="7743" y="7170"/>
                    <a:pt x="8864" y="8144"/>
                    <a:pt x="10189" y="8144"/>
                  </a:cubicBezTo>
                  <a:cubicBezTo>
                    <a:pt x="12634" y="8144"/>
                    <a:pt x="12634" y="8144"/>
                    <a:pt x="12634" y="8144"/>
                  </a:cubicBezTo>
                  <a:cubicBezTo>
                    <a:pt x="17932" y="8144"/>
                    <a:pt x="17932" y="8144"/>
                    <a:pt x="17932" y="8144"/>
                  </a:cubicBezTo>
                  <a:cubicBezTo>
                    <a:pt x="17932" y="14164"/>
                    <a:pt x="17932" y="14164"/>
                    <a:pt x="17932" y="14164"/>
                  </a:cubicBezTo>
                  <a:cubicBezTo>
                    <a:pt x="16608" y="14164"/>
                    <a:pt x="15487" y="15138"/>
                    <a:pt x="15487" y="16289"/>
                  </a:cubicBezTo>
                  <a:moveTo>
                    <a:pt x="10189" y="7082"/>
                  </a:moveTo>
                  <a:cubicBezTo>
                    <a:pt x="9475" y="7082"/>
                    <a:pt x="8966" y="6639"/>
                    <a:pt x="8966" y="6020"/>
                  </a:cubicBezTo>
                  <a:cubicBezTo>
                    <a:pt x="8966" y="3895"/>
                    <a:pt x="8966" y="3895"/>
                    <a:pt x="8966" y="3895"/>
                  </a:cubicBezTo>
                  <a:cubicBezTo>
                    <a:pt x="8966" y="0"/>
                    <a:pt x="8966" y="0"/>
                    <a:pt x="8966" y="0"/>
                  </a:cubicBezTo>
                  <a:cubicBezTo>
                    <a:pt x="17932" y="7082"/>
                    <a:pt x="17932" y="7082"/>
                    <a:pt x="17932" y="7082"/>
                  </a:cubicBezTo>
                  <a:cubicBezTo>
                    <a:pt x="12634" y="7082"/>
                    <a:pt x="12634" y="7082"/>
                    <a:pt x="12634" y="7082"/>
                  </a:cubicBezTo>
                  <a:lnTo>
                    <a:pt x="10189" y="7082"/>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61" name="Shape">
              <a:extLst>
                <a:ext uri="{FF2B5EF4-FFF2-40B4-BE49-F238E27FC236}">
                  <a16:creationId xmlns:a16="http://schemas.microsoft.com/office/drawing/2014/main" id="{905A1F5A-F8C8-B314-243E-013D2723E17B}"/>
                </a:ext>
              </a:extLst>
            </p:cNvPr>
            <p:cNvSpPr/>
            <p:nvPr/>
          </p:nvSpPr>
          <p:spPr>
            <a:xfrm>
              <a:off x="1768704" y="2987245"/>
              <a:ext cx="408735" cy="449993"/>
            </a:xfrm>
            <a:custGeom>
              <a:avLst/>
              <a:gdLst/>
              <a:ahLst/>
              <a:cxnLst>
                <a:cxn ang="0">
                  <a:pos x="wd2" y="hd2"/>
                </a:cxn>
                <a:cxn ang="5400000">
                  <a:pos x="wd2" y="hd2"/>
                </a:cxn>
                <a:cxn ang="10800000">
                  <a:pos x="wd2" y="hd2"/>
                </a:cxn>
                <a:cxn ang="16200000">
                  <a:pos x="wd2" y="hd2"/>
                </a:cxn>
              </a:cxnLst>
              <a:rect l="0" t="0" r="r" b="b"/>
              <a:pathLst>
                <a:path w="21600" h="21600" extrusionOk="0">
                  <a:moveTo>
                    <a:pt x="20304" y="19575"/>
                  </a:moveTo>
                  <a:cubicBezTo>
                    <a:pt x="3888" y="19575"/>
                    <a:pt x="3888" y="19575"/>
                    <a:pt x="3888" y="19575"/>
                  </a:cubicBezTo>
                  <a:cubicBezTo>
                    <a:pt x="3132" y="19575"/>
                    <a:pt x="2592" y="19153"/>
                    <a:pt x="2592" y="18563"/>
                  </a:cubicBezTo>
                  <a:cubicBezTo>
                    <a:pt x="2592" y="1012"/>
                    <a:pt x="2592" y="1012"/>
                    <a:pt x="2592" y="1012"/>
                  </a:cubicBezTo>
                  <a:cubicBezTo>
                    <a:pt x="2592" y="422"/>
                    <a:pt x="3132" y="0"/>
                    <a:pt x="3888" y="0"/>
                  </a:cubicBezTo>
                  <a:cubicBezTo>
                    <a:pt x="10800" y="0"/>
                    <a:pt x="10800" y="0"/>
                    <a:pt x="10800" y="0"/>
                  </a:cubicBezTo>
                  <a:cubicBezTo>
                    <a:pt x="10800" y="3712"/>
                    <a:pt x="10800" y="3712"/>
                    <a:pt x="10800" y="3712"/>
                  </a:cubicBezTo>
                  <a:cubicBezTo>
                    <a:pt x="10800" y="5737"/>
                    <a:pt x="10800" y="5737"/>
                    <a:pt x="10800" y="5737"/>
                  </a:cubicBezTo>
                  <a:cubicBezTo>
                    <a:pt x="10800" y="6834"/>
                    <a:pt x="11988" y="7762"/>
                    <a:pt x="13392" y="7762"/>
                  </a:cubicBezTo>
                  <a:cubicBezTo>
                    <a:pt x="15984" y="7762"/>
                    <a:pt x="15984" y="7762"/>
                    <a:pt x="15984" y="7762"/>
                  </a:cubicBezTo>
                  <a:cubicBezTo>
                    <a:pt x="21600" y="7762"/>
                    <a:pt x="21600" y="7762"/>
                    <a:pt x="21600" y="7762"/>
                  </a:cubicBezTo>
                  <a:cubicBezTo>
                    <a:pt x="21600" y="15863"/>
                    <a:pt x="21600" y="15863"/>
                    <a:pt x="21600" y="15863"/>
                  </a:cubicBezTo>
                  <a:cubicBezTo>
                    <a:pt x="21600" y="18563"/>
                    <a:pt x="21600" y="18563"/>
                    <a:pt x="21600" y="18563"/>
                  </a:cubicBezTo>
                  <a:cubicBezTo>
                    <a:pt x="21600" y="19153"/>
                    <a:pt x="21060" y="19575"/>
                    <a:pt x="20304" y="19575"/>
                  </a:cubicBezTo>
                  <a:moveTo>
                    <a:pt x="13392" y="6750"/>
                  </a:moveTo>
                  <a:cubicBezTo>
                    <a:pt x="12636" y="6750"/>
                    <a:pt x="12096" y="6328"/>
                    <a:pt x="12096" y="5737"/>
                  </a:cubicBezTo>
                  <a:cubicBezTo>
                    <a:pt x="12096" y="3712"/>
                    <a:pt x="12096" y="3712"/>
                    <a:pt x="12096" y="3712"/>
                  </a:cubicBezTo>
                  <a:cubicBezTo>
                    <a:pt x="12096" y="0"/>
                    <a:pt x="12096" y="0"/>
                    <a:pt x="12096" y="0"/>
                  </a:cubicBezTo>
                  <a:cubicBezTo>
                    <a:pt x="21600" y="6750"/>
                    <a:pt x="21600" y="6750"/>
                    <a:pt x="21600" y="6750"/>
                  </a:cubicBezTo>
                  <a:cubicBezTo>
                    <a:pt x="15984" y="6750"/>
                    <a:pt x="15984" y="6750"/>
                    <a:pt x="15984" y="6750"/>
                  </a:cubicBezTo>
                  <a:lnTo>
                    <a:pt x="13392" y="6750"/>
                  </a:lnTo>
                  <a:close/>
                  <a:moveTo>
                    <a:pt x="4860" y="20588"/>
                  </a:moveTo>
                  <a:cubicBezTo>
                    <a:pt x="6048" y="20588"/>
                    <a:pt x="6048" y="20588"/>
                    <a:pt x="6048" y="20588"/>
                  </a:cubicBezTo>
                  <a:cubicBezTo>
                    <a:pt x="14256" y="20588"/>
                    <a:pt x="14256" y="20588"/>
                    <a:pt x="14256" y="20588"/>
                  </a:cubicBezTo>
                  <a:cubicBezTo>
                    <a:pt x="16416" y="20588"/>
                    <a:pt x="16416" y="20588"/>
                    <a:pt x="16416" y="20588"/>
                  </a:cubicBezTo>
                  <a:cubicBezTo>
                    <a:pt x="19008" y="20588"/>
                    <a:pt x="19008" y="20588"/>
                    <a:pt x="19008" y="20588"/>
                  </a:cubicBezTo>
                  <a:cubicBezTo>
                    <a:pt x="19008" y="21178"/>
                    <a:pt x="18468" y="21600"/>
                    <a:pt x="17712" y="21600"/>
                  </a:cubicBezTo>
                  <a:cubicBezTo>
                    <a:pt x="2592" y="21600"/>
                    <a:pt x="2592" y="21600"/>
                    <a:pt x="2592" y="21600"/>
                  </a:cubicBezTo>
                  <a:cubicBezTo>
                    <a:pt x="1188" y="21600"/>
                    <a:pt x="0" y="20672"/>
                    <a:pt x="0" y="19575"/>
                  </a:cubicBezTo>
                  <a:cubicBezTo>
                    <a:pt x="0" y="3037"/>
                    <a:pt x="0" y="3037"/>
                    <a:pt x="0" y="3037"/>
                  </a:cubicBezTo>
                  <a:cubicBezTo>
                    <a:pt x="0" y="2447"/>
                    <a:pt x="540" y="2025"/>
                    <a:pt x="1296" y="2025"/>
                  </a:cubicBezTo>
                  <a:cubicBezTo>
                    <a:pt x="1296" y="5062"/>
                    <a:pt x="1296" y="5062"/>
                    <a:pt x="1296" y="5062"/>
                  </a:cubicBezTo>
                  <a:cubicBezTo>
                    <a:pt x="1296" y="16875"/>
                    <a:pt x="1296" y="16875"/>
                    <a:pt x="1296" y="16875"/>
                  </a:cubicBezTo>
                  <a:cubicBezTo>
                    <a:pt x="1296" y="18563"/>
                    <a:pt x="1296" y="18563"/>
                    <a:pt x="1296" y="18563"/>
                  </a:cubicBezTo>
                  <a:cubicBezTo>
                    <a:pt x="1296" y="19659"/>
                    <a:pt x="2484" y="20588"/>
                    <a:pt x="3888" y="20588"/>
                  </a:cubicBezTo>
                  <a:lnTo>
                    <a:pt x="4860" y="20588"/>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62" name="Shape">
              <a:extLst>
                <a:ext uri="{FF2B5EF4-FFF2-40B4-BE49-F238E27FC236}">
                  <a16:creationId xmlns:a16="http://schemas.microsoft.com/office/drawing/2014/main" id="{C971CA9E-02A0-60D5-CFEB-8B7062F57D0B}"/>
                </a:ext>
              </a:extLst>
            </p:cNvPr>
            <p:cNvSpPr/>
            <p:nvPr/>
          </p:nvSpPr>
          <p:spPr>
            <a:xfrm>
              <a:off x="875996" y="3002943"/>
              <a:ext cx="359930" cy="406388"/>
            </a:xfrm>
            <a:custGeom>
              <a:avLst/>
              <a:gdLst/>
              <a:ahLst/>
              <a:cxnLst>
                <a:cxn ang="0">
                  <a:pos x="wd2" y="hd2"/>
                </a:cxn>
                <a:cxn ang="5400000">
                  <a:pos x="wd2" y="hd2"/>
                </a:cxn>
                <a:cxn ang="10800000">
                  <a:pos x="wd2" y="hd2"/>
                </a:cxn>
                <a:cxn ang="16200000">
                  <a:pos x="wd2" y="hd2"/>
                </a:cxn>
              </a:cxnLst>
              <a:rect l="0" t="0" r="r" b="b"/>
              <a:pathLst>
                <a:path w="21600" h="21600" extrusionOk="0">
                  <a:moveTo>
                    <a:pt x="20127" y="21600"/>
                  </a:moveTo>
                  <a:cubicBezTo>
                    <a:pt x="1473" y="21600"/>
                    <a:pt x="1473" y="21600"/>
                    <a:pt x="1473" y="21600"/>
                  </a:cubicBezTo>
                  <a:cubicBezTo>
                    <a:pt x="614" y="21600"/>
                    <a:pt x="0" y="21134"/>
                    <a:pt x="0" y="20483"/>
                  </a:cubicBezTo>
                  <a:cubicBezTo>
                    <a:pt x="0" y="1117"/>
                    <a:pt x="0" y="1117"/>
                    <a:pt x="0" y="1117"/>
                  </a:cubicBezTo>
                  <a:cubicBezTo>
                    <a:pt x="0" y="466"/>
                    <a:pt x="614" y="0"/>
                    <a:pt x="1473" y="0"/>
                  </a:cubicBezTo>
                  <a:cubicBezTo>
                    <a:pt x="9327" y="0"/>
                    <a:pt x="9327" y="0"/>
                    <a:pt x="9327" y="0"/>
                  </a:cubicBezTo>
                  <a:cubicBezTo>
                    <a:pt x="9327" y="4097"/>
                    <a:pt x="9327" y="4097"/>
                    <a:pt x="9327" y="4097"/>
                  </a:cubicBezTo>
                  <a:cubicBezTo>
                    <a:pt x="9327" y="6331"/>
                    <a:pt x="9327" y="6331"/>
                    <a:pt x="9327" y="6331"/>
                  </a:cubicBezTo>
                  <a:cubicBezTo>
                    <a:pt x="9327" y="7541"/>
                    <a:pt x="10677" y="8566"/>
                    <a:pt x="12273" y="8566"/>
                  </a:cubicBezTo>
                  <a:cubicBezTo>
                    <a:pt x="15218" y="8566"/>
                    <a:pt x="15218" y="8566"/>
                    <a:pt x="15218" y="8566"/>
                  </a:cubicBezTo>
                  <a:cubicBezTo>
                    <a:pt x="21600" y="8566"/>
                    <a:pt x="21600" y="8566"/>
                    <a:pt x="21600" y="8566"/>
                  </a:cubicBezTo>
                  <a:cubicBezTo>
                    <a:pt x="21600" y="17503"/>
                    <a:pt x="21600" y="17503"/>
                    <a:pt x="21600" y="17503"/>
                  </a:cubicBezTo>
                  <a:cubicBezTo>
                    <a:pt x="21600" y="20483"/>
                    <a:pt x="21600" y="20483"/>
                    <a:pt x="21600" y="20483"/>
                  </a:cubicBezTo>
                  <a:cubicBezTo>
                    <a:pt x="21600" y="21134"/>
                    <a:pt x="20986" y="21600"/>
                    <a:pt x="20127" y="21600"/>
                  </a:cubicBezTo>
                  <a:moveTo>
                    <a:pt x="12273" y="7448"/>
                  </a:moveTo>
                  <a:cubicBezTo>
                    <a:pt x="11414" y="7448"/>
                    <a:pt x="10800" y="6983"/>
                    <a:pt x="10800" y="6331"/>
                  </a:cubicBezTo>
                  <a:cubicBezTo>
                    <a:pt x="10800" y="4097"/>
                    <a:pt x="10800" y="4097"/>
                    <a:pt x="10800" y="4097"/>
                  </a:cubicBezTo>
                  <a:cubicBezTo>
                    <a:pt x="10800" y="0"/>
                    <a:pt x="10800" y="0"/>
                    <a:pt x="10800" y="0"/>
                  </a:cubicBezTo>
                  <a:cubicBezTo>
                    <a:pt x="21600" y="7448"/>
                    <a:pt x="21600" y="7448"/>
                    <a:pt x="21600" y="7448"/>
                  </a:cubicBezTo>
                  <a:cubicBezTo>
                    <a:pt x="15218" y="7448"/>
                    <a:pt x="15218" y="7448"/>
                    <a:pt x="15218" y="7448"/>
                  </a:cubicBezTo>
                  <a:lnTo>
                    <a:pt x="12273" y="7448"/>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63" name="Shape">
              <a:extLst>
                <a:ext uri="{FF2B5EF4-FFF2-40B4-BE49-F238E27FC236}">
                  <a16:creationId xmlns:a16="http://schemas.microsoft.com/office/drawing/2014/main" id="{8D41A493-5850-A1F7-647C-0902DFA74A43}"/>
                </a:ext>
              </a:extLst>
            </p:cNvPr>
            <p:cNvSpPr/>
            <p:nvPr/>
          </p:nvSpPr>
          <p:spPr>
            <a:xfrm>
              <a:off x="10872697" y="2251212"/>
              <a:ext cx="524645" cy="399412"/>
            </a:xfrm>
            <a:custGeom>
              <a:avLst/>
              <a:gdLst/>
              <a:ahLst/>
              <a:cxnLst>
                <a:cxn ang="0">
                  <a:pos x="wd2" y="hd2"/>
                </a:cxn>
                <a:cxn ang="5400000">
                  <a:pos x="wd2" y="hd2"/>
                </a:cxn>
                <a:cxn ang="10800000">
                  <a:pos x="wd2" y="hd2"/>
                </a:cxn>
                <a:cxn ang="16200000">
                  <a:pos x="wd2" y="hd2"/>
                </a:cxn>
              </a:cxnLst>
              <a:rect l="0" t="0" r="r" b="b"/>
              <a:pathLst>
                <a:path w="21600" h="21600" extrusionOk="0">
                  <a:moveTo>
                    <a:pt x="20588" y="13642"/>
                  </a:moveTo>
                  <a:cubicBezTo>
                    <a:pt x="19997" y="13642"/>
                    <a:pt x="19491" y="13926"/>
                    <a:pt x="19153" y="14305"/>
                  </a:cubicBezTo>
                  <a:cubicBezTo>
                    <a:pt x="18563" y="14968"/>
                    <a:pt x="18563" y="14968"/>
                    <a:pt x="18563" y="14968"/>
                  </a:cubicBezTo>
                  <a:cubicBezTo>
                    <a:pt x="17972" y="14305"/>
                    <a:pt x="17972" y="14305"/>
                    <a:pt x="17972" y="14305"/>
                  </a:cubicBezTo>
                  <a:cubicBezTo>
                    <a:pt x="17634" y="13926"/>
                    <a:pt x="17128" y="13642"/>
                    <a:pt x="16538" y="13642"/>
                  </a:cubicBezTo>
                  <a:cubicBezTo>
                    <a:pt x="15441" y="13642"/>
                    <a:pt x="14513" y="14684"/>
                    <a:pt x="14513" y="15916"/>
                  </a:cubicBezTo>
                  <a:cubicBezTo>
                    <a:pt x="14513" y="16579"/>
                    <a:pt x="14766" y="17147"/>
                    <a:pt x="15103" y="17526"/>
                  </a:cubicBezTo>
                  <a:cubicBezTo>
                    <a:pt x="15694" y="18189"/>
                    <a:pt x="15694" y="18189"/>
                    <a:pt x="15694" y="18189"/>
                  </a:cubicBezTo>
                  <a:cubicBezTo>
                    <a:pt x="15103" y="18853"/>
                    <a:pt x="15103" y="18853"/>
                    <a:pt x="15103" y="18853"/>
                  </a:cubicBezTo>
                  <a:cubicBezTo>
                    <a:pt x="15103" y="18853"/>
                    <a:pt x="15103" y="18947"/>
                    <a:pt x="15019" y="18947"/>
                  </a:cubicBezTo>
                  <a:cubicBezTo>
                    <a:pt x="14850" y="18947"/>
                    <a:pt x="14850" y="18947"/>
                    <a:pt x="14850" y="18947"/>
                  </a:cubicBezTo>
                  <a:cubicBezTo>
                    <a:pt x="1012" y="18947"/>
                    <a:pt x="1012" y="18947"/>
                    <a:pt x="1012" y="18947"/>
                  </a:cubicBezTo>
                  <a:cubicBezTo>
                    <a:pt x="422" y="18947"/>
                    <a:pt x="0" y="18474"/>
                    <a:pt x="0" y="17811"/>
                  </a:cubicBezTo>
                  <a:cubicBezTo>
                    <a:pt x="0" y="16295"/>
                    <a:pt x="0" y="16295"/>
                    <a:pt x="0" y="16295"/>
                  </a:cubicBezTo>
                  <a:cubicBezTo>
                    <a:pt x="0" y="14400"/>
                    <a:pt x="0" y="14400"/>
                    <a:pt x="0" y="14400"/>
                  </a:cubicBezTo>
                  <a:cubicBezTo>
                    <a:pt x="0" y="12884"/>
                    <a:pt x="0" y="12884"/>
                    <a:pt x="0" y="12884"/>
                  </a:cubicBezTo>
                  <a:cubicBezTo>
                    <a:pt x="0" y="10989"/>
                    <a:pt x="0" y="10989"/>
                    <a:pt x="0" y="10989"/>
                  </a:cubicBezTo>
                  <a:cubicBezTo>
                    <a:pt x="0" y="9474"/>
                    <a:pt x="0" y="9474"/>
                    <a:pt x="0" y="9474"/>
                  </a:cubicBezTo>
                  <a:cubicBezTo>
                    <a:pt x="0" y="5684"/>
                    <a:pt x="0" y="5684"/>
                    <a:pt x="0" y="5684"/>
                  </a:cubicBezTo>
                  <a:cubicBezTo>
                    <a:pt x="21600" y="5684"/>
                    <a:pt x="21600" y="5684"/>
                    <a:pt x="21600" y="5684"/>
                  </a:cubicBezTo>
                  <a:cubicBezTo>
                    <a:pt x="21600" y="9474"/>
                    <a:pt x="21600" y="9474"/>
                    <a:pt x="21600" y="9474"/>
                  </a:cubicBezTo>
                  <a:cubicBezTo>
                    <a:pt x="21600" y="10989"/>
                    <a:pt x="21600" y="10989"/>
                    <a:pt x="21600" y="10989"/>
                  </a:cubicBezTo>
                  <a:cubicBezTo>
                    <a:pt x="21600" y="12884"/>
                    <a:pt x="21600" y="12884"/>
                    <a:pt x="21600" y="12884"/>
                  </a:cubicBezTo>
                  <a:cubicBezTo>
                    <a:pt x="21600" y="13926"/>
                    <a:pt x="21600" y="13926"/>
                    <a:pt x="21600" y="13926"/>
                  </a:cubicBezTo>
                  <a:cubicBezTo>
                    <a:pt x="21263" y="13737"/>
                    <a:pt x="20925" y="13642"/>
                    <a:pt x="20588" y="13642"/>
                  </a:cubicBezTo>
                  <a:moveTo>
                    <a:pt x="0" y="3411"/>
                  </a:moveTo>
                  <a:cubicBezTo>
                    <a:pt x="0" y="2653"/>
                    <a:pt x="0" y="2653"/>
                    <a:pt x="0" y="2653"/>
                  </a:cubicBezTo>
                  <a:cubicBezTo>
                    <a:pt x="0" y="1137"/>
                    <a:pt x="0" y="1137"/>
                    <a:pt x="0" y="1137"/>
                  </a:cubicBezTo>
                  <a:cubicBezTo>
                    <a:pt x="0" y="474"/>
                    <a:pt x="422" y="0"/>
                    <a:pt x="1012" y="0"/>
                  </a:cubicBezTo>
                  <a:cubicBezTo>
                    <a:pt x="2362" y="0"/>
                    <a:pt x="2362" y="0"/>
                    <a:pt x="2362" y="0"/>
                  </a:cubicBezTo>
                  <a:cubicBezTo>
                    <a:pt x="3037" y="0"/>
                    <a:pt x="3037" y="0"/>
                    <a:pt x="3037" y="0"/>
                  </a:cubicBezTo>
                  <a:cubicBezTo>
                    <a:pt x="4050" y="0"/>
                    <a:pt x="4050" y="0"/>
                    <a:pt x="4050" y="0"/>
                  </a:cubicBezTo>
                  <a:cubicBezTo>
                    <a:pt x="6075" y="0"/>
                    <a:pt x="6075" y="0"/>
                    <a:pt x="6075" y="0"/>
                  </a:cubicBezTo>
                  <a:cubicBezTo>
                    <a:pt x="8100" y="2274"/>
                    <a:pt x="8100" y="2274"/>
                    <a:pt x="8100" y="2274"/>
                  </a:cubicBezTo>
                  <a:cubicBezTo>
                    <a:pt x="20588" y="2274"/>
                    <a:pt x="20588" y="2274"/>
                    <a:pt x="20588" y="2274"/>
                  </a:cubicBezTo>
                  <a:cubicBezTo>
                    <a:pt x="21178" y="2274"/>
                    <a:pt x="21600" y="2747"/>
                    <a:pt x="21600" y="3411"/>
                  </a:cubicBezTo>
                  <a:cubicBezTo>
                    <a:pt x="21600" y="4547"/>
                    <a:pt x="21600" y="4547"/>
                    <a:pt x="21600" y="4547"/>
                  </a:cubicBezTo>
                  <a:cubicBezTo>
                    <a:pt x="0" y="4547"/>
                    <a:pt x="0" y="4547"/>
                    <a:pt x="0" y="4547"/>
                  </a:cubicBezTo>
                  <a:lnTo>
                    <a:pt x="0" y="3411"/>
                  </a:lnTo>
                  <a:close/>
                  <a:moveTo>
                    <a:pt x="15863" y="19705"/>
                  </a:moveTo>
                  <a:cubicBezTo>
                    <a:pt x="17128" y="18189"/>
                    <a:pt x="17128" y="18189"/>
                    <a:pt x="17128" y="18189"/>
                  </a:cubicBezTo>
                  <a:cubicBezTo>
                    <a:pt x="15863" y="16674"/>
                    <a:pt x="15863" y="16674"/>
                    <a:pt x="15863" y="16674"/>
                  </a:cubicBezTo>
                  <a:cubicBezTo>
                    <a:pt x="15609" y="16484"/>
                    <a:pt x="15525" y="16200"/>
                    <a:pt x="15525" y="15916"/>
                  </a:cubicBezTo>
                  <a:cubicBezTo>
                    <a:pt x="15525" y="15253"/>
                    <a:pt x="15947" y="14779"/>
                    <a:pt x="16538" y="14779"/>
                  </a:cubicBezTo>
                  <a:cubicBezTo>
                    <a:pt x="16791" y="14779"/>
                    <a:pt x="17044" y="14874"/>
                    <a:pt x="17213" y="15158"/>
                  </a:cubicBezTo>
                  <a:cubicBezTo>
                    <a:pt x="18563" y="16579"/>
                    <a:pt x="18563" y="16579"/>
                    <a:pt x="18563" y="16579"/>
                  </a:cubicBezTo>
                  <a:cubicBezTo>
                    <a:pt x="19913" y="15158"/>
                    <a:pt x="19913" y="15158"/>
                    <a:pt x="19913" y="15158"/>
                  </a:cubicBezTo>
                  <a:cubicBezTo>
                    <a:pt x="20081" y="14874"/>
                    <a:pt x="20334" y="14779"/>
                    <a:pt x="20588" y="14779"/>
                  </a:cubicBezTo>
                  <a:cubicBezTo>
                    <a:pt x="21178" y="14779"/>
                    <a:pt x="21600" y="15253"/>
                    <a:pt x="21600" y="15916"/>
                  </a:cubicBezTo>
                  <a:cubicBezTo>
                    <a:pt x="21600" y="16200"/>
                    <a:pt x="21516" y="16484"/>
                    <a:pt x="21263" y="16674"/>
                  </a:cubicBezTo>
                  <a:cubicBezTo>
                    <a:pt x="19997" y="18189"/>
                    <a:pt x="19997" y="18189"/>
                    <a:pt x="19997" y="18189"/>
                  </a:cubicBezTo>
                  <a:cubicBezTo>
                    <a:pt x="21263" y="19705"/>
                    <a:pt x="21263" y="19705"/>
                    <a:pt x="21263" y="19705"/>
                  </a:cubicBezTo>
                  <a:cubicBezTo>
                    <a:pt x="21516" y="19895"/>
                    <a:pt x="21600" y="20179"/>
                    <a:pt x="21600" y="20463"/>
                  </a:cubicBezTo>
                  <a:cubicBezTo>
                    <a:pt x="21600" y="21126"/>
                    <a:pt x="21178" y="21600"/>
                    <a:pt x="20588" y="21600"/>
                  </a:cubicBezTo>
                  <a:cubicBezTo>
                    <a:pt x="20334" y="21600"/>
                    <a:pt x="20081" y="21505"/>
                    <a:pt x="19913" y="21221"/>
                  </a:cubicBezTo>
                  <a:cubicBezTo>
                    <a:pt x="18563" y="19800"/>
                    <a:pt x="18563" y="19800"/>
                    <a:pt x="18563" y="19800"/>
                  </a:cubicBezTo>
                  <a:cubicBezTo>
                    <a:pt x="17213" y="21221"/>
                    <a:pt x="17213" y="21221"/>
                    <a:pt x="17213" y="21221"/>
                  </a:cubicBezTo>
                  <a:cubicBezTo>
                    <a:pt x="17044" y="21505"/>
                    <a:pt x="16791" y="21600"/>
                    <a:pt x="16538" y="21600"/>
                  </a:cubicBezTo>
                  <a:cubicBezTo>
                    <a:pt x="15947" y="21600"/>
                    <a:pt x="15525" y="21126"/>
                    <a:pt x="15525" y="20463"/>
                  </a:cubicBezTo>
                  <a:cubicBezTo>
                    <a:pt x="15525" y="20179"/>
                    <a:pt x="15609" y="19895"/>
                    <a:pt x="15863" y="19705"/>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64" name="Shape">
              <a:extLst>
                <a:ext uri="{FF2B5EF4-FFF2-40B4-BE49-F238E27FC236}">
                  <a16:creationId xmlns:a16="http://schemas.microsoft.com/office/drawing/2014/main" id="{0603695D-3940-6EDF-68FD-64C6C4EFB6B2}"/>
                </a:ext>
              </a:extLst>
            </p:cNvPr>
            <p:cNvSpPr/>
            <p:nvPr/>
          </p:nvSpPr>
          <p:spPr>
            <a:xfrm>
              <a:off x="9957621" y="2251212"/>
              <a:ext cx="522610" cy="385460"/>
            </a:xfrm>
            <a:custGeom>
              <a:avLst/>
              <a:gdLst/>
              <a:ahLst/>
              <a:cxnLst>
                <a:cxn ang="0">
                  <a:pos x="wd2" y="hd2"/>
                </a:cxn>
                <a:cxn ang="5400000">
                  <a:pos x="wd2" y="hd2"/>
                </a:cxn>
                <a:cxn ang="10800000">
                  <a:pos x="wd2" y="hd2"/>
                </a:cxn>
                <a:cxn ang="16200000">
                  <a:pos x="wd2" y="hd2"/>
                </a:cxn>
              </a:cxnLst>
              <a:rect l="0" t="0" r="r" b="b"/>
              <a:pathLst>
                <a:path w="21600" h="21600" extrusionOk="0">
                  <a:moveTo>
                    <a:pt x="20588" y="14924"/>
                  </a:moveTo>
                  <a:cubicBezTo>
                    <a:pt x="19997" y="14924"/>
                    <a:pt x="19491" y="15218"/>
                    <a:pt x="19153" y="15611"/>
                  </a:cubicBezTo>
                  <a:cubicBezTo>
                    <a:pt x="17887" y="17084"/>
                    <a:pt x="17887" y="17084"/>
                    <a:pt x="17887" y="17084"/>
                  </a:cubicBezTo>
                  <a:cubicBezTo>
                    <a:pt x="17550" y="16691"/>
                    <a:pt x="17044" y="16495"/>
                    <a:pt x="16537" y="16495"/>
                  </a:cubicBezTo>
                  <a:cubicBezTo>
                    <a:pt x="15441" y="16495"/>
                    <a:pt x="14512" y="17575"/>
                    <a:pt x="14512" y="18851"/>
                  </a:cubicBezTo>
                  <a:cubicBezTo>
                    <a:pt x="14512" y="19145"/>
                    <a:pt x="14597" y="19342"/>
                    <a:pt x="14597" y="19636"/>
                  </a:cubicBezTo>
                  <a:cubicBezTo>
                    <a:pt x="1012" y="19636"/>
                    <a:pt x="1012" y="19636"/>
                    <a:pt x="1012" y="19636"/>
                  </a:cubicBezTo>
                  <a:cubicBezTo>
                    <a:pt x="422" y="19636"/>
                    <a:pt x="0" y="19145"/>
                    <a:pt x="0" y="18458"/>
                  </a:cubicBezTo>
                  <a:cubicBezTo>
                    <a:pt x="0" y="16887"/>
                    <a:pt x="0" y="16887"/>
                    <a:pt x="0" y="16887"/>
                  </a:cubicBezTo>
                  <a:cubicBezTo>
                    <a:pt x="0" y="14924"/>
                    <a:pt x="0" y="14924"/>
                    <a:pt x="0" y="14924"/>
                  </a:cubicBezTo>
                  <a:cubicBezTo>
                    <a:pt x="0" y="13353"/>
                    <a:pt x="0" y="13353"/>
                    <a:pt x="0" y="13353"/>
                  </a:cubicBezTo>
                  <a:cubicBezTo>
                    <a:pt x="0" y="11389"/>
                    <a:pt x="0" y="11389"/>
                    <a:pt x="0" y="11389"/>
                  </a:cubicBezTo>
                  <a:cubicBezTo>
                    <a:pt x="0" y="9818"/>
                    <a:pt x="0" y="9818"/>
                    <a:pt x="0" y="9818"/>
                  </a:cubicBezTo>
                  <a:cubicBezTo>
                    <a:pt x="0" y="5891"/>
                    <a:pt x="0" y="5891"/>
                    <a:pt x="0" y="5891"/>
                  </a:cubicBezTo>
                  <a:cubicBezTo>
                    <a:pt x="21600" y="5891"/>
                    <a:pt x="21600" y="5891"/>
                    <a:pt x="21600" y="5891"/>
                  </a:cubicBezTo>
                  <a:cubicBezTo>
                    <a:pt x="21600" y="9818"/>
                    <a:pt x="21600" y="9818"/>
                    <a:pt x="21600" y="9818"/>
                  </a:cubicBezTo>
                  <a:cubicBezTo>
                    <a:pt x="21600" y="11389"/>
                    <a:pt x="21600" y="11389"/>
                    <a:pt x="21600" y="11389"/>
                  </a:cubicBezTo>
                  <a:cubicBezTo>
                    <a:pt x="21600" y="13353"/>
                    <a:pt x="21600" y="13353"/>
                    <a:pt x="21600" y="13353"/>
                  </a:cubicBezTo>
                  <a:cubicBezTo>
                    <a:pt x="21600" y="14924"/>
                    <a:pt x="21600" y="14924"/>
                    <a:pt x="21600" y="14924"/>
                  </a:cubicBezTo>
                  <a:cubicBezTo>
                    <a:pt x="21600" y="15218"/>
                    <a:pt x="21600" y="15218"/>
                    <a:pt x="21600" y="15218"/>
                  </a:cubicBezTo>
                  <a:cubicBezTo>
                    <a:pt x="21263" y="15022"/>
                    <a:pt x="20925" y="14924"/>
                    <a:pt x="20588" y="14924"/>
                  </a:cubicBezTo>
                  <a:moveTo>
                    <a:pt x="0" y="3535"/>
                  </a:moveTo>
                  <a:cubicBezTo>
                    <a:pt x="0" y="2749"/>
                    <a:pt x="0" y="2749"/>
                    <a:pt x="0" y="2749"/>
                  </a:cubicBezTo>
                  <a:cubicBezTo>
                    <a:pt x="0" y="1178"/>
                    <a:pt x="0" y="1178"/>
                    <a:pt x="0" y="1178"/>
                  </a:cubicBezTo>
                  <a:cubicBezTo>
                    <a:pt x="0" y="491"/>
                    <a:pt x="422" y="0"/>
                    <a:pt x="1012" y="0"/>
                  </a:cubicBezTo>
                  <a:cubicBezTo>
                    <a:pt x="2362" y="0"/>
                    <a:pt x="2362" y="0"/>
                    <a:pt x="2362" y="0"/>
                  </a:cubicBezTo>
                  <a:cubicBezTo>
                    <a:pt x="3037" y="0"/>
                    <a:pt x="3037" y="0"/>
                    <a:pt x="3037" y="0"/>
                  </a:cubicBezTo>
                  <a:cubicBezTo>
                    <a:pt x="4050" y="0"/>
                    <a:pt x="4050" y="0"/>
                    <a:pt x="4050" y="0"/>
                  </a:cubicBezTo>
                  <a:cubicBezTo>
                    <a:pt x="6075" y="0"/>
                    <a:pt x="6075" y="0"/>
                    <a:pt x="6075" y="0"/>
                  </a:cubicBezTo>
                  <a:cubicBezTo>
                    <a:pt x="8100" y="2356"/>
                    <a:pt x="8100" y="2356"/>
                    <a:pt x="8100" y="2356"/>
                  </a:cubicBezTo>
                  <a:cubicBezTo>
                    <a:pt x="20588" y="2356"/>
                    <a:pt x="20588" y="2356"/>
                    <a:pt x="20588" y="2356"/>
                  </a:cubicBezTo>
                  <a:cubicBezTo>
                    <a:pt x="21178" y="2356"/>
                    <a:pt x="21600" y="2847"/>
                    <a:pt x="21600" y="3535"/>
                  </a:cubicBezTo>
                  <a:cubicBezTo>
                    <a:pt x="21600" y="4713"/>
                    <a:pt x="21600" y="4713"/>
                    <a:pt x="21600" y="4713"/>
                  </a:cubicBezTo>
                  <a:cubicBezTo>
                    <a:pt x="0" y="4713"/>
                    <a:pt x="0" y="4713"/>
                    <a:pt x="0" y="4713"/>
                  </a:cubicBezTo>
                  <a:lnTo>
                    <a:pt x="0" y="3535"/>
                  </a:lnTo>
                  <a:close/>
                  <a:moveTo>
                    <a:pt x="16537" y="17673"/>
                  </a:moveTo>
                  <a:cubicBezTo>
                    <a:pt x="16791" y="17673"/>
                    <a:pt x="17044" y="17771"/>
                    <a:pt x="17213" y="18065"/>
                  </a:cubicBezTo>
                  <a:cubicBezTo>
                    <a:pt x="17887" y="18753"/>
                    <a:pt x="17887" y="18753"/>
                    <a:pt x="17887" y="18753"/>
                  </a:cubicBezTo>
                  <a:cubicBezTo>
                    <a:pt x="19912" y="16495"/>
                    <a:pt x="19912" y="16495"/>
                    <a:pt x="19912" y="16495"/>
                  </a:cubicBezTo>
                  <a:cubicBezTo>
                    <a:pt x="20081" y="16200"/>
                    <a:pt x="20334" y="16102"/>
                    <a:pt x="20588" y="16102"/>
                  </a:cubicBezTo>
                  <a:cubicBezTo>
                    <a:pt x="21178" y="16102"/>
                    <a:pt x="21600" y="16593"/>
                    <a:pt x="21600" y="17280"/>
                  </a:cubicBezTo>
                  <a:cubicBezTo>
                    <a:pt x="21600" y="17575"/>
                    <a:pt x="21516" y="17869"/>
                    <a:pt x="21263" y="18065"/>
                  </a:cubicBezTo>
                  <a:cubicBezTo>
                    <a:pt x="18562" y="21207"/>
                    <a:pt x="18562" y="21207"/>
                    <a:pt x="18562" y="21207"/>
                  </a:cubicBezTo>
                  <a:cubicBezTo>
                    <a:pt x="18394" y="21502"/>
                    <a:pt x="18141" y="21600"/>
                    <a:pt x="17887" y="21600"/>
                  </a:cubicBezTo>
                  <a:cubicBezTo>
                    <a:pt x="17634" y="21600"/>
                    <a:pt x="17381" y="21502"/>
                    <a:pt x="17213" y="21207"/>
                  </a:cubicBezTo>
                  <a:cubicBezTo>
                    <a:pt x="15862" y="19636"/>
                    <a:pt x="15862" y="19636"/>
                    <a:pt x="15862" y="19636"/>
                  </a:cubicBezTo>
                  <a:cubicBezTo>
                    <a:pt x="15609" y="19440"/>
                    <a:pt x="15525" y="19145"/>
                    <a:pt x="15525" y="18851"/>
                  </a:cubicBezTo>
                  <a:cubicBezTo>
                    <a:pt x="15525" y="18164"/>
                    <a:pt x="15947" y="17673"/>
                    <a:pt x="16537" y="17673"/>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65" name="Shape">
              <a:extLst>
                <a:ext uri="{FF2B5EF4-FFF2-40B4-BE49-F238E27FC236}">
                  <a16:creationId xmlns:a16="http://schemas.microsoft.com/office/drawing/2014/main" id="{952AA99C-8002-7993-326B-DB2F2F606A71}"/>
                </a:ext>
              </a:extLst>
            </p:cNvPr>
            <p:cNvSpPr/>
            <p:nvPr/>
          </p:nvSpPr>
          <p:spPr>
            <a:xfrm>
              <a:off x="9040510" y="2251212"/>
              <a:ext cx="524645" cy="357553"/>
            </a:xfrm>
            <a:custGeom>
              <a:avLst/>
              <a:gdLst/>
              <a:ahLst/>
              <a:cxnLst>
                <a:cxn ang="0">
                  <a:pos x="wd2" y="hd2"/>
                </a:cxn>
                <a:cxn ang="5400000">
                  <a:pos x="wd2" y="hd2"/>
                </a:cxn>
                <a:cxn ang="10800000">
                  <a:pos x="wd2" y="hd2"/>
                </a:cxn>
                <a:cxn ang="16200000">
                  <a:pos x="wd2" y="hd2"/>
                </a:cxn>
              </a:cxnLst>
              <a:rect l="0" t="0" r="r" b="b"/>
              <a:pathLst>
                <a:path w="21600" h="21600" extrusionOk="0">
                  <a:moveTo>
                    <a:pt x="20250" y="17788"/>
                  </a:moveTo>
                  <a:cubicBezTo>
                    <a:pt x="16200" y="17788"/>
                    <a:pt x="16200" y="17788"/>
                    <a:pt x="16200" y="17788"/>
                  </a:cubicBezTo>
                  <a:cubicBezTo>
                    <a:pt x="15103" y="17788"/>
                    <a:pt x="14175" y="18953"/>
                    <a:pt x="14175" y="20329"/>
                  </a:cubicBezTo>
                  <a:cubicBezTo>
                    <a:pt x="14175" y="20647"/>
                    <a:pt x="14259" y="20859"/>
                    <a:pt x="14259" y="21176"/>
                  </a:cubicBezTo>
                  <a:cubicBezTo>
                    <a:pt x="1012" y="21176"/>
                    <a:pt x="1012" y="21176"/>
                    <a:pt x="1012" y="21176"/>
                  </a:cubicBezTo>
                  <a:cubicBezTo>
                    <a:pt x="422" y="21176"/>
                    <a:pt x="0" y="20647"/>
                    <a:pt x="0" y="19906"/>
                  </a:cubicBezTo>
                  <a:cubicBezTo>
                    <a:pt x="0" y="18212"/>
                    <a:pt x="0" y="18212"/>
                    <a:pt x="0" y="18212"/>
                  </a:cubicBezTo>
                  <a:cubicBezTo>
                    <a:pt x="0" y="16094"/>
                    <a:pt x="0" y="16094"/>
                    <a:pt x="0" y="16094"/>
                  </a:cubicBezTo>
                  <a:cubicBezTo>
                    <a:pt x="0" y="14400"/>
                    <a:pt x="0" y="14400"/>
                    <a:pt x="0" y="14400"/>
                  </a:cubicBezTo>
                  <a:cubicBezTo>
                    <a:pt x="0" y="12282"/>
                    <a:pt x="0" y="12282"/>
                    <a:pt x="0" y="12282"/>
                  </a:cubicBezTo>
                  <a:cubicBezTo>
                    <a:pt x="0" y="10588"/>
                    <a:pt x="0" y="10588"/>
                    <a:pt x="0" y="10588"/>
                  </a:cubicBezTo>
                  <a:cubicBezTo>
                    <a:pt x="0" y="6353"/>
                    <a:pt x="0" y="6353"/>
                    <a:pt x="0" y="6353"/>
                  </a:cubicBezTo>
                  <a:cubicBezTo>
                    <a:pt x="21600" y="6353"/>
                    <a:pt x="21600" y="6353"/>
                    <a:pt x="21600" y="6353"/>
                  </a:cubicBezTo>
                  <a:cubicBezTo>
                    <a:pt x="21600" y="10588"/>
                    <a:pt x="21600" y="10588"/>
                    <a:pt x="21600" y="10588"/>
                  </a:cubicBezTo>
                  <a:cubicBezTo>
                    <a:pt x="21600" y="12282"/>
                    <a:pt x="21600" y="12282"/>
                    <a:pt x="21600" y="12282"/>
                  </a:cubicBezTo>
                  <a:cubicBezTo>
                    <a:pt x="21600" y="14400"/>
                    <a:pt x="21600" y="14400"/>
                    <a:pt x="21600" y="14400"/>
                  </a:cubicBezTo>
                  <a:cubicBezTo>
                    <a:pt x="21600" y="16094"/>
                    <a:pt x="21600" y="16094"/>
                    <a:pt x="21600" y="16094"/>
                  </a:cubicBezTo>
                  <a:cubicBezTo>
                    <a:pt x="21600" y="18212"/>
                    <a:pt x="21600" y="18212"/>
                    <a:pt x="21600" y="18212"/>
                  </a:cubicBezTo>
                  <a:cubicBezTo>
                    <a:pt x="21600" y="18424"/>
                    <a:pt x="21600" y="18424"/>
                    <a:pt x="21600" y="18424"/>
                  </a:cubicBezTo>
                  <a:cubicBezTo>
                    <a:pt x="21263" y="18000"/>
                    <a:pt x="20756" y="17788"/>
                    <a:pt x="20250" y="17788"/>
                  </a:cubicBezTo>
                  <a:moveTo>
                    <a:pt x="0" y="3812"/>
                  </a:moveTo>
                  <a:cubicBezTo>
                    <a:pt x="0" y="2965"/>
                    <a:pt x="0" y="2965"/>
                    <a:pt x="0" y="2965"/>
                  </a:cubicBezTo>
                  <a:cubicBezTo>
                    <a:pt x="0" y="1271"/>
                    <a:pt x="0" y="1271"/>
                    <a:pt x="0" y="1271"/>
                  </a:cubicBezTo>
                  <a:cubicBezTo>
                    <a:pt x="0" y="529"/>
                    <a:pt x="422" y="0"/>
                    <a:pt x="1012" y="0"/>
                  </a:cubicBezTo>
                  <a:cubicBezTo>
                    <a:pt x="2362" y="0"/>
                    <a:pt x="2362" y="0"/>
                    <a:pt x="2362" y="0"/>
                  </a:cubicBezTo>
                  <a:cubicBezTo>
                    <a:pt x="3037" y="0"/>
                    <a:pt x="3037" y="0"/>
                    <a:pt x="3037" y="0"/>
                  </a:cubicBezTo>
                  <a:cubicBezTo>
                    <a:pt x="4050" y="0"/>
                    <a:pt x="4050" y="0"/>
                    <a:pt x="4050" y="0"/>
                  </a:cubicBezTo>
                  <a:cubicBezTo>
                    <a:pt x="6075" y="0"/>
                    <a:pt x="6075" y="0"/>
                    <a:pt x="6075" y="0"/>
                  </a:cubicBezTo>
                  <a:cubicBezTo>
                    <a:pt x="8100" y="2541"/>
                    <a:pt x="8100" y="2541"/>
                    <a:pt x="8100" y="2541"/>
                  </a:cubicBezTo>
                  <a:cubicBezTo>
                    <a:pt x="20588" y="2541"/>
                    <a:pt x="20588" y="2541"/>
                    <a:pt x="20588" y="2541"/>
                  </a:cubicBezTo>
                  <a:cubicBezTo>
                    <a:pt x="21178" y="2541"/>
                    <a:pt x="21600" y="3071"/>
                    <a:pt x="21600" y="3812"/>
                  </a:cubicBezTo>
                  <a:cubicBezTo>
                    <a:pt x="21600" y="5082"/>
                    <a:pt x="21600" y="5082"/>
                    <a:pt x="21600" y="5082"/>
                  </a:cubicBezTo>
                  <a:cubicBezTo>
                    <a:pt x="0" y="5082"/>
                    <a:pt x="0" y="5082"/>
                    <a:pt x="0" y="5082"/>
                  </a:cubicBezTo>
                  <a:lnTo>
                    <a:pt x="0" y="3812"/>
                  </a:lnTo>
                  <a:close/>
                  <a:moveTo>
                    <a:pt x="16200" y="19059"/>
                  </a:moveTo>
                  <a:cubicBezTo>
                    <a:pt x="20250" y="19059"/>
                    <a:pt x="20250" y="19059"/>
                    <a:pt x="20250" y="19059"/>
                  </a:cubicBezTo>
                  <a:cubicBezTo>
                    <a:pt x="20841" y="19059"/>
                    <a:pt x="21263" y="19588"/>
                    <a:pt x="21263" y="20329"/>
                  </a:cubicBezTo>
                  <a:cubicBezTo>
                    <a:pt x="21263" y="21071"/>
                    <a:pt x="20841" y="21600"/>
                    <a:pt x="20250" y="21600"/>
                  </a:cubicBezTo>
                  <a:cubicBezTo>
                    <a:pt x="16200" y="21600"/>
                    <a:pt x="16200" y="21600"/>
                    <a:pt x="16200" y="21600"/>
                  </a:cubicBezTo>
                  <a:cubicBezTo>
                    <a:pt x="15609" y="21600"/>
                    <a:pt x="15188" y="21071"/>
                    <a:pt x="15188" y="20329"/>
                  </a:cubicBezTo>
                  <a:cubicBezTo>
                    <a:pt x="15188" y="19588"/>
                    <a:pt x="15609" y="19059"/>
                    <a:pt x="16200" y="19059"/>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66" name="Shape">
              <a:extLst>
                <a:ext uri="{FF2B5EF4-FFF2-40B4-BE49-F238E27FC236}">
                  <a16:creationId xmlns:a16="http://schemas.microsoft.com/office/drawing/2014/main" id="{601789C1-F9A3-D949-1B04-0FC733F804DD}"/>
                </a:ext>
              </a:extLst>
            </p:cNvPr>
            <p:cNvSpPr/>
            <p:nvPr/>
          </p:nvSpPr>
          <p:spPr>
            <a:xfrm>
              <a:off x="8125434" y="2251212"/>
              <a:ext cx="522612" cy="399412"/>
            </a:xfrm>
            <a:custGeom>
              <a:avLst/>
              <a:gdLst/>
              <a:ahLst/>
              <a:cxnLst>
                <a:cxn ang="0">
                  <a:pos x="wd2" y="hd2"/>
                </a:cxn>
                <a:cxn ang="5400000">
                  <a:pos x="wd2" y="hd2"/>
                </a:cxn>
                <a:cxn ang="10800000">
                  <a:pos x="wd2" y="hd2"/>
                </a:cxn>
                <a:cxn ang="16200000">
                  <a:pos x="wd2" y="hd2"/>
                </a:cxn>
              </a:cxnLst>
              <a:rect l="0" t="0" r="r" b="b"/>
              <a:pathLst>
                <a:path w="21600" h="21600" extrusionOk="0">
                  <a:moveTo>
                    <a:pt x="20250" y="15916"/>
                  </a:moveTo>
                  <a:cubicBezTo>
                    <a:pt x="20250" y="14684"/>
                    <a:pt x="19322" y="13642"/>
                    <a:pt x="18225" y="13642"/>
                  </a:cubicBezTo>
                  <a:cubicBezTo>
                    <a:pt x="17128" y="13642"/>
                    <a:pt x="16200" y="14684"/>
                    <a:pt x="16200" y="15916"/>
                  </a:cubicBezTo>
                  <a:cubicBezTo>
                    <a:pt x="15103" y="15916"/>
                    <a:pt x="14175" y="16958"/>
                    <a:pt x="14175" y="18189"/>
                  </a:cubicBezTo>
                  <a:cubicBezTo>
                    <a:pt x="14175" y="18474"/>
                    <a:pt x="14259" y="18663"/>
                    <a:pt x="14259" y="18947"/>
                  </a:cubicBezTo>
                  <a:cubicBezTo>
                    <a:pt x="1013" y="18947"/>
                    <a:pt x="1013" y="18947"/>
                    <a:pt x="1013" y="18947"/>
                  </a:cubicBezTo>
                  <a:cubicBezTo>
                    <a:pt x="422" y="18947"/>
                    <a:pt x="0" y="18474"/>
                    <a:pt x="0" y="17811"/>
                  </a:cubicBezTo>
                  <a:cubicBezTo>
                    <a:pt x="0" y="16295"/>
                    <a:pt x="0" y="16295"/>
                    <a:pt x="0" y="16295"/>
                  </a:cubicBezTo>
                  <a:cubicBezTo>
                    <a:pt x="0" y="14400"/>
                    <a:pt x="0" y="14400"/>
                    <a:pt x="0" y="14400"/>
                  </a:cubicBezTo>
                  <a:cubicBezTo>
                    <a:pt x="0" y="12884"/>
                    <a:pt x="0" y="12884"/>
                    <a:pt x="0" y="12884"/>
                  </a:cubicBezTo>
                  <a:cubicBezTo>
                    <a:pt x="0" y="10989"/>
                    <a:pt x="0" y="10989"/>
                    <a:pt x="0" y="10989"/>
                  </a:cubicBezTo>
                  <a:cubicBezTo>
                    <a:pt x="0" y="9474"/>
                    <a:pt x="0" y="9474"/>
                    <a:pt x="0" y="9474"/>
                  </a:cubicBezTo>
                  <a:cubicBezTo>
                    <a:pt x="0" y="5684"/>
                    <a:pt x="0" y="5684"/>
                    <a:pt x="0" y="5684"/>
                  </a:cubicBezTo>
                  <a:cubicBezTo>
                    <a:pt x="21600" y="5684"/>
                    <a:pt x="21600" y="5684"/>
                    <a:pt x="21600" y="5684"/>
                  </a:cubicBezTo>
                  <a:cubicBezTo>
                    <a:pt x="21600" y="9474"/>
                    <a:pt x="21600" y="9474"/>
                    <a:pt x="21600" y="9474"/>
                  </a:cubicBezTo>
                  <a:cubicBezTo>
                    <a:pt x="21600" y="10989"/>
                    <a:pt x="21600" y="10989"/>
                    <a:pt x="21600" y="10989"/>
                  </a:cubicBezTo>
                  <a:cubicBezTo>
                    <a:pt x="21600" y="12884"/>
                    <a:pt x="21600" y="12884"/>
                    <a:pt x="21600" y="12884"/>
                  </a:cubicBezTo>
                  <a:cubicBezTo>
                    <a:pt x="21600" y="14400"/>
                    <a:pt x="21600" y="14400"/>
                    <a:pt x="21600" y="14400"/>
                  </a:cubicBezTo>
                  <a:cubicBezTo>
                    <a:pt x="21600" y="16295"/>
                    <a:pt x="21600" y="16295"/>
                    <a:pt x="21600" y="16295"/>
                  </a:cubicBezTo>
                  <a:cubicBezTo>
                    <a:pt x="21600" y="16484"/>
                    <a:pt x="21600" y="16484"/>
                    <a:pt x="21600" y="16484"/>
                  </a:cubicBezTo>
                  <a:cubicBezTo>
                    <a:pt x="21262" y="16105"/>
                    <a:pt x="20756" y="15916"/>
                    <a:pt x="20250" y="15916"/>
                  </a:cubicBezTo>
                  <a:moveTo>
                    <a:pt x="0" y="3411"/>
                  </a:moveTo>
                  <a:cubicBezTo>
                    <a:pt x="0" y="2653"/>
                    <a:pt x="0" y="2653"/>
                    <a:pt x="0" y="2653"/>
                  </a:cubicBezTo>
                  <a:cubicBezTo>
                    <a:pt x="0" y="1137"/>
                    <a:pt x="0" y="1137"/>
                    <a:pt x="0" y="1137"/>
                  </a:cubicBezTo>
                  <a:cubicBezTo>
                    <a:pt x="0" y="474"/>
                    <a:pt x="422" y="0"/>
                    <a:pt x="1013" y="0"/>
                  </a:cubicBezTo>
                  <a:cubicBezTo>
                    <a:pt x="2362" y="0"/>
                    <a:pt x="2362" y="0"/>
                    <a:pt x="2362" y="0"/>
                  </a:cubicBezTo>
                  <a:cubicBezTo>
                    <a:pt x="3037" y="0"/>
                    <a:pt x="3037" y="0"/>
                    <a:pt x="3037" y="0"/>
                  </a:cubicBezTo>
                  <a:cubicBezTo>
                    <a:pt x="4050" y="0"/>
                    <a:pt x="4050" y="0"/>
                    <a:pt x="4050" y="0"/>
                  </a:cubicBezTo>
                  <a:cubicBezTo>
                    <a:pt x="6075" y="0"/>
                    <a:pt x="6075" y="0"/>
                    <a:pt x="6075" y="0"/>
                  </a:cubicBezTo>
                  <a:cubicBezTo>
                    <a:pt x="8100" y="2274"/>
                    <a:pt x="8100" y="2274"/>
                    <a:pt x="8100" y="2274"/>
                  </a:cubicBezTo>
                  <a:cubicBezTo>
                    <a:pt x="20587" y="2274"/>
                    <a:pt x="20587" y="2274"/>
                    <a:pt x="20587" y="2274"/>
                  </a:cubicBezTo>
                  <a:cubicBezTo>
                    <a:pt x="21178" y="2274"/>
                    <a:pt x="21600" y="2747"/>
                    <a:pt x="21600" y="3411"/>
                  </a:cubicBezTo>
                  <a:cubicBezTo>
                    <a:pt x="21600" y="4547"/>
                    <a:pt x="21600" y="4547"/>
                    <a:pt x="21600" y="4547"/>
                  </a:cubicBezTo>
                  <a:cubicBezTo>
                    <a:pt x="0" y="4547"/>
                    <a:pt x="0" y="4547"/>
                    <a:pt x="0" y="4547"/>
                  </a:cubicBezTo>
                  <a:lnTo>
                    <a:pt x="0" y="3411"/>
                  </a:lnTo>
                  <a:close/>
                  <a:moveTo>
                    <a:pt x="16200" y="17053"/>
                  </a:moveTo>
                  <a:cubicBezTo>
                    <a:pt x="17212" y="17053"/>
                    <a:pt x="17212" y="17053"/>
                    <a:pt x="17212" y="17053"/>
                  </a:cubicBezTo>
                  <a:cubicBezTo>
                    <a:pt x="17212" y="15916"/>
                    <a:pt x="17212" y="15916"/>
                    <a:pt x="17212" y="15916"/>
                  </a:cubicBezTo>
                  <a:cubicBezTo>
                    <a:pt x="17212" y="15253"/>
                    <a:pt x="17634" y="14779"/>
                    <a:pt x="18225" y="14779"/>
                  </a:cubicBezTo>
                  <a:cubicBezTo>
                    <a:pt x="18816" y="14779"/>
                    <a:pt x="19237" y="15253"/>
                    <a:pt x="19237" y="15916"/>
                  </a:cubicBezTo>
                  <a:cubicBezTo>
                    <a:pt x="19237" y="17053"/>
                    <a:pt x="19237" y="17053"/>
                    <a:pt x="19237" y="17053"/>
                  </a:cubicBezTo>
                  <a:cubicBezTo>
                    <a:pt x="20250" y="17053"/>
                    <a:pt x="20250" y="17053"/>
                    <a:pt x="20250" y="17053"/>
                  </a:cubicBezTo>
                  <a:cubicBezTo>
                    <a:pt x="20841" y="17053"/>
                    <a:pt x="21262" y="17526"/>
                    <a:pt x="21262" y="18189"/>
                  </a:cubicBezTo>
                  <a:cubicBezTo>
                    <a:pt x="21262" y="18853"/>
                    <a:pt x="20841" y="19326"/>
                    <a:pt x="20250" y="19326"/>
                  </a:cubicBezTo>
                  <a:cubicBezTo>
                    <a:pt x="19237" y="19326"/>
                    <a:pt x="19237" y="19326"/>
                    <a:pt x="19237" y="19326"/>
                  </a:cubicBezTo>
                  <a:cubicBezTo>
                    <a:pt x="19237" y="20463"/>
                    <a:pt x="19237" y="20463"/>
                    <a:pt x="19237" y="20463"/>
                  </a:cubicBezTo>
                  <a:cubicBezTo>
                    <a:pt x="19237" y="21126"/>
                    <a:pt x="18816" y="21600"/>
                    <a:pt x="18225" y="21600"/>
                  </a:cubicBezTo>
                  <a:cubicBezTo>
                    <a:pt x="17634" y="21600"/>
                    <a:pt x="17212" y="21126"/>
                    <a:pt x="17212" y="20463"/>
                  </a:cubicBezTo>
                  <a:cubicBezTo>
                    <a:pt x="17212" y="19326"/>
                    <a:pt x="17212" y="19326"/>
                    <a:pt x="17212" y="19326"/>
                  </a:cubicBezTo>
                  <a:cubicBezTo>
                    <a:pt x="16200" y="19326"/>
                    <a:pt x="16200" y="19326"/>
                    <a:pt x="16200" y="19326"/>
                  </a:cubicBezTo>
                  <a:cubicBezTo>
                    <a:pt x="15609" y="19326"/>
                    <a:pt x="15187" y="18853"/>
                    <a:pt x="15187" y="18189"/>
                  </a:cubicBezTo>
                  <a:cubicBezTo>
                    <a:pt x="15187" y="17526"/>
                    <a:pt x="15609" y="17053"/>
                    <a:pt x="16200" y="17053"/>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67" name="Shape">
              <a:extLst>
                <a:ext uri="{FF2B5EF4-FFF2-40B4-BE49-F238E27FC236}">
                  <a16:creationId xmlns:a16="http://schemas.microsoft.com/office/drawing/2014/main" id="{7AE7A6DF-DD22-3345-71BA-5FB4671EE2A2}"/>
                </a:ext>
              </a:extLst>
            </p:cNvPr>
            <p:cNvSpPr/>
            <p:nvPr/>
          </p:nvSpPr>
          <p:spPr>
            <a:xfrm>
              <a:off x="7208325" y="2251212"/>
              <a:ext cx="524645" cy="350576"/>
            </a:xfrm>
            <a:custGeom>
              <a:avLst/>
              <a:gdLst/>
              <a:ahLst/>
              <a:cxnLst>
                <a:cxn ang="0">
                  <a:pos x="wd2" y="hd2"/>
                </a:cxn>
                <a:cxn ang="5400000">
                  <a:pos x="wd2" y="hd2"/>
                </a:cxn>
                <a:cxn ang="10800000">
                  <a:pos x="wd2" y="hd2"/>
                </a:cxn>
                <a:cxn ang="16200000">
                  <a:pos x="wd2" y="hd2"/>
                </a:cxn>
              </a:cxnLst>
              <a:rect l="0" t="0" r="r" b="b"/>
              <a:pathLst>
                <a:path w="21600" h="21600" extrusionOk="0">
                  <a:moveTo>
                    <a:pt x="20588" y="21600"/>
                  </a:moveTo>
                  <a:cubicBezTo>
                    <a:pt x="1012" y="21600"/>
                    <a:pt x="1012" y="21600"/>
                    <a:pt x="1012" y="21600"/>
                  </a:cubicBezTo>
                  <a:cubicBezTo>
                    <a:pt x="422" y="21600"/>
                    <a:pt x="0" y="21060"/>
                    <a:pt x="0" y="20304"/>
                  </a:cubicBezTo>
                  <a:cubicBezTo>
                    <a:pt x="0" y="18576"/>
                    <a:pt x="0" y="18576"/>
                    <a:pt x="0" y="18576"/>
                  </a:cubicBezTo>
                  <a:cubicBezTo>
                    <a:pt x="0" y="16416"/>
                    <a:pt x="0" y="16416"/>
                    <a:pt x="0" y="16416"/>
                  </a:cubicBezTo>
                  <a:cubicBezTo>
                    <a:pt x="0" y="14688"/>
                    <a:pt x="0" y="14688"/>
                    <a:pt x="0" y="14688"/>
                  </a:cubicBezTo>
                  <a:cubicBezTo>
                    <a:pt x="0" y="12528"/>
                    <a:pt x="0" y="12528"/>
                    <a:pt x="0" y="12528"/>
                  </a:cubicBezTo>
                  <a:cubicBezTo>
                    <a:pt x="0" y="10800"/>
                    <a:pt x="0" y="10800"/>
                    <a:pt x="0" y="10800"/>
                  </a:cubicBezTo>
                  <a:cubicBezTo>
                    <a:pt x="0" y="6480"/>
                    <a:pt x="0" y="6480"/>
                    <a:pt x="0" y="6480"/>
                  </a:cubicBezTo>
                  <a:cubicBezTo>
                    <a:pt x="21600" y="6480"/>
                    <a:pt x="21600" y="6480"/>
                    <a:pt x="21600" y="6480"/>
                  </a:cubicBezTo>
                  <a:cubicBezTo>
                    <a:pt x="21600" y="10800"/>
                    <a:pt x="21600" y="10800"/>
                    <a:pt x="21600" y="10800"/>
                  </a:cubicBezTo>
                  <a:cubicBezTo>
                    <a:pt x="21600" y="12528"/>
                    <a:pt x="21600" y="12528"/>
                    <a:pt x="21600" y="12528"/>
                  </a:cubicBezTo>
                  <a:cubicBezTo>
                    <a:pt x="21600" y="14688"/>
                    <a:pt x="21600" y="14688"/>
                    <a:pt x="21600" y="14688"/>
                  </a:cubicBezTo>
                  <a:cubicBezTo>
                    <a:pt x="21600" y="16416"/>
                    <a:pt x="21600" y="16416"/>
                    <a:pt x="21600" y="16416"/>
                  </a:cubicBezTo>
                  <a:cubicBezTo>
                    <a:pt x="21600" y="18576"/>
                    <a:pt x="21600" y="18576"/>
                    <a:pt x="21600" y="18576"/>
                  </a:cubicBezTo>
                  <a:cubicBezTo>
                    <a:pt x="21600" y="20304"/>
                    <a:pt x="21600" y="20304"/>
                    <a:pt x="21600" y="20304"/>
                  </a:cubicBezTo>
                  <a:cubicBezTo>
                    <a:pt x="21600" y="21060"/>
                    <a:pt x="21178" y="21600"/>
                    <a:pt x="20588" y="21600"/>
                  </a:cubicBezTo>
                  <a:moveTo>
                    <a:pt x="0" y="3888"/>
                  </a:moveTo>
                  <a:cubicBezTo>
                    <a:pt x="0" y="3024"/>
                    <a:pt x="0" y="3024"/>
                    <a:pt x="0" y="3024"/>
                  </a:cubicBezTo>
                  <a:cubicBezTo>
                    <a:pt x="0" y="1296"/>
                    <a:pt x="0" y="1296"/>
                    <a:pt x="0" y="1296"/>
                  </a:cubicBezTo>
                  <a:cubicBezTo>
                    <a:pt x="0" y="540"/>
                    <a:pt x="422" y="0"/>
                    <a:pt x="1012" y="0"/>
                  </a:cubicBezTo>
                  <a:cubicBezTo>
                    <a:pt x="2362" y="0"/>
                    <a:pt x="2362" y="0"/>
                    <a:pt x="2362" y="0"/>
                  </a:cubicBezTo>
                  <a:cubicBezTo>
                    <a:pt x="3037" y="0"/>
                    <a:pt x="3037" y="0"/>
                    <a:pt x="3037" y="0"/>
                  </a:cubicBezTo>
                  <a:cubicBezTo>
                    <a:pt x="4050" y="0"/>
                    <a:pt x="4050" y="0"/>
                    <a:pt x="4050" y="0"/>
                  </a:cubicBezTo>
                  <a:cubicBezTo>
                    <a:pt x="6075" y="0"/>
                    <a:pt x="6075" y="0"/>
                    <a:pt x="6075" y="0"/>
                  </a:cubicBezTo>
                  <a:cubicBezTo>
                    <a:pt x="8100" y="2592"/>
                    <a:pt x="8100" y="2592"/>
                    <a:pt x="8100" y="2592"/>
                  </a:cubicBezTo>
                  <a:cubicBezTo>
                    <a:pt x="20588" y="2592"/>
                    <a:pt x="20588" y="2592"/>
                    <a:pt x="20588" y="2592"/>
                  </a:cubicBezTo>
                  <a:cubicBezTo>
                    <a:pt x="21178" y="2592"/>
                    <a:pt x="21600" y="3132"/>
                    <a:pt x="21600" y="3888"/>
                  </a:cubicBezTo>
                  <a:cubicBezTo>
                    <a:pt x="21600" y="5184"/>
                    <a:pt x="21600" y="5184"/>
                    <a:pt x="21600" y="5184"/>
                  </a:cubicBezTo>
                  <a:cubicBezTo>
                    <a:pt x="0" y="5184"/>
                    <a:pt x="0" y="5184"/>
                    <a:pt x="0" y="5184"/>
                  </a:cubicBezTo>
                  <a:lnTo>
                    <a:pt x="0" y="3888"/>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68" name="Shape">
              <a:extLst>
                <a:ext uri="{FF2B5EF4-FFF2-40B4-BE49-F238E27FC236}">
                  <a16:creationId xmlns:a16="http://schemas.microsoft.com/office/drawing/2014/main" id="{F8110EA5-C7C9-4461-8B8A-55CB0ABD0CCB}"/>
                </a:ext>
              </a:extLst>
            </p:cNvPr>
            <p:cNvSpPr/>
            <p:nvPr/>
          </p:nvSpPr>
          <p:spPr>
            <a:xfrm>
              <a:off x="6293248" y="2202375"/>
              <a:ext cx="522611" cy="448249"/>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cubicBezTo>
                    <a:pt x="4809" y="21600"/>
                    <a:pt x="0" y="16791"/>
                    <a:pt x="0" y="10800"/>
                  </a:cubicBezTo>
                  <a:cubicBezTo>
                    <a:pt x="0" y="4809"/>
                    <a:pt x="4809" y="0"/>
                    <a:pt x="10800" y="0"/>
                  </a:cubicBezTo>
                  <a:cubicBezTo>
                    <a:pt x="16791" y="0"/>
                    <a:pt x="21600" y="4809"/>
                    <a:pt x="21600" y="10800"/>
                  </a:cubicBezTo>
                  <a:cubicBezTo>
                    <a:pt x="21600" y="16791"/>
                    <a:pt x="16791" y="21600"/>
                    <a:pt x="10800" y="21600"/>
                  </a:cubicBezTo>
                  <a:moveTo>
                    <a:pt x="10800" y="2025"/>
                  </a:moveTo>
                  <a:cubicBezTo>
                    <a:pt x="5991" y="2025"/>
                    <a:pt x="2025" y="5991"/>
                    <a:pt x="2025" y="10800"/>
                  </a:cubicBezTo>
                  <a:cubicBezTo>
                    <a:pt x="2025" y="15609"/>
                    <a:pt x="5991" y="19575"/>
                    <a:pt x="10800" y="19575"/>
                  </a:cubicBezTo>
                  <a:cubicBezTo>
                    <a:pt x="15609" y="19575"/>
                    <a:pt x="19575" y="15609"/>
                    <a:pt x="19575" y="10800"/>
                  </a:cubicBezTo>
                  <a:cubicBezTo>
                    <a:pt x="19575" y="5991"/>
                    <a:pt x="15609" y="2025"/>
                    <a:pt x="10800" y="2025"/>
                  </a:cubicBezTo>
                  <a:moveTo>
                    <a:pt x="14175" y="13162"/>
                  </a:moveTo>
                  <a:cubicBezTo>
                    <a:pt x="14175" y="13753"/>
                    <a:pt x="13753" y="14175"/>
                    <a:pt x="13163" y="14175"/>
                  </a:cubicBezTo>
                  <a:cubicBezTo>
                    <a:pt x="12572" y="14175"/>
                    <a:pt x="12150" y="13753"/>
                    <a:pt x="12150" y="13162"/>
                  </a:cubicBezTo>
                  <a:cubicBezTo>
                    <a:pt x="12150" y="11728"/>
                    <a:pt x="12150" y="11728"/>
                    <a:pt x="12150" y="11728"/>
                  </a:cubicBezTo>
                  <a:cubicBezTo>
                    <a:pt x="9028" y="14006"/>
                    <a:pt x="9028" y="14006"/>
                    <a:pt x="9028" y="14006"/>
                  </a:cubicBezTo>
                  <a:cubicBezTo>
                    <a:pt x="9028" y="14006"/>
                    <a:pt x="9028" y="14006"/>
                    <a:pt x="9028" y="14006"/>
                  </a:cubicBezTo>
                  <a:cubicBezTo>
                    <a:pt x="8859" y="14091"/>
                    <a:pt x="8691" y="14175"/>
                    <a:pt x="8437" y="14175"/>
                  </a:cubicBezTo>
                  <a:cubicBezTo>
                    <a:pt x="7847" y="14175"/>
                    <a:pt x="7425" y="13753"/>
                    <a:pt x="7425" y="13162"/>
                  </a:cubicBezTo>
                  <a:cubicBezTo>
                    <a:pt x="7425" y="8437"/>
                    <a:pt x="7425" y="8437"/>
                    <a:pt x="7425" y="8437"/>
                  </a:cubicBezTo>
                  <a:cubicBezTo>
                    <a:pt x="7425" y="7847"/>
                    <a:pt x="7847" y="7425"/>
                    <a:pt x="8437" y="7425"/>
                  </a:cubicBezTo>
                  <a:cubicBezTo>
                    <a:pt x="8691" y="7425"/>
                    <a:pt x="8859" y="7509"/>
                    <a:pt x="9028" y="7594"/>
                  </a:cubicBezTo>
                  <a:cubicBezTo>
                    <a:pt x="9028" y="7594"/>
                    <a:pt x="9028" y="7594"/>
                    <a:pt x="9028" y="7594"/>
                  </a:cubicBezTo>
                  <a:cubicBezTo>
                    <a:pt x="12150" y="9872"/>
                    <a:pt x="12150" y="9872"/>
                    <a:pt x="12150" y="9872"/>
                  </a:cubicBezTo>
                  <a:cubicBezTo>
                    <a:pt x="12150" y="8437"/>
                    <a:pt x="12150" y="8437"/>
                    <a:pt x="12150" y="8437"/>
                  </a:cubicBezTo>
                  <a:cubicBezTo>
                    <a:pt x="12150" y="7847"/>
                    <a:pt x="12572" y="7425"/>
                    <a:pt x="13163" y="7425"/>
                  </a:cubicBezTo>
                  <a:cubicBezTo>
                    <a:pt x="13753" y="7425"/>
                    <a:pt x="14175" y="7847"/>
                    <a:pt x="14175" y="8437"/>
                  </a:cubicBezTo>
                  <a:lnTo>
                    <a:pt x="14175" y="13162"/>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69" name="Shape">
              <a:extLst>
                <a:ext uri="{FF2B5EF4-FFF2-40B4-BE49-F238E27FC236}">
                  <a16:creationId xmlns:a16="http://schemas.microsoft.com/office/drawing/2014/main" id="{9780B902-6EDD-E657-1ED5-1A6BBFAA64A5}"/>
                </a:ext>
              </a:extLst>
            </p:cNvPr>
            <p:cNvSpPr/>
            <p:nvPr/>
          </p:nvSpPr>
          <p:spPr>
            <a:xfrm>
              <a:off x="5376138" y="2202375"/>
              <a:ext cx="522612" cy="448249"/>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cubicBezTo>
                    <a:pt x="4809" y="21600"/>
                    <a:pt x="0" y="16791"/>
                    <a:pt x="0" y="10800"/>
                  </a:cubicBezTo>
                  <a:cubicBezTo>
                    <a:pt x="0" y="4809"/>
                    <a:pt x="4809" y="0"/>
                    <a:pt x="10800" y="0"/>
                  </a:cubicBezTo>
                  <a:cubicBezTo>
                    <a:pt x="16791" y="0"/>
                    <a:pt x="21600" y="4809"/>
                    <a:pt x="21600" y="10800"/>
                  </a:cubicBezTo>
                  <a:cubicBezTo>
                    <a:pt x="21600" y="16791"/>
                    <a:pt x="16791" y="21600"/>
                    <a:pt x="10800" y="21600"/>
                  </a:cubicBezTo>
                  <a:moveTo>
                    <a:pt x="10800" y="2025"/>
                  </a:moveTo>
                  <a:cubicBezTo>
                    <a:pt x="5991" y="2025"/>
                    <a:pt x="2025" y="5991"/>
                    <a:pt x="2025" y="10800"/>
                  </a:cubicBezTo>
                  <a:cubicBezTo>
                    <a:pt x="2025" y="15609"/>
                    <a:pt x="5991" y="19575"/>
                    <a:pt x="10800" y="19575"/>
                  </a:cubicBezTo>
                  <a:cubicBezTo>
                    <a:pt x="15609" y="19575"/>
                    <a:pt x="19575" y="15609"/>
                    <a:pt x="19575" y="10800"/>
                  </a:cubicBezTo>
                  <a:cubicBezTo>
                    <a:pt x="19575" y="5991"/>
                    <a:pt x="15609" y="2025"/>
                    <a:pt x="10800" y="2025"/>
                  </a:cubicBezTo>
                  <a:moveTo>
                    <a:pt x="14175" y="13162"/>
                  </a:moveTo>
                  <a:cubicBezTo>
                    <a:pt x="14175" y="13753"/>
                    <a:pt x="13753" y="14175"/>
                    <a:pt x="13162" y="14175"/>
                  </a:cubicBezTo>
                  <a:cubicBezTo>
                    <a:pt x="12909" y="14175"/>
                    <a:pt x="12741" y="14091"/>
                    <a:pt x="12572" y="14006"/>
                  </a:cubicBezTo>
                  <a:cubicBezTo>
                    <a:pt x="12572" y="14006"/>
                    <a:pt x="12572" y="14006"/>
                    <a:pt x="12572" y="14006"/>
                  </a:cubicBezTo>
                  <a:cubicBezTo>
                    <a:pt x="9450" y="11728"/>
                    <a:pt x="9450" y="11728"/>
                    <a:pt x="9450" y="11728"/>
                  </a:cubicBezTo>
                  <a:cubicBezTo>
                    <a:pt x="9450" y="13162"/>
                    <a:pt x="9450" y="13162"/>
                    <a:pt x="9450" y="13162"/>
                  </a:cubicBezTo>
                  <a:cubicBezTo>
                    <a:pt x="9450" y="13753"/>
                    <a:pt x="9028" y="14175"/>
                    <a:pt x="8437" y="14175"/>
                  </a:cubicBezTo>
                  <a:cubicBezTo>
                    <a:pt x="7847" y="14175"/>
                    <a:pt x="7425" y="13753"/>
                    <a:pt x="7425" y="13162"/>
                  </a:cubicBezTo>
                  <a:cubicBezTo>
                    <a:pt x="7425" y="8437"/>
                    <a:pt x="7425" y="8437"/>
                    <a:pt x="7425" y="8437"/>
                  </a:cubicBezTo>
                  <a:cubicBezTo>
                    <a:pt x="7425" y="7847"/>
                    <a:pt x="7847" y="7425"/>
                    <a:pt x="8437" y="7425"/>
                  </a:cubicBezTo>
                  <a:cubicBezTo>
                    <a:pt x="9028" y="7425"/>
                    <a:pt x="9450" y="7847"/>
                    <a:pt x="9450" y="8437"/>
                  </a:cubicBezTo>
                  <a:cubicBezTo>
                    <a:pt x="9450" y="9872"/>
                    <a:pt x="9450" y="9872"/>
                    <a:pt x="9450" y="9872"/>
                  </a:cubicBezTo>
                  <a:cubicBezTo>
                    <a:pt x="12572" y="7594"/>
                    <a:pt x="12572" y="7594"/>
                    <a:pt x="12572" y="7594"/>
                  </a:cubicBezTo>
                  <a:cubicBezTo>
                    <a:pt x="12572" y="7594"/>
                    <a:pt x="12572" y="7594"/>
                    <a:pt x="12572" y="7594"/>
                  </a:cubicBezTo>
                  <a:cubicBezTo>
                    <a:pt x="12741" y="7509"/>
                    <a:pt x="12909" y="7425"/>
                    <a:pt x="13162" y="7425"/>
                  </a:cubicBezTo>
                  <a:cubicBezTo>
                    <a:pt x="13753" y="7425"/>
                    <a:pt x="14175" y="7847"/>
                    <a:pt x="14175" y="8437"/>
                  </a:cubicBezTo>
                  <a:lnTo>
                    <a:pt x="14175" y="13162"/>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70" name="Shape">
              <a:extLst>
                <a:ext uri="{FF2B5EF4-FFF2-40B4-BE49-F238E27FC236}">
                  <a16:creationId xmlns:a16="http://schemas.microsoft.com/office/drawing/2014/main" id="{87A24DBC-BD57-0916-B175-C8FC47F5F38A}"/>
                </a:ext>
              </a:extLst>
            </p:cNvPr>
            <p:cNvSpPr/>
            <p:nvPr/>
          </p:nvSpPr>
          <p:spPr>
            <a:xfrm>
              <a:off x="4459029" y="2202375"/>
              <a:ext cx="524645" cy="448249"/>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cubicBezTo>
                    <a:pt x="4809" y="21600"/>
                    <a:pt x="0" y="16791"/>
                    <a:pt x="0" y="10800"/>
                  </a:cubicBezTo>
                  <a:cubicBezTo>
                    <a:pt x="0" y="4809"/>
                    <a:pt x="4809" y="0"/>
                    <a:pt x="10800" y="0"/>
                  </a:cubicBezTo>
                  <a:cubicBezTo>
                    <a:pt x="16791" y="0"/>
                    <a:pt x="21600" y="4809"/>
                    <a:pt x="21600" y="10800"/>
                  </a:cubicBezTo>
                  <a:cubicBezTo>
                    <a:pt x="21600" y="16791"/>
                    <a:pt x="16791" y="21600"/>
                    <a:pt x="10800" y="21600"/>
                  </a:cubicBezTo>
                  <a:moveTo>
                    <a:pt x="10800" y="2025"/>
                  </a:moveTo>
                  <a:cubicBezTo>
                    <a:pt x="5991" y="2025"/>
                    <a:pt x="2025" y="5991"/>
                    <a:pt x="2025" y="10800"/>
                  </a:cubicBezTo>
                  <a:cubicBezTo>
                    <a:pt x="2025" y="15609"/>
                    <a:pt x="5991" y="19575"/>
                    <a:pt x="10800" y="19575"/>
                  </a:cubicBezTo>
                  <a:cubicBezTo>
                    <a:pt x="15609" y="19575"/>
                    <a:pt x="19575" y="15609"/>
                    <a:pt x="19575" y="10800"/>
                  </a:cubicBezTo>
                  <a:cubicBezTo>
                    <a:pt x="19575" y="5991"/>
                    <a:pt x="15609" y="2025"/>
                    <a:pt x="10800" y="2025"/>
                  </a:cubicBezTo>
                  <a:moveTo>
                    <a:pt x="15356" y="11644"/>
                  </a:moveTo>
                  <a:cubicBezTo>
                    <a:pt x="12066" y="13922"/>
                    <a:pt x="12066" y="13922"/>
                    <a:pt x="12066" y="13922"/>
                  </a:cubicBezTo>
                  <a:cubicBezTo>
                    <a:pt x="11897" y="14091"/>
                    <a:pt x="11728" y="14175"/>
                    <a:pt x="11475" y="14175"/>
                  </a:cubicBezTo>
                  <a:cubicBezTo>
                    <a:pt x="10884" y="14175"/>
                    <a:pt x="10462" y="13753"/>
                    <a:pt x="10462" y="13162"/>
                  </a:cubicBezTo>
                  <a:cubicBezTo>
                    <a:pt x="10462" y="13162"/>
                    <a:pt x="10462" y="13162"/>
                    <a:pt x="10462" y="13162"/>
                  </a:cubicBezTo>
                  <a:cubicBezTo>
                    <a:pt x="10462" y="11813"/>
                    <a:pt x="10462" y="11813"/>
                    <a:pt x="10462" y="11813"/>
                  </a:cubicBezTo>
                  <a:cubicBezTo>
                    <a:pt x="7341" y="13922"/>
                    <a:pt x="7341" y="13922"/>
                    <a:pt x="7341" y="13922"/>
                  </a:cubicBezTo>
                  <a:cubicBezTo>
                    <a:pt x="7172" y="14091"/>
                    <a:pt x="7003" y="14175"/>
                    <a:pt x="6750" y="14175"/>
                  </a:cubicBezTo>
                  <a:cubicBezTo>
                    <a:pt x="6159" y="14175"/>
                    <a:pt x="5737" y="13753"/>
                    <a:pt x="5737" y="13162"/>
                  </a:cubicBezTo>
                  <a:cubicBezTo>
                    <a:pt x="5737" y="13162"/>
                    <a:pt x="5737" y="13162"/>
                    <a:pt x="5737" y="13162"/>
                  </a:cubicBezTo>
                  <a:cubicBezTo>
                    <a:pt x="5737" y="8437"/>
                    <a:pt x="5737" y="8437"/>
                    <a:pt x="5737" y="8437"/>
                  </a:cubicBezTo>
                  <a:cubicBezTo>
                    <a:pt x="5737" y="8437"/>
                    <a:pt x="5737" y="8437"/>
                    <a:pt x="5737" y="8437"/>
                  </a:cubicBezTo>
                  <a:cubicBezTo>
                    <a:pt x="5737" y="8437"/>
                    <a:pt x="5737" y="8437"/>
                    <a:pt x="5737" y="8437"/>
                  </a:cubicBezTo>
                  <a:cubicBezTo>
                    <a:pt x="5737" y="7847"/>
                    <a:pt x="6159" y="7425"/>
                    <a:pt x="6750" y="7425"/>
                  </a:cubicBezTo>
                  <a:cubicBezTo>
                    <a:pt x="7003" y="7425"/>
                    <a:pt x="7172" y="7509"/>
                    <a:pt x="7341" y="7678"/>
                  </a:cubicBezTo>
                  <a:cubicBezTo>
                    <a:pt x="10462" y="9787"/>
                    <a:pt x="10462" y="9787"/>
                    <a:pt x="10462" y="9787"/>
                  </a:cubicBezTo>
                  <a:cubicBezTo>
                    <a:pt x="10462" y="8437"/>
                    <a:pt x="10462" y="8437"/>
                    <a:pt x="10462" y="8437"/>
                  </a:cubicBezTo>
                  <a:cubicBezTo>
                    <a:pt x="10462" y="8437"/>
                    <a:pt x="10462" y="8437"/>
                    <a:pt x="10462" y="8437"/>
                  </a:cubicBezTo>
                  <a:cubicBezTo>
                    <a:pt x="10462" y="8437"/>
                    <a:pt x="10462" y="8437"/>
                    <a:pt x="10462" y="8437"/>
                  </a:cubicBezTo>
                  <a:cubicBezTo>
                    <a:pt x="10462" y="7847"/>
                    <a:pt x="10884" y="7425"/>
                    <a:pt x="11475" y="7425"/>
                  </a:cubicBezTo>
                  <a:cubicBezTo>
                    <a:pt x="11728" y="7425"/>
                    <a:pt x="11897" y="7509"/>
                    <a:pt x="12066" y="7678"/>
                  </a:cubicBezTo>
                  <a:cubicBezTo>
                    <a:pt x="15356" y="9956"/>
                    <a:pt x="15356" y="9956"/>
                    <a:pt x="15356" y="9956"/>
                  </a:cubicBezTo>
                  <a:cubicBezTo>
                    <a:pt x="15694" y="10125"/>
                    <a:pt x="15863" y="10462"/>
                    <a:pt x="15863" y="10800"/>
                  </a:cubicBezTo>
                  <a:cubicBezTo>
                    <a:pt x="15863" y="11137"/>
                    <a:pt x="15694" y="11475"/>
                    <a:pt x="15356" y="11644"/>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71" name="Shape">
              <a:extLst>
                <a:ext uri="{FF2B5EF4-FFF2-40B4-BE49-F238E27FC236}">
                  <a16:creationId xmlns:a16="http://schemas.microsoft.com/office/drawing/2014/main" id="{C3182F73-1ECE-E82E-B18C-49946EEDCB9C}"/>
                </a:ext>
              </a:extLst>
            </p:cNvPr>
            <p:cNvSpPr/>
            <p:nvPr/>
          </p:nvSpPr>
          <p:spPr>
            <a:xfrm>
              <a:off x="3543952" y="2202375"/>
              <a:ext cx="522611" cy="448249"/>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cubicBezTo>
                    <a:pt x="16791" y="21600"/>
                    <a:pt x="21600" y="16791"/>
                    <a:pt x="21600" y="10800"/>
                  </a:cubicBezTo>
                  <a:cubicBezTo>
                    <a:pt x="21600" y="4809"/>
                    <a:pt x="16791" y="0"/>
                    <a:pt x="10800" y="0"/>
                  </a:cubicBezTo>
                  <a:cubicBezTo>
                    <a:pt x="4809" y="0"/>
                    <a:pt x="0" y="4809"/>
                    <a:pt x="0" y="10800"/>
                  </a:cubicBezTo>
                  <a:cubicBezTo>
                    <a:pt x="0" y="16791"/>
                    <a:pt x="4809" y="21600"/>
                    <a:pt x="10800" y="21600"/>
                  </a:cubicBezTo>
                  <a:moveTo>
                    <a:pt x="10800" y="2025"/>
                  </a:moveTo>
                  <a:cubicBezTo>
                    <a:pt x="15609" y="2025"/>
                    <a:pt x="19575" y="5991"/>
                    <a:pt x="19575" y="10800"/>
                  </a:cubicBezTo>
                  <a:cubicBezTo>
                    <a:pt x="19575" y="15609"/>
                    <a:pt x="15609" y="19575"/>
                    <a:pt x="10800" y="19575"/>
                  </a:cubicBezTo>
                  <a:cubicBezTo>
                    <a:pt x="5991" y="19575"/>
                    <a:pt x="2025" y="15609"/>
                    <a:pt x="2025" y="10800"/>
                  </a:cubicBezTo>
                  <a:cubicBezTo>
                    <a:pt x="2025" y="5991"/>
                    <a:pt x="5991" y="2025"/>
                    <a:pt x="10800" y="2025"/>
                  </a:cubicBezTo>
                  <a:moveTo>
                    <a:pt x="6244" y="11644"/>
                  </a:moveTo>
                  <a:cubicBezTo>
                    <a:pt x="9534" y="13922"/>
                    <a:pt x="9534" y="13922"/>
                    <a:pt x="9534" y="13922"/>
                  </a:cubicBezTo>
                  <a:cubicBezTo>
                    <a:pt x="9703" y="14091"/>
                    <a:pt x="9872" y="14175"/>
                    <a:pt x="10125" y="14175"/>
                  </a:cubicBezTo>
                  <a:cubicBezTo>
                    <a:pt x="10716" y="14175"/>
                    <a:pt x="11137" y="13753"/>
                    <a:pt x="11137" y="13162"/>
                  </a:cubicBezTo>
                  <a:cubicBezTo>
                    <a:pt x="11137" y="13162"/>
                    <a:pt x="11137" y="13162"/>
                    <a:pt x="11137" y="13162"/>
                  </a:cubicBezTo>
                  <a:cubicBezTo>
                    <a:pt x="11137" y="11813"/>
                    <a:pt x="11137" y="11813"/>
                    <a:pt x="11137" y="11813"/>
                  </a:cubicBezTo>
                  <a:cubicBezTo>
                    <a:pt x="14259" y="13922"/>
                    <a:pt x="14259" y="13922"/>
                    <a:pt x="14259" y="13922"/>
                  </a:cubicBezTo>
                  <a:cubicBezTo>
                    <a:pt x="14428" y="14091"/>
                    <a:pt x="14597" y="14175"/>
                    <a:pt x="14850" y="14175"/>
                  </a:cubicBezTo>
                  <a:cubicBezTo>
                    <a:pt x="15441" y="14175"/>
                    <a:pt x="15862" y="13753"/>
                    <a:pt x="15862" y="13162"/>
                  </a:cubicBezTo>
                  <a:cubicBezTo>
                    <a:pt x="15862" y="13162"/>
                    <a:pt x="15862" y="13162"/>
                    <a:pt x="15862" y="13162"/>
                  </a:cubicBezTo>
                  <a:cubicBezTo>
                    <a:pt x="15862" y="8437"/>
                    <a:pt x="15862" y="8437"/>
                    <a:pt x="15862" y="8437"/>
                  </a:cubicBezTo>
                  <a:cubicBezTo>
                    <a:pt x="15862" y="8437"/>
                    <a:pt x="15862" y="8437"/>
                    <a:pt x="15862" y="8437"/>
                  </a:cubicBezTo>
                  <a:cubicBezTo>
                    <a:pt x="15862" y="8437"/>
                    <a:pt x="15862" y="8437"/>
                    <a:pt x="15862" y="8437"/>
                  </a:cubicBezTo>
                  <a:cubicBezTo>
                    <a:pt x="15862" y="7847"/>
                    <a:pt x="15441" y="7425"/>
                    <a:pt x="14850" y="7425"/>
                  </a:cubicBezTo>
                  <a:cubicBezTo>
                    <a:pt x="14597" y="7425"/>
                    <a:pt x="14428" y="7509"/>
                    <a:pt x="14259" y="7678"/>
                  </a:cubicBezTo>
                  <a:cubicBezTo>
                    <a:pt x="11137" y="9787"/>
                    <a:pt x="11137" y="9787"/>
                    <a:pt x="11137" y="9787"/>
                  </a:cubicBezTo>
                  <a:cubicBezTo>
                    <a:pt x="11137" y="8437"/>
                    <a:pt x="11137" y="8437"/>
                    <a:pt x="11137" y="8437"/>
                  </a:cubicBezTo>
                  <a:cubicBezTo>
                    <a:pt x="11137" y="8437"/>
                    <a:pt x="11137" y="8437"/>
                    <a:pt x="11137" y="8437"/>
                  </a:cubicBezTo>
                  <a:cubicBezTo>
                    <a:pt x="11137" y="8437"/>
                    <a:pt x="11137" y="8437"/>
                    <a:pt x="11137" y="8437"/>
                  </a:cubicBezTo>
                  <a:cubicBezTo>
                    <a:pt x="11137" y="7847"/>
                    <a:pt x="10716" y="7425"/>
                    <a:pt x="10125" y="7425"/>
                  </a:cubicBezTo>
                  <a:cubicBezTo>
                    <a:pt x="9872" y="7425"/>
                    <a:pt x="9703" y="7509"/>
                    <a:pt x="9534" y="7678"/>
                  </a:cubicBezTo>
                  <a:cubicBezTo>
                    <a:pt x="6244" y="9956"/>
                    <a:pt x="6244" y="9956"/>
                    <a:pt x="6244" y="9956"/>
                  </a:cubicBezTo>
                  <a:cubicBezTo>
                    <a:pt x="5906" y="10125"/>
                    <a:pt x="5737" y="10462"/>
                    <a:pt x="5737" y="10800"/>
                  </a:cubicBezTo>
                  <a:cubicBezTo>
                    <a:pt x="5737" y="11137"/>
                    <a:pt x="5906" y="11475"/>
                    <a:pt x="6244" y="11644"/>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72" name="Shape">
              <a:extLst>
                <a:ext uri="{FF2B5EF4-FFF2-40B4-BE49-F238E27FC236}">
                  <a16:creationId xmlns:a16="http://schemas.microsoft.com/office/drawing/2014/main" id="{7D649900-8C85-A35D-FA8D-22081FAB08FA}"/>
                </a:ext>
              </a:extLst>
            </p:cNvPr>
            <p:cNvSpPr/>
            <p:nvPr/>
          </p:nvSpPr>
          <p:spPr>
            <a:xfrm>
              <a:off x="2626842" y="2202375"/>
              <a:ext cx="524645" cy="448249"/>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cubicBezTo>
                    <a:pt x="4809" y="21600"/>
                    <a:pt x="0" y="16791"/>
                    <a:pt x="0" y="10800"/>
                  </a:cubicBezTo>
                  <a:cubicBezTo>
                    <a:pt x="0" y="4809"/>
                    <a:pt x="4809" y="0"/>
                    <a:pt x="10800" y="0"/>
                  </a:cubicBezTo>
                  <a:cubicBezTo>
                    <a:pt x="16791" y="0"/>
                    <a:pt x="21600" y="4809"/>
                    <a:pt x="21600" y="10800"/>
                  </a:cubicBezTo>
                  <a:cubicBezTo>
                    <a:pt x="21600" y="16791"/>
                    <a:pt x="16791" y="21600"/>
                    <a:pt x="10800" y="21600"/>
                  </a:cubicBezTo>
                  <a:moveTo>
                    <a:pt x="10800" y="2025"/>
                  </a:moveTo>
                  <a:cubicBezTo>
                    <a:pt x="5991" y="2025"/>
                    <a:pt x="2025" y="5991"/>
                    <a:pt x="2025" y="10800"/>
                  </a:cubicBezTo>
                  <a:cubicBezTo>
                    <a:pt x="2025" y="15609"/>
                    <a:pt x="5991" y="19575"/>
                    <a:pt x="10800" y="19575"/>
                  </a:cubicBezTo>
                  <a:cubicBezTo>
                    <a:pt x="15609" y="19575"/>
                    <a:pt x="19575" y="15609"/>
                    <a:pt x="19575" y="10800"/>
                  </a:cubicBezTo>
                  <a:cubicBezTo>
                    <a:pt x="19575" y="5991"/>
                    <a:pt x="15609" y="2025"/>
                    <a:pt x="10800" y="2025"/>
                  </a:cubicBezTo>
                  <a:moveTo>
                    <a:pt x="13838" y="13500"/>
                  </a:moveTo>
                  <a:cubicBezTo>
                    <a:pt x="13838" y="14091"/>
                    <a:pt x="13416" y="14512"/>
                    <a:pt x="12825" y="14512"/>
                  </a:cubicBezTo>
                  <a:cubicBezTo>
                    <a:pt x="12234" y="14512"/>
                    <a:pt x="11813" y="14091"/>
                    <a:pt x="11813" y="13500"/>
                  </a:cubicBezTo>
                  <a:cubicBezTo>
                    <a:pt x="11813" y="13500"/>
                    <a:pt x="11813" y="13500"/>
                    <a:pt x="11813" y="13500"/>
                  </a:cubicBezTo>
                  <a:cubicBezTo>
                    <a:pt x="11813" y="8100"/>
                    <a:pt x="11813" y="8100"/>
                    <a:pt x="11813" y="8100"/>
                  </a:cubicBezTo>
                  <a:cubicBezTo>
                    <a:pt x="11813" y="8100"/>
                    <a:pt x="11813" y="8100"/>
                    <a:pt x="11813" y="8100"/>
                  </a:cubicBezTo>
                  <a:cubicBezTo>
                    <a:pt x="11813" y="8100"/>
                    <a:pt x="11813" y="8100"/>
                    <a:pt x="11813" y="8100"/>
                  </a:cubicBezTo>
                  <a:cubicBezTo>
                    <a:pt x="11813" y="7509"/>
                    <a:pt x="12234" y="7087"/>
                    <a:pt x="12825" y="7087"/>
                  </a:cubicBezTo>
                  <a:cubicBezTo>
                    <a:pt x="13416" y="7087"/>
                    <a:pt x="13838" y="7509"/>
                    <a:pt x="13838" y="8100"/>
                  </a:cubicBezTo>
                  <a:cubicBezTo>
                    <a:pt x="13838" y="8100"/>
                    <a:pt x="13838" y="8100"/>
                    <a:pt x="13838" y="8100"/>
                  </a:cubicBezTo>
                  <a:cubicBezTo>
                    <a:pt x="13838" y="13500"/>
                    <a:pt x="13838" y="13500"/>
                    <a:pt x="13838" y="13500"/>
                  </a:cubicBezTo>
                  <a:cubicBezTo>
                    <a:pt x="13838" y="13500"/>
                    <a:pt x="13838" y="13500"/>
                    <a:pt x="13838" y="13500"/>
                  </a:cubicBezTo>
                  <a:moveTo>
                    <a:pt x="9787" y="13500"/>
                  </a:moveTo>
                  <a:cubicBezTo>
                    <a:pt x="9787" y="14091"/>
                    <a:pt x="9366" y="14512"/>
                    <a:pt x="8775" y="14512"/>
                  </a:cubicBezTo>
                  <a:cubicBezTo>
                    <a:pt x="8184" y="14512"/>
                    <a:pt x="7762" y="14091"/>
                    <a:pt x="7762" y="13500"/>
                  </a:cubicBezTo>
                  <a:cubicBezTo>
                    <a:pt x="7762" y="13500"/>
                    <a:pt x="7762" y="13500"/>
                    <a:pt x="7762" y="13500"/>
                  </a:cubicBezTo>
                  <a:cubicBezTo>
                    <a:pt x="7762" y="8100"/>
                    <a:pt x="7762" y="8100"/>
                    <a:pt x="7762" y="8100"/>
                  </a:cubicBezTo>
                  <a:cubicBezTo>
                    <a:pt x="7762" y="8100"/>
                    <a:pt x="7762" y="8100"/>
                    <a:pt x="7762" y="8100"/>
                  </a:cubicBezTo>
                  <a:cubicBezTo>
                    <a:pt x="7762" y="8100"/>
                    <a:pt x="7762" y="8100"/>
                    <a:pt x="7762" y="8100"/>
                  </a:cubicBezTo>
                  <a:cubicBezTo>
                    <a:pt x="7762" y="7509"/>
                    <a:pt x="8184" y="7087"/>
                    <a:pt x="8775" y="7087"/>
                  </a:cubicBezTo>
                  <a:cubicBezTo>
                    <a:pt x="9366" y="7087"/>
                    <a:pt x="9787" y="7509"/>
                    <a:pt x="9787" y="8100"/>
                  </a:cubicBezTo>
                  <a:cubicBezTo>
                    <a:pt x="9787" y="8100"/>
                    <a:pt x="9787" y="8100"/>
                    <a:pt x="9787" y="8100"/>
                  </a:cubicBezTo>
                  <a:cubicBezTo>
                    <a:pt x="9787" y="13500"/>
                    <a:pt x="9787" y="13500"/>
                    <a:pt x="9787" y="13500"/>
                  </a:cubicBezTo>
                  <a:cubicBezTo>
                    <a:pt x="9787" y="13500"/>
                    <a:pt x="9787" y="13500"/>
                    <a:pt x="9787" y="13500"/>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73" name="Shape">
              <a:extLst>
                <a:ext uri="{FF2B5EF4-FFF2-40B4-BE49-F238E27FC236}">
                  <a16:creationId xmlns:a16="http://schemas.microsoft.com/office/drawing/2014/main" id="{2BD2FA77-C93C-E220-D18F-A58EAFFCF2FE}"/>
                </a:ext>
              </a:extLst>
            </p:cNvPr>
            <p:cNvSpPr/>
            <p:nvPr/>
          </p:nvSpPr>
          <p:spPr>
            <a:xfrm>
              <a:off x="1711766" y="2202375"/>
              <a:ext cx="522612" cy="448249"/>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cubicBezTo>
                    <a:pt x="4809" y="21600"/>
                    <a:pt x="0" y="16791"/>
                    <a:pt x="0" y="10800"/>
                  </a:cubicBezTo>
                  <a:cubicBezTo>
                    <a:pt x="0" y="4809"/>
                    <a:pt x="4809" y="0"/>
                    <a:pt x="10800" y="0"/>
                  </a:cubicBezTo>
                  <a:cubicBezTo>
                    <a:pt x="16791" y="0"/>
                    <a:pt x="21600" y="4809"/>
                    <a:pt x="21600" y="10800"/>
                  </a:cubicBezTo>
                  <a:cubicBezTo>
                    <a:pt x="21600" y="16791"/>
                    <a:pt x="16791" y="21600"/>
                    <a:pt x="10800" y="21600"/>
                  </a:cubicBezTo>
                  <a:moveTo>
                    <a:pt x="10800" y="2025"/>
                  </a:moveTo>
                  <a:cubicBezTo>
                    <a:pt x="5991" y="2025"/>
                    <a:pt x="2025" y="5991"/>
                    <a:pt x="2025" y="10800"/>
                  </a:cubicBezTo>
                  <a:cubicBezTo>
                    <a:pt x="2025" y="15609"/>
                    <a:pt x="5991" y="19575"/>
                    <a:pt x="10800" y="19575"/>
                  </a:cubicBezTo>
                  <a:cubicBezTo>
                    <a:pt x="15609" y="19575"/>
                    <a:pt x="19575" y="15609"/>
                    <a:pt x="19575" y="10800"/>
                  </a:cubicBezTo>
                  <a:cubicBezTo>
                    <a:pt x="19575" y="5991"/>
                    <a:pt x="15609" y="2025"/>
                    <a:pt x="10800" y="2025"/>
                  </a:cubicBezTo>
                  <a:moveTo>
                    <a:pt x="13500" y="14512"/>
                  </a:moveTo>
                  <a:cubicBezTo>
                    <a:pt x="8100" y="14512"/>
                    <a:pt x="8100" y="14512"/>
                    <a:pt x="8100" y="14512"/>
                  </a:cubicBezTo>
                  <a:cubicBezTo>
                    <a:pt x="7509" y="14512"/>
                    <a:pt x="7087" y="14091"/>
                    <a:pt x="7087" y="13500"/>
                  </a:cubicBezTo>
                  <a:cubicBezTo>
                    <a:pt x="7087" y="8100"/>
                    <a:pt x="7087" y="8100"/>
                    <a:pt x="7087" y="8100"/>
                  </a:cubicBezTo>
                  <a:cubicBezTo>
                    <a:pt x="7087" y="7509"/>
                    <a:pt x="7509" y="7087"/>
                    <a:pt x="8100" y="7087"/>
                  </a:cubicBezTo>
                  <a:cubicBezTo>
                    <a:pt x="13500" y="7087"/>
                    <a:pt x="13500" y="7087"/>
                    <a:pt x="13500" y="7087"/>
                  </a:cubicBezTo>
                  <a:cubicBezTo>
                    <a:pt x="14091" y="7087"/>
                    <a:pt x="14512" y="7509"/>
                    <a:pt x="14512" y="8100"/>
                  </a:cubicBezTo>
                  <a:cubicBezTo>
                    <a:pt x="14512" y="13500"/>
                    <a:pt x="14512" y="13500"/>
                    <a:pt x="14512" y="13500"/>
                  </a:cubicBezTo>
                  <a:cubicBezTo>
                    <a:pt x="14512" y="14091"/>
                    <a:pt x="14091" y="14512"/>
                    <a:pt x="13500" y="14512"/>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74" name="Shape">
              <a:extLst>
                <a:ext uri="{FF2B5EF4-FFF2-40B4-BE49-F238E27FC236}">
                  <a16:creationId xmlns:a16="http://schemas.microsoft.com/office/drawing/2014/main" id="{7A467BC9-3D8A-F9DD-F6C3-BF25CFAC4BA7}"/>
                </a:ext>
              </a:extLst>
            </p:cNvPr>
            <p:cNvSpPr/>
            <p:nvPr/>
          </p:nvSpPr>
          <p:spPr>
            <a:xfrm>
              <a:off x="794657" y="2202375"/>
              <a:ext cx="524645" cy="448249"/>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cubicBezTo>
                    <a:pt x="4809" y="21600"/>
                    <a:pt x="0" y="16791"/>
                    <a:pt x="0" y="10800"/>
                  </a:cubicBezTo>
                  <a:cubicBezTo>
                    <a:pt x="0" y="4809"/>
                    <a:pt x="4809" y="0"/>
                    <a:pt x="10800" y="0"/>
                  </a:cubicBezTo>
                  <a:cubicBezTo>
                    <a:pt x="16791" y="0"/>
                    <a:pt x="21600" y="4809"/>
                    <a:pt x="21600" y="10800"/>
                  </a:cubicBezTo>
                  <a:cubicBezTo>
                    <a:pt x="21600" y="16791"/>
                    <a:pt x="16791" y="21600"/>
                    <a:pt x="10800" y="21600"/>
                  </a:cubicBezTo>
                  <a:moveTo>
                    <a:pt x="10800" y="2025"/>
                  </a:moveTo>
                  <a:cubicBezTo>
                    <a:pt x="5991" y="2025"/>
                    <a:pt x="2025" y="5991"/>
                    <a:pt x="2025" y="10800"/>
                  </a:cubicBezTo>
                  <a:cubicBezTo>
                    <a:pt x="2025" y="15609"/>
                    <a:pt x="5991" y="19575"/>
                    <a:pt x="10800" y="19575"/>
                  </a:cubicBezTo>
                  <a:cubicBezTo>
                    <a:pt x="15609" y="19575"/>
                    <a:pt x="19575" y="15609"/>
                    <a:pt x="19575" y="10800"/>
                  </a:cubicBezTo>
                  <a:cubicBezTo>
                    <a:pt x="19575" y="5991"/>
                    <a:pt x="15609" y="2025"/>
                    <a:pt x="10800" y="2025"/>
                  </a:cubicBezTo>
                  <a:moveTo>
                    <a:pt x="14006" y="11644"/>
                  </a:moveTo>
                  <a:cubicBezTo>
                    <a:pt x="8606" y="15019"/>
                    <a:pt x="8606" y="15019"/>
                    <a:pt x="8606" y="15019"/>
                  </a:cubicBezTo>
                  <a:cubicBezTo>
                    <a:pt x="8606" y="15019"/>
                    <a:pt x="8606" y="15019"/>
                    <a:pt x="8606" y="15019"/>
                  </a:cubicBezTo>
                  <a:cubicBezTo>
                    <a:pt x="8606" y="15019"/>
                    <a:pt x="8522" y="15103"/>
                    <a:pt x="8522" y="15103"/>
                  </a:cubicBezTo>
                  <a:cubicBezTo>
                    <a:pt x="8522" y="15103"/>
                    <a:pt x="8522" y="15103"/>
                    <a:pt x="8522" y="15103"/>
                  </a:cubicBezTo>
                  <a:cubicBezTo>
                    <a:pt x="8437" y="15103"/>
                    <a:pt x="8437" y="15103"/>
                    <a:pt x="8353" y="15187"/>
                  </a:cubicBezTo>
                  <a:cubicBezTo>
                    <a:pt x="8353" y="15187"/>
                    <a:pt x="8353" y="15187"/>
                    <a:pt x="8353" y="15187"/>
                  </a:cubicBezTo>
                  <a:cubicBezTo>
                    <a:pt x="8353" y="15187"/>
                    <a:pt x="8353" y="15187"/>
                    <a:pt x="8353" y="15187"/>
                  </a:cubicBezTo>
                  <a:cubicBezTo>
                    <a:pt x="8353" y="15187"/>
                    <a:pt x="8353" y="15187"/>
                    <a:pt x="8353" y="15187"/>
                  </a:cubicBezTo>
                  <a:cubicBezTo>
                    <a:pt x="8269" y="15187"/>
                    <a:pt x="8269" y="15187"/>
                    <a:pt x="8269" y="15187"/>
                  </a:cubicBezTo>
                  <a:cubicBezTo>
                    <a:pt x="8269" y="15187"/>
                    <a:pt x="8269" y="15187"/>
                    <a:pt x="8269" y="15187"/>
                  </a:cubicBezTo>
                  <a:cubicBezTo>
                    <a:pt x="8184" y="15187"/>
                    <a:pt x="8184" y="15187"/>
                    <a:pt x="8184" y="15187"/>
                  </a:cubicBezTo>
                  <a:cubicBezTo>
                    <a:pt x="8184" y="15187"/>
                    <a:pt x="8184" y="15187"/>
                    <a:pt x="8184" y="15187"/>
                  </a:cubicBezTo>
                  <a:cubicBezTo>
                    <a:pt x="8184" y="15187"/>
                    <a:pt x="8100" y="15187"/>
                    <a:pt x="8100" y="15187"/>
                  </a:cubicBezTo>
                  <a:cubicBezTo>
                    <a:pt x="7509" y="15187"/>
                    <a:pt x="7087" y="14766"/>
                    <a:pt x="7087" y="14175"/>
                  </a:cubicBezTo>
                  <a:cubicBezTo>
                    <a:pt x="7087" y="7425"/>
                    <a:pt x="7087" y="7425"/>
                    <a:pt x="7087" y="7425"/>
                  </a:cubicBezTo>
                  <a:cubicBezTo>
                    <a:pt x="7087" y="6834"/>
                    <a:pt x="7509" y="6412"/>
                    <a:pt x="8100" y="6412"/>
                  </a:cubicBezTo>
                  <a:cubicBezTo>
                    <a:pt x="8353" y="6412"/>
                    <a:pt x="8522" y="6497"/>
                    <a:pt x="8691" y="6581"/>
                  </a:cubicBezTo>
                  <a:cubicBezTo>
                    <a:pt x="14006" y="9956"/>
                    <a:pt x="14006" y="9956"/>
                    <a:pt x="14006" y="9956"/>
                  </a:cubicBezTo>
                  <a:cubicBezTo>
                    <a:pt x="14344" y="10125"/>
                    <a:pt x="14513" y="10462"/>
                    <a:pt x="14513" y="10800"/>
                  </a:cubicBezTo>
                  <a:cubicBezTo>
                    <a:pt x="14513" y="11137"/>
                    <a:pt x="14344" y="11475"/>
                    <a:pt x="14006" y="11644"/>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75" name="Shape">
              <a:extLst>
                <a:ext uri="{FF2B5EF4-FFF2-40B4-BE49-F238E27FC236}">
                  <a16:creationId xmlns:a16="http://schemas.microsoft.com/office/drawing/2014/main" id="{17475811-ABDF-C1C5-BAB2-F58410AEAEBE}"/>
                </a:ext>
              </a:extLst>
            </p:cNvPr>
            <p:cNvSpPr/>
            <p:nvPr/>
          </p:nvSpPr>
          <p:spPr>
            <a:xfrm>
              <a:off x="10872697" y="1415762"/>
              <a:ext cx="524645" cy="449993"/>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cubicBezTo>
                    <a:pt x="4809" y="21600"/>
                    <a:pt x="0" y="16791"/>
                    <a:pt x="0" y="10800"/>
                  </a:cubicBezTo>
                  <a:cubicBezTo>
                    <a:pt x="0" y="4809"/>
                    <a:pt x="4809" y="0"/>
                    <a:pt x="10800" y="0"/>
                  </a:cubicBezTo>
                  <a:cubicBezTo>
                    <a:pt x="16791" y="0"/>
                    <a:pt x="21600" y="4809"/>
                    <a:pt x="21600" y="10800"/>
                  </a:cubicBezTo>
                  <a:cubicBezTo>
                    <a:pt x="21600" y="16791"/>
                    <a:pt x="16791" y="21600"/>
                    <a:pt x="10800" y="21600"/>
                  </a:cubicBezTo>
                  <a:moveTo>
                    <a:pt x="10800" y="2025"/>
                  </a:moveTo>
                  <a:cubicBezTo>
                    <a:pt x="5991" y="2025"/>
                    <a:pt x="2025" y="5991"/>
                    <a:pt x="2025" y="10800"/>
                  </a:cubicBezTo>
                  <a:cubicBezTo>
                    <a:pt x="2025" y="15609"/>
                    <a:pt x="5991" y="19575"/>
                    <a:pt x="10800" y="19575"/>
                  </a:cubicBezTo>
                  <a:cubicBezTo>
                    <a:pt x="15609" y="19575"/>
                    <a:pt x="19575" y="15609"/>
                    <a:pt x="19575" y="10800"/>
                  </a:cubicBezTo>
                  <a:cubicBezTo>
                    <a:pt x="19575" y="5991"/>
                    <a:pt x="15609" y="2025"/>
                    <a:pt x="10800" y="2025"/>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76" name="Shape">
              <a:extLst>
                <a:ext uri="{FF2B5EF4-FFF2-40B4-BE49-F238E27FC236}">
                  <a16:creationId xmlns:a16="http://schemas.microsoft.com/office/drawing/2014/main" id="{D74EEE6B-2CAF-248A-71BE-2054BC571818}"/>
                </a:ext>
              </a:extLst>
            </p:cNvPr>
            <p:cNvSpPr/>
            <p:nvPr/>
          </p:nvSpPr>
          <p:spPr>
            <a:xfrm>
              <a:off x="9957621" y="1415762"/>
              <a:ext cx="522610" cy="449993"/>
            </a:xfrm>
            <a:custGeom>
              <a:avLst/>
              <a:gdLst/>
              <a:ahLst/>
              <a:cxnLst>
                <a:cxn ang="0">
                  <a:pos x="wd2" y="hd2"/>
                </a:cxn>
                <a:cxn ang="5400000">
                  <a:pos x="wd2" y="hd2"/>
                </a:cxn>
                <a:cxn ang="10800000">
                  <a:pos x="wd2" y="hd2"/>
                </a:cxn>
                <a:cxn ang="16200000">
                  <a:pos x="wd2" y="hd2"/>
                </a:cxn>
              </a:cxnLst>
              <a:rect l="0" t="0" r="r" b="b"/>
              <a:pathLst>
                <a:path w="21600" h="21600" extrusionOk="0">
                  <a:moveTo>
                    <a:pt x="20588" y="21600"/>
                  </a:moveTo>
                  <a:cubicBezTo>
                    <a:pt x="1012" y="21600"/>
                    <a:pt x="1012" y="21600"/>
                    <a:pt x="1012" y="21600"/>
                  </a:cubicBezTo>
                  <a:cubicBezTo>
                    <a:pt x="422" y="21600"/>
                    <a:pt x="0" y="21178"/>
                    <a:pt x="0" y="20588"/>
                  </a:cubicBezTo>
                  <a:cubicBezTo>
                    <a:pt x="0" y="1012"/>
                    <a:pt x="0" y="1012"/>
                    <a:pt x="0" y="1012"/>
                  </a:cubicBezTo>
                  <a:cubicBezTo>
                    <a:pt x="0" y="422"/>
                    <a:pt x="422" y="0"/>
                    <a:pt x="1012" y="0"/>
                  </a:cubicBezTo>
                  <a:cubicBezTo>
                    <a:pt x="20588" y="0"/>
                    <a:pt x="20588" y="0"/>
                    <a:pt x="20588" y="0"/>
                  </a:cubicBezTo>
                  <a:cubicBezTo>
                    <a:pt x="21178" y="0"/>
                    <a:pt x="21600" y="422"/>
                    <a:pt x="21600" y="1012"/>
                  </a:cubicBezTo>
                  <a:cubicBezTo>
                    <a:pt x="21600" y="20588"/>
                    <a:pt x="21600" y="20588"/>
                    <a:pt x="21600" y="20588"/>
                  </a:cubicBezTo>
                  <a:cubicBezTo>
                    <a:pt x="21600" y="21178"/>
                    <a:pt x="21178" y="21600"/>
                    <a:pt x="20588" y="21600"/>
                  </a:cubicBezTo>
                  <a:moveTo>
                    <a:pt x="19575" y="2025"/>
                  </a:moveTo>
                  <a:cubicBezTo>
                    <a:pt x="2025" y="2025"/>
                    <a:pt x="2025" y="2025"/>
                    <a:pt x="2025" y="2025"/>
                  </a:cubicBezTo>
                  <a:cubicBezTo>
                    <a:pt x="2025" y="19575"/>
                    <a:pt x="2025" y="19575"/>
                    <a:pt x="2025" y="19575"/>
                  </a:cubicBezTo>
                  <a:cubicBezTo>
                    <a:pt x="19575" y="19575"/>
                    <a:pt x="19575" y="19575"/>
                    <a:pt x="19575" y="19575"/>
                  </a:cubicBezTo>
                  <a:lnTo>
                    <a:pt x="19575" y="2025"/>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77" name="Shape">
              <a:extLst>
                <a:ext uri="{FF2B5EF4-FFF2-40B4-BE49-F238E27FC236}">
                  <a16:creationId xmlns:a16="http://schemas.microsoft.com/office/drawing/2014/main" id="{C6C30C09-AD5B-D7CC-85E4-FA2E99ACF3FB}"/>
                </a:ext>
              </a:extLst>
            </p:cNvPr>
            <p:cNvSpPr/>
            <p:nvPr/>
          </p:nvSpPr>
          <p:spPr>
            <a:xfrm>
              <a:off x="9048643" y="1429715"/>
              <a:ext cx="508376" cy="422086"/>
            </a:xfrm>
            <a:custGeom>
              <a:avLst/>
              <a:gdLst/>
              <a:ahLst/>
              <a:cxnLst>
                <a:cxn ang="0">
                  <a:pos x="wd2" y="hd2"/>
                </a:cxn>
                <a:cxn ang="5400000">
                  <a:pos x="wd2" y="hd2"/>
                </a:cxn>
                <a:cxn ang="10800000">
                  <a:pos x="wd2" y="hd2"/>
                </a:cxn>
                <a:cxn ang="16200000">
                  <a:pos x="wd2" y="hd2"/>
                </a:cxn>
              </a:cxnLst>
              <a:rect l="0" t="0" r="r" b="b"/>
              <a:pathLst>
                <a:path w="21600" h="21600" extrusionOk="0">
                  <a:moveTo>
                    <a:pt x="20555" y="18000"/>
                  </a:moveTo>
                  <a:cubicBezTo>
                    <a:pt x="15329" y="18000"/>
                    <a:pt x="15329" y="18000"/>
                    <a:pt x="15329" y="18000"/>
                  </a:cubicBezTo>
                  <a:cubicBezTo>
                    <a:pt x="13935" y="18000"/>
                    <a:pt x="13935" y="18000"/>
                    <a:pt x="13935" y="18000"/>
                  </a:cubicBezTo>
                  <a:cubicBezTo>
                    <a:pt x="13935" y="19800"/>
                    <a:pt x="13935" y="19800"/>
                    <a:pt x="13935" y="19800"/>
                  </a:cubicBezTo>
                  <a:cubicBezTo>
                    <a:pt x="15329" y="21240"/>
                    <a:pt x="15329" y="21240"/>
                    <a:pt x="15329" y="21240"/>
                  </a:cubicBezTo>
                  <a:cubicBezTo>
                    <a:pt x="15329" y="21600"/>
                    <a:pt x="15329" y="21600"/>
                    <a:pt x="15329" y="21600"/>
                  </a:cubicBezTo>
                  <a:cubicBezTo>
                    <a:pt x="6271" y="21600"/>
                    <a:pt x="6271" y="21600"/>
                    <a:pt x="6271" y="21600"/>
                  </a:cubicBezTo>
                  <a:cubicBezTo>
                    <a:pt x="6271" y="21240"/>
                    <a:pt x="6271" y="21240"/>
                    <a:pt x="6271" y="21240"/>
                  </a:cubicBezTo>
                  <a:cubicBezTo>
                    <a:pt x="7665" y="19800"/>
                    <a:pt x="7665" y="19800"/>
                    <a:pt x="7665" y="19800"/>
                  </a:cubicBezTo>
                  <a:cubicBezTo>
                    <a:pt x="7665" y="18000"/>
                    <a:pt x="7665" y="18000"/>
                    <a:pt x="7665" y="18000"/>
                  </a:cubicBezTo>
                  <a:cubicBezTo>
                    <a:pt x="6271" y="18000"/>
                    <a:pt x="6271" y="18000"/>
                    <a:pt x="6271" y="18000"/>
                  </a:cubicBezTo>
                  <a:cubicBezTo>
                    <a:pt x="1045" y="18000"/>
                    <a:pt x="1045" y="18000"/>
                    <a:pt x="1045" y="18000"/>
                  </a:cubicBezTo>
                  <a:cubicBezTo>
                    <a:pt x="435" y="18000"/>
                    <a:pt x="0" y="17550"/>
                    <a:pt x="0" y="16920"/>
                  </a:cubicBezTo>
                  <a:cubicBezTo>
                    <a:pt x="0" y="2520"/>
                    <a:pt x="0" y="2520"/>
                    <a:pt x="0" y="2520"/>
                  </a:cubicBezTo>
                  <a:cubicBezTo>
                    <a:pt x="0" y="1890"/>
                    <a:pt x="435" y="1440"/>
                    <a:pt x="1045" y="1440"/>
                  </a:cubicBezTo>
                  <a:cubicBezTo>
                    <a:pt x="7490" y="1440"/>
                    <a:pt x="7490" y="1440"/>
                    <a:pt x="7490" y="1440"/>
                  </a:cubicBezTo>
                  <a:cubicBezTo>
                    <a:pt x="6097" y="2880"/>
                    <a:pt x="6097" y="2880"/>
                    <a:pt x="6097" y="2880"/>
                  </a:cubicBezTo>
                  <a:cubicBezTo>
                    <a:pt x="1394" y="2880"/>
                    <a:pt x="1394" y="2880"/>
                    <a:pt x="1394" y="2880"/>
                  </a:cubicBezTo>
                  <a:cubicBezTo>
                    <a:pt x="1394" y="15120"/>
                    <a:pt x="1394" y="15120"/>
                    <a:pt x="1394" y="15120"/>
                  </a:cubicBezTo>
                  <a:cubicBezTo>
                    <a:pt x="20206" y="15120"/>
                    <a:pt x="20206" y="15120"/>
                    <a:pt x="20206" y="15120"/>
                  </a:cubicBezTo>
                  <a:cubicBezTo>
                    <a:pt x="20206" y="2880"/>
                    <a:pt x="20206" y="2880"/>
                    <a:pt x="20206" y="2880"/>
                  </a:cubicBezTo>
                  <a:cubicBezTo>
                    <a:pt x="15503" y="2880"/>
                    <a:pt x="15503" y="2880"/>
                    <a:pt x="15503" y="2880"/>
                  </a:cubicBezTo>
                  <a:cubicBezTo>
                    <a:pt x="14110" y="1440"/>
                    <a:pt x="14110" y="1440"/>
                    <a:pt x="14110" y="1440"/>
                  </a:cubicBezTo>
                  <a:cubicBezTo>
                    <a:pt x="20555" y="1440"/>
                    <a:pt x="20555" y="1440"/>
                    <a:pt x="20555" y="1440"/>
                  </a:cubicBezTo>
                  <a:cubicBezTo>
                    <a:pt x="21165" y="1440"/>
                    <a:pt x="21600" y="1890"/>
                    <a:pt x="21600" y="2520"/>
                  </a:cubicBezTo>
                  <a:cubicBezTo>
                    <a:pt x="21600" y="16920"/>
                    <a:pt x="21600" y="16920"/>
                    <a:pt x="21600" y="16920"/>
                  </a:cubicBezTo>
                  <a:cubicBezTo>
                    <a:pt x="21600" y="17550"/>
                    <a:pt x="21165" y="18000"/>
                    <a:pt x="20555" y="18000"/>
                  </a:cubicBezTo>
                  <a:moveTo>
                    <a:pt x="13239" y="4680"/>
                  </a:moveTo>
                  <a:cubicBezTo>
                    <a:pt x="12977" y="4680"/>
                    <a:pt x="12716" y="4590"/>
                    <a:pt x="12542" y="4320"/>
                  </a:cubicBezTo>
                  <a:cubicBezTo>
                    <a:pt x="11845" y="3690"/>
                    <a:pt x="11845" y="3690"/>
                    <a:pt x="11845" y="3690"/>
                  </a:cubicBezTo>
                  <a:cubicBezTo>
                    <a:pt x="11845" y="8640"/>
                    <a:pt x="11845" y="8640"/>
                    <a:pt x="11845" y="8640"/>
                  </a:cubicBezTo>
                  <a:cubicBezTo>
                    <a:pt x="11845" y="9270"/>
                    <a:pt x="11410" y="9720"/>
                    <a:pt x="10800" y="9720"/>
                  </a:cubicBezTo>
                  <a:cubicBezTo>
                    <a:pt x="10190" y="9720"/>
                    <a:pt x="9755" y="9270"/>
                    <a:pt x="9755" y="8640"/>
                  </a:cubicBezTo>
                  <a:cubicBezTo>
                    <a:pt x="9755" y="3690"/>
                    <a:pt x="9755" y="3690"/>
                    <a:pt x="9755" y="3690"/>
                  </a:cubicBezTo>
                  <a:cubicBezTo>
                    <a:pt x="9058" y="4320"/>
                    <a:pt x="9058" y="4320"/>
                    <a:pt x="9058" y="4320"/>
                  </a:cubicBezTo>
                  <a:cubicBezTo>
                    <a:pt x="8884" y="4590"/>
                    <a:pt x="8623" y="4680"/>
                    <a:pt x="8361" y="4680"/>
                  </a:cubicBezTo>
                  <a:cubicBezTo>
                    <a:pt x="7752" y="4680"/>
                    <a:pt x="7316" y="4230"/>
                    <a:pt x="7316" y="3600"/>
                  </a:cubicBezTo>
                  <a:cubicBezTo>
                    <a:pt x="7316" y="3330"/>
                    <a:pt x="7403" y="3060"/>
                    <a:pt x="7665" y="2880"/>
                  </a:cubicBezTo>
                  <a:cubicBezTo>
                    <a:pt x="10103" y="360"/>
                    <a:pt x="10103" y="360"/>
                    <a:pt x="10103" y="360"/>
                  </a:cubicBezTo>
                  <a:cubicBezTo>
                    <a:pt x="10277" y="90"/>
                    <a:pt x="10539" y="0"/>
                    <a:pt x="10800" y="0"/>
                  </a:cubicBezTo>
                  <a:cubicBezTo>
                    <a:pt x="11061" y="0"/>
                    <a:pt x="11323" y="90"/>
                    <a:pt x="11497" y="360"/>
                  </a:cubicBezTo>
                  <a:cubicBezTo>
                    <a:pt x="13935" y="2880"/>
                    <a:pt x="13935" y="2880"/>
                    <a:pt x="13935" y="2880"/>
                  </a:cubicBezTo>
                  <a:cubicBezTo>
                    <a:pt x="14197" y="3060"/>
                    <a:pt x="14284" y="3330"/>
                    <a:pt x="14284" y="3600"/>
                  </a:cubicBezTo>
                  <a:cubicBezTo>
                    <a:pt x="14284" y="4230"/>
                    <a:pt x="13848" y="4680"/>
                    <a:pt x="13239" y="4680"/>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78" name="Shape">
              <a:extLst>
                <a:ext uri="{FF2B5EF4-FFF2-40B4-BE49-F238E27FC236}">
                  <a16:creationId xmlns:a16="http://schemas.microsoft.com/office/drawing/2014/main" id="{39B08451-4938-FC89-CD70-A92CE0F05869}"/>
                </a:ext>
              </a:extLst>
            </p:cNvPr>
            <p:cNvSpPr/>
            <p:nvPr/>
          </p:nvSpPr>
          <p:spPr>
            <a:xfrm>
              <a:off x="8133567" y="1429715"/>
              <a:ext cx="506343" cy="422086"/>
            </a:xfrm>
            <a:custGeom>
              <a:avLst/>
              <a:gdLst/>
              <a:ahLst/>
              <a:cxnLst>
                <a:cxn ang="0">
                  <a:pos x="wd2" y="hd2"/>
                </a:cxn>
                <a:cxn ang="5400000">
                  <a:pos x="wd2" y="hd2"/>
                </a:cxn>
                <a:cxn ang="10800000">
                  <a:pos x="wd2" y="hd2"/>
                </a:cxn>
                <a:cxn ang="16200000">
                  <a:pos x="wd2" y="hd2"/>
                </a:cxn>
              </a:cxnLst>
              <a:rect l="0" t="0" r="r" b="b"/>
              <a:pathLst>
                <a:path w="21600" h="21600" extrusionOk="0">
                  <a:moveTo>
                    <a:pt x="20555" y="18000"/>
                  </a:moveTo>
                  <a:cubicBezTo>
                    <a:pt x="15329" y="18000"/>
                    <a:pt x="15329" y="18000"/>
                    <a:pt x="15329" y="18000"/>
                  </a:cubicBezTo>
                  <a:cubicBezTo>
                    <a:pt x="13935" y="18000"/>
                    <a:pt x="13935" y="18000"/>
                    <a:pt x="13935" y="18000"/>
                  </a:cubicBezTo>
                  <a:cubicBezTo>
                    <a:pt x="13935" y="19800"/>
                    <a:pt x="13935" y="19800"/>
                    <a:pt x="13935" y="19800"/>
                  </a:cubicBezTo>
                  <a:cubicBezTo>
                    <a:pt x="15329" y="21240"/>
                    <a:pt x="15329" y="21240"/>
                    <a:pt x="15329" y="21240"/>
                  </a:cubicBezTo>
                  <a:cubicBezTo>
                    <a:pt x="15329" y="21600"/>
                    <a:pt x="15329" y="21600"/>
                    <a:pt x="15329" y="21600"/>
                  </a:cubicBezTo>
                  <a:cubicBezTo>
                    <a:pt x="6271" y="21600"/>
                    <a:pt x="6271" y="21600"/>
                    <a:pt x="6271" y="21600"/>
                  </a:cubicBezTo>
                  <a:cubicBezTo>
                    <a:pt x="6271" y="21240"/>
                    <a:pt x="6271" y="21240"/>
                    <a:pt x="6271" y="21240"/>
                  </a:cubicBezTo>
                  <a:cubicBezTo>
                    <a:pt x="7665" y="19800"/>
                    <a:pt x="7665" y="19800"/>
                    <a:pt x="7665" y="19800"/>
                  </a:cubicBezTo>
                  <a:cubicBezTo>
                    <a:pt x="7665" y="18000"/>
                    <a:pt x="7665" y="18000"/>
                    <a:pt x="7665" y="18000"/>
                  </a:cubicBezTo>
                  <a:cubicBezTo>
                    <a:pt x="6271" y="18000"/>
                    <a:pt x="6271" y="18000"/>
                    <a:pt x="6271" y="18000"/>
                  </a:cubicBezTo>
                  <a:cubicBezTo>
                    <a:pt x="1045" y="18000"/>
                    <a:pt x="1045" y="18000"/>
                    <a:pt x="1045" y="18000"/>
                  </a:cubicBezTo>
                  <a:cubicBezTo>
                    <a:pt x="435" y="18000"/>
                    <a:pt x="0" y="17550"/>
                    <a:pt x="0" y="16920"/>
                  </a:cubicBezTo>
                  <a:cubicBezTo>
                    <a:pt x="0" y="2520"/>
                    <a:pt x="0" y="2520"/>
                    <a:pt x="0" y="2520"/>
                  </a:cubicBezTo>
                  <a:cubicBezTo>
                    <a:pt x="0" y="1890"/>
                    <a:pt x="435" y="1440"/>
                    <a:pt x="1045" y="1440"/>
                  </a:cubicBezTo>
                  <a:cubicBezTo>
                    <a:pt x="8710" y="1440"/>
                    <a:pt x="8710" y="1440"/>
                    <a:pt x="8710" y="1440"/>
                  </a:cubicBezTo>
                  <a:cubicBezTo>
                    <a:pt x="8710" y="2880"/>
                    <a:pt x="8710" y="2880"/>
                    <a:pt x="8710" y="2880"/>
                  </a:cubicBezTo>
                  <a:cubicBezTo>
                    <a:pt x="1394" y="2880"/>
                    <a:pt x="1394" y="2880"/>
                    <a:pt x="1394" y="2880"/>
                  </a:cubicBezTo>
                  <a:cubicBezTo>
                    <a:pt x="1394" y="15120"/>
                    <a:pt x="1394" y="15120"/>
                    <a:pt x="1394" y="15120"/>
                  </a:cubicBezTo>
                  <a:cubicBezTo>
                    <a:pt x="20206" y="15120"/>
                    <a:pt x="20206" y="15120"/>
                    <a:pt x="20206" y="15120"/>
                  </a:cubicBezTo>
                  <a:cubicBezTo>
                    <a:pt x="20206" y="2880"/>
                    <a:pt x="20206" y="2880"/>
                    <a:pt x="20206" y="2880"/>
                  </a:cubicBezTo>
                  <a:cubicBezTo>
                    <a:pt x="12890" y="2880"/>
                    <a:pt x="12890" y="2880"/>
                    <a:pt x="12890" y="2880"/>
                  </a:cubicBezTo>
                  <a:cubicBezTo>
                    <a:pt x="12890" y="1440"/>
                    <a:pt x="12890" y="1440"/>
                    <a:pt x="12890" y="1440"/>
                  </a:cubicBezTo>
                  <a:cubicBezTo>
                    <a:pt x="20555" y="1440"/>
                    <a:pt x="20555" y="1440"/>
                    <a:pt x="20555" y="1440"/>
                  </a:cubicBezTo>
                  <a:cubicBezTo>
                    <a:pt x="21165" y="1440"/>
                    <a:pt x="21600" y="1890"/>
                    <a:pt x="21600" y="2520"/>
                  </a:cubicBezTo>
                  <a:cubicBezTo>
                    <a:pt x="21600" y="16920"/>
                    <a:pt x="21600" y="16920"/>
                    <a:pt x="21600" y="16920"/>
                  </a:cubicBezTo>
                  <a:cubicBezTo>
                    <a:pt x="21600" y="17550"/>
                    <a:pt x="21165" y="18000"/>
                    <a:pt x="20555" y="18000"/>
                  </a:cubicBezTo>
                  <a:moveTo>
                    <a:pt x="14284" y="6120"/>
                  </a:moveTo>
                  <a:cubicBezTo>
                    <a:pt x="14284" y="6390"/>
                    <a:pt x="14197" y="6660"/>
                    <a:pt x="13935" y="6840"/>
                  </a:cubicBezTo>
                  <a:cubicBezTo>
                    <a:pt x="11497" y="9360"/>
                    <a:pt x="11497" y="9360"/>
                    <a:pt x="11497" y="9360"/>
                  </a:cubicBezTo>
                  <a:cubicBezTo>
                    <a:pt x="11323" y="9630"/>
                    <a:pt x="11061" y="9720"/>
                    <a:pt x="10800" y="9720"/>
                  </a:cubicBezTo>
                  <a:cubicBezTo>
                    <a:pt x="10539" y="9720"/>
                    <a:pt x="10277" y="9630"/>
                    <a:pt x="10103" y="9360"/>
                  </a:cubicBezTo>
                  <a:cubicBezTo>
                    <a:pt x="7665" y="6840"/>
                    <a:pt x="7665" y="6840"/>
                    <a:pt x="7665" y="6840"/>
                  </a:cubicBezTo>
                  <a:cubicBezTo>
                    <a:pt x="7403" y="6660"/>
                    <a:pt x="7316" y="6390"/>
                    <a:pt x="7316" y="6120"/>
                  </a:cubicBezTo>
                  <a:cubicBezTo>
                    <a:pt x="7316" y="5490"/>
                    <a:pt x="7752" y="5040"/>
                    <a:pt x="8361" y="5040"/>
                  </a:cubicBezTo>
                  <a:cubicBezTo>
                    <a:pt x="8623" y="5040"/>
                    <a:pt x="8884" y="5130"/>
                    <a:pt x="9058" y="5400"/>
                  </a:cubicBezTo>
                  <a:cubicBezTo>
                    <a:pt x="9755" y="6030"/>
                    <a:pt x="9755" y="6030"/>
                    <a:pt x="9755" y="6030"/>
                  </a:cubicBezTo>
                  <a:cubicBezTo>
                    <a:pt x="9755" y="1080"/>
                    <a:pt x="9755" y="1080"/>
                    <a:pt x="9755" y="1080"/>
                  </a:cubicBezTo>
                  <a:cubicBezTo>
                    <a:pt x="9755" y="450"/>
                    <a:pt x="10190" y="0"/>
                    <a:pt x="10800" y="0"/>
                  </a:cubicBezTo>
                  <a:cubicBezTo>
                    <a:pt x="11410" y="0"/>
                    <a:pt x="11845" y="450"/>
                    <a:pt x="11845" y="1080"/>
                  </a:cubicBezTo>
                  <a:cubicBezTo>
                    <a:pt x="11845" y="6030"/>
                    <a:pt x="11845" y="6030"/>
                    <a:pt x="11845" y="6030"/>
                  </a:cubicBezTo>
                  <a:cubicBezTo>
                    <a:pt x="12542" y="5400"/>
                    <a:pt x="12542" y="5400"/>
                    <a:pt x="12542" y="5400"/>
                  </a:cubicBezTo>
                  <a:cubicBezTo>
                    <a:pt x="12716" y="5130"/>
                    <a:pt x="12977" y="5040"/>
                    <a:pt x="13239" y="5040"/>
                  </a:cubicBezTo>
                  <a:cubicBezTo>
                    <a:pt x="13848" y="5040"/>
                    <a:pt x="14284" y="5490"/>
                    <a:pt x="14284" y="6120"/>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79" name="Shape">
              <a:extLst>
                <a:ext uri="{FF2B5EF4-FFF2-40B4-BE49-F238E27FC236}">
                  <a16:creationId xmlns:a16="http://schemas.microsoft.com/office/drawing/2014/main" id="{4EB4A01D-AADF-8EF6-F97A-FFC5B093FF00}"/>
                </a:ext>
              </a:extLst>
            </p:cNvPr>
            <p:cNvSpPr/>
            <p:nvPr/>
          </p:nvSpPr>
          <p:spPr>
            <a:xfrm>
              <a:off x="7216458" y="1457622"/>
              <a:ext cx="508377" cy="394180"/>
            </a:xfrm>
            <a:custGeom>
              <a:avLst/>
              <a:gdLst/>
              <a:ahLst/>
              <a:cxnLst>
                <a:cxn ang="0">
                  <a:pos x="wd2" y="hd2"/>
                </a:cxn>
                <a:cxn ang="5400000">
                  <a:pos x="wd2" y="hd2"/>
                </a:cxn>
                <a:cxn ang="10800000">
                  <a:pos x="wd2" y="hd2"/>
                </a:cxn>
                <a:cxn ang="16200000">
                  <a:pos x="wd2" y="hd2"/>
                </a:cxn>
              </a:cxnLst>
              <a:rect l="0" t="0" r="r" b="b"/>
              <a:pathLst>
                <a:path w="21600" h="21600" extrusionOk="0">
                  <a:moveTo>
                    <a:pt x="20555" y="17743"/>
                  </a:moveTo>
                  <a:cubicBezTo>
                    <a:pt x="15329" y="17743"/>
                    <a:pt x="15329" y="17743"/>
                    <a:pt x="15329" y="17743"/>
                  </a:cubicBezTo>
                  <a:cubicBezTo>
                    <a:pt x="13935" y="17743"/>
                    <a:pt x="13935" y="17743"/>
                    <a:pt x="13935" y="17743"/>
                  </a:cubicBezTo>
                  <a:cubicBezTo>
                    <a:pt x="13935" y="19671"/>
                    <a:pt x="13935" y="19671"/>
                    <a:pt x="13935" y="19671"/>
                  </a:cubicBezTo>
                  <a:cubicBezTo>
                    <a:pt x="15329" y="21214"/>
                    <a:pt x="15329" y="21214"/>
                    <a:pt x="15329" y="21214"/>
                  </a:cubicBezTo>
                  <a:cubicBezTo>
                    <a:pt x="15329" y="21600"/>
                    <a:pt x="15329" y="21600"/>
                    <a:pt x="15329" y="21600"/>
                  </a:cubicBezTo>
                  <a:cubicBezTo>
                    <a:pt x="6271" y="21600"/>
                    <a:pt x="6271" y="21600"/>
                    <a:pt x="6271" y="21600"/>
                  </a:cubicBezTo>
                  <a:cubicBezTo>
                    <a:pt x="6271" y="21214"/>
                    <a:pt x="6271" y="21214"/>
                    <a:pt x="6271" y="21214"/>
                  </a:cubicBezTo>
                  <a:cubicBezTo>
                    <a:pt x="7665" y="19671"/>
                    <a:pt x="7665" y="19671"/>
                    <a:pt x="7665" y="19671"/>
                  </a:cubicBezTo>
                  <a:cubicBezTo>
                    <a:pt x="7665" y="17743"/>
                    <a:pt x="7665" y="17743"/>
                    <a:pt x="7665" y="17743"/>
                  </a:cubicBezTo>
                  <a:cubicBezTo>
                    <a:pt x="6271" y="17743"/>
                    <a:pt x="6271" y="17743"/>
                    <a:pt x="6271" y="17743"/>
                  </a:cubicBezTo>
                  <a:cubicBezTo>
                    <a:pt x="1045" y="17743"/>
                    <a:pt x="1045" y="17743"/>
                    <a:pt x="1045" y="17743"/>
                  </a:cubicBezTo>
                  <a:cubicBezTo>
                    <a:pt x="435" y="17743"/>
                    <a:pt x="0" y="17261"/>
                    <a:pt x="0" y="16586"/>
                  </a:cubicBezTo>
                  <a:cubicBezTo>
                    <a:pt x="0" y="1157"/>
                    <a:pt x="0" y="1157"/>
                    <a:pt x="0" y="1157"/>
                  </a:cubicBezTo>
                  <a:cubicBezTo>
                    <a:pt x="0" y="482"/>
                    <a:pt x="435" y="0"/>
                    <a:pt x="1045" y="0"/>
                  </a:cubicBezTo>
                  <a:cubicBezTo>
                    <a:pt x="20555" y="0"/>
                    <a:pt x="20555" y="0"/>
                    <a:pt x="20555" y="0"/>
                  </a:cubicBezTo>
                  <a:cubicBezTo>
                    <a:pt x="21165" y="0"/>
                    <a:pt x="21600" y="482"/>
                    <a:pt x="21600" y="1157"/>
                  </a:cubicBezTo>
                  <a:cubicBezTo>
                    <a:pt x="21600" y="16586"/>
                    <a:pt x="21600" y="16586"/>
                    <a:pt x="21600" y="16586"/>
                  </a:cubicBezTo>
                  <a:cubicBezTo>
                    <a:pt x="21600" y="17261"/>
                    <a:pt x="21165" y="17743"/>
                    <a:pt x="20555" y="17743"/>
                  </a:cubicBezTo>
                  <a:moveTo>
                    <a:pt x="20206" y="1543"/>
                  </a:moveTo>
                  <a:cubicBezTo>
                    <a:pt x="1394" y="1543"/>
                    <a:pt x="1394" y="1543"/>
                    <a:pt x="1394" y="1543"/>
                  </a:cubicBezTo>
                  <a:cubicBezTo>
                    <a:pt x="1394" y="14657"/>
                    <a:pt x="1394" y="14657"/>
                    <a:pt x="1394" y="14657"/>
                  </a:cubicBezTo>
                  <a:cubicBezTo>
                    <a:pt x="20206" y="14657"/>
                    <a:pt x="20206" y="14657"/>
                    <a:pt x="20206" y="14657"/>
                  </a:cubicBezTo>
                  <a:lnTo>
                    <a:pt x="20206" y="1543"/>
                  </a:lnTo>
                  <a:close/>
                  <a:moveTo>
                    <a:pt x="8710" y="4629"/>
                  </a:moveTo>
                  <a:cubicBezTo>
                    <a:pt x="8971" y="4629"/>
                    <a:pt x="9232" y="4725"/>
                    <a:pt x="9406" y="5014"/>
                  </a:cubicBezTo>
                  <a:cubicBezTo>
                    <a:pt x="10800" y="6461"/>
                    <a:pt x="10800" y="6461"/>
                    <a:pt x="10800" y="6461"/>
                  </a:cubicBezTo>
                  <a:cubicBezTo>
                    <a:pt x="12194" y="5014"/>
                    <a:pt x="12194" y="5014"/>
                    <a:pt x="12194" y="5014"/>
                  </a:cubicBezTo>
                  <a:cubicBezTo>
                    <a:pt x="12368" y="4725"/>
                    <a:pt x="12629" y="4629"/>
                    <a:pt x="12890" y="4629"/>
                  </a:cubicBezTo>
                  <a:cubicBezTo>
                    <a:pt x="13500" y="4629"/>
                    <a:pt x="13935" y="5111"/>
                    <a:pt x="13935" y="5786"/>
                  </a:cubicBezTo>
                  <a:cubicBezTo>
                    <a:pt x="13935" y="6075"/>
                    <a:pt x="13848" y="6364"/>
                    <a:pt x="13587" y="6557"/>
                  </a:cubicBezTo>
                  <a:cubicBezTo>
                    <a:pt x="12281" y="8100"/>
                    <a:pt x="12281" y="8100"/>
                    <a:pt x="12281" y="8100"/>
                  </a:cubicBezTo>
                  <a:cubicBezTo>
                    <a:pt x="13587" y="9643"/>
                    <a:pt x="13587" y="9643"/>
                    <a:pt x="13587" y="9643"/>
                  </a:cubicBezTo>
                  <a:cubicBezTo>
                    <a:pt x="13848" y="9836"/>
                    <a:pt x="13935" y="10125"/>
                    <a:pt x="13935" y="10414"/>
                  </a:cubicBezTo>
                  <a:cubicBezTo>
                    <a:pt x="13935" y="11089"/>
                    <a:pt x="13500" y="11571"/>
                    <a:pt x="12890" y="11571"/>
                  </a:cubicBezTo>
                  <a:cubicBezTo>
                    <a:pt x="12629" y="11571"/>
                    <a:pt x="12368" y="11475"/>
                    <a:pt x="12194" y="11186"/>
                  </a:cubicBezTo>
                  <a:cubicBezTo>
                    <a:pt x="10800" y="9739"/>
                    <a:pt x="10800" y="9739"/>
                    <a:pt x="10800" y="9739"/>
                  </a:cubicBezTo>
                  <a:cubicBezTo>
                    <a:pt x="9406" y="11186"/>
                    <a:pt x="9406" y="11186"/>
                    <a:pt x="9406" y="11186"/>
                  </a:cubicBezTo>
                  <a:cubicBezTo>
                    <a:pt x="9232" y="11475"/>
                    <a:pt x="8971" y="11571"/>
                    <a:pt x="8710" y="11571"/>
                  </a:cubicBezTo>
                  <a:cubicBezTo>
                    <a:pt x="8100" y="11571"/>
                    <a:pt x="7665" y="11089"/>
                    <a:pt x="7665" y="10414"/>
                  </a:cubicBezTo>
                  <a:cubicBezTo>
                    <a:pt x="7665" y="10125"/>
                    <a:pt x="7752" y="9836"/>
                    <a:pt x="8013" y="9643"/>
                  </a:cubicBezTo>
                  <a:cubicBezTo>
                    <a:pt x="9319" y="8100"/>
                    <a:pt x="9319" y="8100"/>
                    <a:pt x="9319" y="8100"/>
                  </a:cubicBezTo>
                  <a:cubicBezTo>
                    <a:pt x="8013" y="6557"/>
                    <a:pt x="8013" y="6557"/>
                    <a:pt x="8013" y="6557"/>
                  </a:cubicBezTo>
                  <a:cubicBezTo>
                    <a:pt x="7752" y="6364"/>
                    <a:pt x="7665" y="6075"/>
                    <a:pt x="7665" y="5786"/>
                  </a:cubicBezTo>
                  <a:cubicBezTo>
                    <a:pt x="7665" y="5111"/>
                    <a:pt x="8100" y="4629"/>
                    <a:pt x="8710" y="4629"/>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80" name="Shape">
              <a:extLst>
                <a:ext uri="{FF2B5EF4-FFF2-40B4-BE49-F238E27FC236}">
                  <a16:creationId xmlns:a16="http://schemas.microsoft.com/office/drawing/2014/main" id="{687FC33C-3DC3-2173-1B3C-687D98325A23}"/>
                </a:ext>
              </a:extLst>
            </p:cNvPr>
            <p:cNvSpPr/>
            <p:nvPr/>
          </p:nvSpPr>
          <p:spPr>
            <a:xfrm>
              <a:off x="6301382" y="1457622"/>
              <a:ext cx="506342" cy="394180"/>
            </a:xfrm>
            <a:custGeom>
              <a:avLst/>
              <a:gdLst/>
              <a:ahLst/>
              <a:cxnLst>
                <a:cxn ang="0">
                  <a:pos x="wd2" y="hd2"/>
                </a:cxn>
                <a:cxn ang="5400000">
                  <a:pos x="wd2" y="hd2"/>
                </a:cxn>
                <a:cxn ang="10800000">
                  <a:pos x="wd2" y="hd2"/>
                </a:cxn>
                <a:cxn ang="16200000">
                  <a:pos x="wd2" y="hd2"/>
                </a:cxn>
              </a:cxnLst>
              <a:rect l="0" t="0" r="r" b="b"/>
              <a:pathLst>
                <a:path w="21600" h="21600" extrusionOk="0">
                  <a:moveTo>
                    <a:pt x="20555" y="17743"/>
                  </a:moveTo>
                  <a:cubicBezTo>
                    <a:pt x="15329" y="17743"/>
                    <a:pt x="15329" y="17743"/>
                    <a:pt x="15329" y="17743"/>
                  </a:cubicBezTo>
                  <a:cubicBezTo>
                    <a:pt x="13935" y="17743"/>
                    <a:pt x="13935" y="17743"/>
                    <a:pt x="13935" y="17743"/>
                  </a:cubicBezTo>
                  <a:cubicBezTo>
                    <a:pt x="13935" y="19671"/>
                    <a:pt x="13935" y="19671"/>
                    <a:pt x="13935" y="19671"/>
                  </a:cubicBezTo>
                  <a:cubicBezTo>
                    <a:pt x="15329" y="21214"/>
                    <a:pt x="15329" y="21214"/>
                    <a:pt x="15329" y="21214"/>
                  </a:cubicBezTo>
                  <a:cubicBezTo>
                    <a:pt x="15329" y="21600"/>
                    <a:pt x="15329" y="21600"/>
                    <a:pt x="15329" y="21600"/>
                  </a:cubicBezTo>
                  <a:cubicBezTo>
                    <a:pt x="6271" y="21600"/>
                    <a:pt x="6271" y="21600"/>
                    <a:pt x="6271" y="21600"/>
                  </a:cubicBezTo>
                  <a:cubicBezTo>
                    <a:pt x="6271" y="21214"/>
                    <a:pt x="6271" y="21214"/>
                    <a:pt x="6271" y="21214"/>
                  </a:cubicBezTo>
                  <a:cubicBezTo>
                    <a:pt x="7665" y="19671"/>
                    <a:pt x="7665" y="19671"/>
                    <a:pt x="7665" y="19671"/>
                  </a:cubicBezTo>
                  <a:cubicBezTo>
                    <a:pt x="7665" y="17743"/>
                    <a:pt x="7665" y="17743"/>
                    <a:pt x="7665" y="17743"/>
                  </a:cubicBezTo>
                  <a:cubicBezTo>
                    <a:pt x="6271" y="17743"/>
                    <a:pt x="6271" y="17743"/>
                    <a:pt x="6271" y="17743"/>
                  </a:cubicBezTo>
                  <a:cubicBezTo>
                    <a:pt x="1045" y="17743"/>
                    <a:pt x="1045" y="17743"/>
                    <a:pt x="1045" y="17743"/>
                  </a:cubicBezTo>
                  <a:cubicBezTo>
                    <a:pt x="435" y="17743"/>
                    <a:pt x="0" y="17261"/>
                    <a:pt x="0" y="16586"/>
                  </a:cubicBezTo>
                  <a:cubicBezTo>
                    <a:pt x="0" y="1157"/>
                    <a:pt x="0" y="1157"/>
                    <a:pt x="0" y="1157"/>
                  </a:cubicBezTo>
                  <a:cubicBezTo>
                    <a:pt x="0" y="482"/>
                    <a:pt x="435" y="0"/>
                    <a:pt x="1045" y="0"/>
                  </a:cubicBezTo>
                  <a:cubicBezTo>
                    <a:pt x="20555" y="0"/>
                    <a:pt x="20555" y="0"/>
                    <a:pt x="20555" y="0"/>
                  </a:cubicBezTo>
                  <a:cubicBezTo>
                    <a:pt x="21165" y="0"/>
                    <a:pt x="21600" y="482"/>
                    <a:pt x="21600" y="1157"/>
                  </a:cubicBezTo>
                  <a:cubicBezTo>
                    <a:pt x="21600" y="16586"/>
                    <a:pt x="21600" y="16586"/>
                    <a:pt x="21600" y="16586"/>
                  </a:cubicBezTo>
                  <a:cubicBezTo>
                    <a:pt x="21600" y="17261"/>
                    <a:pt x="21165" y="17743"/>
                    <a:pt x="20555" y="17743"/>
                  </a:cubicBezTo>
                  <a:moveTo>
                    <a:pt x="20206" y="1543"/>
                  </a:moveTo>
                  <a:cubicBezTo>
                    <a:pt x="1394" y="1543"/>
                    <a:pt x="1394" y="1543"/>
                    <a:pt x="1394" y="1543"/>
                  </a:cubicBezTo>
                  <a:cubicBezTo>
                    <a:pt x="1394" y="14657"/>
                    <a:pt x="1394" y="14657"/>
                    <a:pt x="1394" y="14657"/>
                  </a:cubicBezTo>
                  <a:cubicBezTo>
                    <a:pt x="20206" y="14657"/>
                    <a:pt x="20206" y="14657"/>
                    <a:pt x="20206" y="14657"/>
                  </a:cubicBezTo>
                  <a:lnTo>
                    <a:pt x="20206" y="1543"/>
                  </a:lnTo>
                  <a:close/>
                  <a:moveTo>
                    <a:pt x="8710" y="6943"/>
                  </a:moveTo>
                  <a:cubicBezTo>
                    <a:pt x="8971" y="6943"/>
                    <a:pt x="9232" y="7039"/>
                    <a:pt x="9406" y="7329"/>
                  </a:cubicBezTo>
                  <a:cubicBezTo>
                    <a:pt x="10103" y="8004"/>
                    <a:pt x="10103" y="8004"/>
                    <a:pt x="10103" y="8004"/>
                  </a:cubicBezTo>
                  <a:cubicBezTo>
                    <a:pt x="12194" y="5786"/>
                    <a:pt x="12194" y="5786"/>
                    <a:pt x="12194" y="5786"/>
                  </a:cubicBezTo>
                  <a:cubicBezTo>
                    <a:pt x="12368" y="5496"/>
                    <a:pt x="12629" y="5400"/>
                    <a:pt x="12890" y="5400"/>
                  </a:cubicBezTo>
                  <a:cubicBezTo>
                    <a:pt x="13500" y="5400"/>
                    <a:pt x="13935" y="5882"/>
                    <a:pt x="13935" y="6557"/>
                  </a:cubicBezTo>
                  <a:cubicBezTo>
                    <a:pt x="13935" y="6846"/>
                    <a:pt x="13848" y="7136"/>
                    <a:pt x="13587" y="7329"/>
                  </a:cubicBezTo>
                  <a:cubicBezTo>
                    <a:pt x="10800" y="10414"/>
                    <a:pt x="10800" y="10414"/>
                    <a:pt x="10800" y="10414"/>
                  </a:cubicBezTo>
                  <a:cubicBezTo>
                    <a:pt x="10626" y="10704"/>
                    <a:pt x="10365" y="10800"/>
                    <a:pt x="10103" y="10800"/>
                  </a:cubicBezTo>
                  <a:cubicBezTo>
                    <a:pt x="9842" y="10800"/>
                    <a:pt x="9581" y="10704"/>
                    <a:pt x="9406" y="10414"/>
                  </a:cubicBezTo>
                  <a:cubicBezTo>
                    <a:pt x="8013" y="8871"/>
                    <a:pt x="8013" y="8871"/>
                    <a:pt x="8013" y="8871"/>
                  </a:cubicBezTo>
                  <a:cubicBezTo>
                    <a:pt x="7752" y="8679"/>
                    <a:pt x="7665" y="8389"/>
                    <a:pt x="7665" y="8100"/>
                  </a:cubicBezTo>
                  <a:cubicBezTo>
                    <a:pt x="7665" y="7425"/>
                    <a:pt x="8100" y="6943"/>
                    <a:pt x="8710" y="6943"/>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81" name="Shape">
              <a:extLst>
                <a:ext uri="{FF2B5EF4-FFF2-40B4-BE49-F238E27FC236}">
                  <a16:creationId xmlns:a16="http://schemas.microsoft.com/office/drawing/2014/main" id="{725C69ED-0C56-5DFE-9E56-64B55A03E47A}"/>
                </a:ext>
              </a:extLst>
            </p:cNvPr>
            <p:cNvSpPr/>
            <p:nvPr/>
          </p:nvSpPr>
          <p:spPr>
            <a:xfrm>
              <a:off x="5384272" y="1457622"/>
              <a:ext cx="506343" cy="394180"/>
            </a:xfrm>
            <a:custGeom>
              <a:avLst/>
              <a:gdLst/>
              <a:ahLst/>
              <a:cxnLst>
                <a:cxn ang="0">
                  <a:pos x="wd2" y="hd2"/>
                </a:cxn>
                <a:cxn ang="5400000">
                  <a:pos x="wd2" y="hd2"/>
                </a:cxn>
                <a:cxn ang="10800000">
                  <a:pos x="wd2" y="hd2"/>
                </a:cxn>
                <a:cxn ang="16200000">
                  <a:pos x="wd2" y="hd2"/>
                </a:cxn>
              </a:cxnLst>
              <a:rect l="0" t="0" r="r" b="b"/>
              <a:pathLst>
                <a:path w="21600" h="21600" extrusionOk="0">
                  <a:moveTo>
                    <a:pt x="20555" y="17743"/>
                  </a:moveTo>
                  <a:cubicBezTo>
                    <a:pt x="15329" y="17743"/>
                    <a:pt x="15329" y="17743"/>
                    <a:pt x="15329" y="17743"/>
                  </a:cubicBezTo>
                  <a:cubicBezTo>
                    <a:pt x="13935" y="17743"/>
                    <a:pt x="13935" y="17743"/>
                    <a:pt x="13935" y="17743"/>
                  </a:cubicBezTo>
                  <a:cubicBezTo>
                    <a:pt x="13935" y="19671"/>
                    <a:pt x="13935" y="19671"/>
                    <a:pt x="13935" y="19671"/>
                  </a:cubicBezTo>
                  <a:cubicBezTo>
                    <a:pt x="15329" y="21214"/>
                    <a:pt x="15329" y="21214"/>
                    <a:pt x="15329" y="21214"/>
                  </a:cubicBezTo>
                  <a:cubicBezTo>
                    <a:pt x="15329" y="21600"/>
                    <a:pt x="15329" y="21600"/>
                    <a:pt x="15329" y="21600"/>
                  </a:cubicBezTo>
                  <a:cubicBezTo>
                    <a:pt x="6271" y="21600"/>
                    <a:pt x="6271" y="21600"/>
                    <a:pt x="6271" y="21600"/>
                  </a:cubicBezTo>
                  <a:cubicBezTo>
                    <a:pt x="6271" y="21214"/>
                    <a:pt x="6271" y="21214"/>
                    <a:pt x="6271" y="21214"/>
                  </a:cubicBezTo>
                  <a:cubicBezTo>
                    <a:pt x="7665" y="19671"/>
                    <a:pt x="7665" y="19671"/>
                    <a:pt x="7665" y="19671"/>
                  </a:cubicBezTo>
                  <a:cubicBezTo>
                    <a:pt x="7665" y="17743"/>
                    <a:pt x="7665" y="17743"/>
                    <a:pt x="7665" y="17743"/>
                  </a:cubicBezTo>
                  <a:cubicBezTo>
                    <a:pt x="6271" y="17743"/>
                    <a:pt x="6271" y="17743"/>
                    <a:pt x="6271" y="17743"/>
                  </a:cubicBezTo>
                  <a:cubicBezTo>
                    <a:pt x="1045" y="17743"/>
                    <a:pt x="1045" y="17743"/>
                    <a:pt x="1045" y="17743"/>
                  </a:cubicBezTo>
                  <a:cubicBezTo>
                    <a:pt x="435" y="17743"/>
                    <a:pt x="0" y="17261"/>
                    <a:pt x="0" y="16586"/>
                  </a:cubicBezTo>
                  <a:cubicBezTo>
                    <a:pt x="0" y="1157"/>
                    <a:pt x="0" y="1157"/>
                    <a:pt x="0" y="1157"/>
                  </a:cubicBezTo>
                  <a:cubicBezTo>
                    <a:pt x="0" y="482"/>
                    <a:pt x="435" y="0"/>
                    <a:pt x="1045" y="0"/>
                  </a:cubicBezTo>
                  <a:cubicBezTo>
                    <a:pt x="20555" y="0"/>
                    <a:pt x="20555" y="0"/>
                    <a:pt x="20555" y="0"/>
                  </a:cubicBezTo>
                  <a:cubicBezTo>
                    <a:pt x="21165" y="0"/>
                    <a:pt x="21600" y="482"/>
                    <a:pt x="21600" y="1157"/>
                  </a:cubicBezTo>
                  <a:cubicBezTo>
                    <a:pt x="21600" y="16586"/>
                    <a:pt x="21600" y="16586"/>
                    <a:pt x="21600" y="16586"/>
                  </a:cubicBezTo>
                  <a:cubicBezTo>
                    <a:pt x="21600" y="17261"/>
                    <a:pt x="21165" y="17743"/>
                    <a:pt x="20555" y="17743"/>
                  </a:cubicBezTo>
                  <a:moveTo>
                    <a:pt x="20206" y="1543"/>
                  </a:moveTo>
                  <a:cubicBezTo>
                    <a:pt x="1394" y="1543"/>
                    <a:pt x="1394" y="1543"/>
                    <a:pt x="1394" y="1543"/>
                  </a:cubicBezTo>
                  <a:cubicBezTo>
                    <a:pt x="1394" y="14657"/>
                    <a:pt x="1394" y="14657"/>
                    <a:pt x="1394" y="14657"/>
                  </a:cubicBezTo>
                  <a:cubicBezTo>
                    <a:pt x="20206" y="14657"/>
                    <a:pt x="20206" y="14657"/>
                    <a:pt x="20206" y="14657"/>
                  </a:cubicBezTo>
                  <a:lnTo>
                    <a:pt x="20206" y="1543"/>
                  </a:lnTo>
                  <a:close/>
                  <a:moveTo>
                    <a:pt x="8710" y="6943"/>
                  </a:moveTo>
                  <a:cubicBezTo>
                    <a:pt x="12890" y="6943"/>
                    <a:pt x="12890" y="6943"/>
                    <a:pt x="12890" y="6943"/>
                  </a:cubicBezTo>
                  <a:cubicBezTo>
                    <a:pt x="13500" y="6943"/>
                    <a:pt x="13935" y="7425"/>
                    <a:pt x="13935" y="8100"/>
                  </a:cubicBezTo>
                  <a:cubicBezTo>
                    <a:pt x="13935" y="8775"/>
                    <a:pt x="13500" y="9257"/>
                    <a:pt x="12890" y="9257"/>
                  </a:cubicBezTo>
                  <a:cubicBezTo>
                    <a:pt x="8710" y="9257"/>
                    <a:pt x="8710" y="9257"/>
                    <a:pt x="8710" y="9257"/>
                  </a:cubicBezTo>
                  <a:cubicBezTo>
                    <a:pt x="8100" y="9257"/>
                    <a:pt x="7665" y="8775"/>
                    <a:pt x="7665" y="8100"/>
                  </a:cubicBezTo>
                  <a:cubicBezTo>
                    <a:pt x="7665" y="7425"/>
                    <a:pt x="8100" y="6943"/>
                    <a:pt x="8710" y="6943"/>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82" name="Shape">
              <a:extLst>
                <a:ext uri="{FF2B5EF4-FFF2-40B4-BE49-F238E27FC236}">
                  <a16:creationId xmlns:a16="http://schemas.microsoft.com/office/drawing/2014/main" id="{DBCB61BF-643E-4A46-6EDF-C4F0316BB014}"/>
                </a:ext>
              </a:extLst>
            </p:cNvPr>
            <p:cNvSpPr/>
            <p:nvPr/>
          </p:nvSpPr>
          <p:spPr>
            <a:xfrm>
              <a:off x="4467163" y="1457622"/>
              <a:ext cx="508377" cy="394180"/>
            </a:xfrm>
            <a:custGeom>
              <a:avLst/>
              <a:gdLst/>
              <a:ahLst/>
              <a:cxnLst>
                <a:cxn ang="0">
                  <a:pos x="wd2" y="hd2"/>
                </a:cxn>
                <a:cxn ang="5400000">
                  <a:pos x="wd2" y="hd2"/>
                </a:cxn>
                <a:cxn ang="10800000">
                  <a:pos x="wd2" y="hd2"/>
                </a:cxn>
                <a:cxn ang="16200000">
                  <a:pos x="wd2" y="hd2"/>
                </a:cxn>
              </a:cxnLst>
              <a:rect l="0" t="0" r="r" b="b"/>
              <a:pathLst>
                <a:path w="21600" h="21600" extrusionOk="0">
                  <a:moveTo>
                    <a:pt x="20555" y="17743"/>
                  </a:moveTo>
                  <a:cubicBezTo>
                    <a:pt x="15329" y="17743"/>
                    <a:pt x="15329" y="17743"/>
                    <a:pt x="15329" y="17743"/>
                  </a:cubicBezTo>
                  <a:cubicBezTo>
                    <a:pt x="13935" y="17743"/>
                    <a:pt x="13935" y="17743"/>
                    <a:pt x="13935" y="17743"/>
                  </a:cubicBezTo>
                  <a:cubicBezTo>
                    <a:pt x="13935" y="19671"/>
                    <a:pt x="13935" y="19671"/>
                    <a:pt x="13935" y="19671"/>
                  </a:cubicBezTo>
                  <a:cubicBezTo>
                    <a:pt x="15329" y="21214"/>
                    <a:pt x="15329" y="21214"/>
                    <a:pt x="15329" y="21214"/>
                  </a:cubicBezTo>
                  <a:cubicBezTo>
                    <a:pt x="15329" y="21600"/>
                    <a:pt x="15329" y="21600"/>
                    <a:pt x="15329" y="21600"/>
                  </a:cubicBezTo>
                  <a:cubicBezTo>
                    <a:pt x="6271" y="21600"/>
                    <a:pt x="6271" y="21600"/>
                    <a:pt x="6271" y="21600"/>
                  </a:cubicBezTo>
                  <a:cubicBezTo>
                    <a:pt x="6271" y="21214"/>
                    <a:pt x="6271" y="21214"/>
                    <a:pt x="6271" y="21214"/>
                  </a:cubicBezTo>
                  <a:cubicBezTo>
                    <a:pt x="7665" y="19671"/>
                    <a:pt x="7665" y="19671"/>
                    <a:pt x="7665" y="19671"/>
                  </a:cubicBezTo>
                  <a:cubicBezTo>
                    <a:pt x="7665" y="17743"/>
                    <a:pt x="7665" y="17743"/>
                    <a:pt x="7665" y="17743"/>
                  </a:cubicBezTo>
                  <a:cubicBezTo>
                    <a:pt x="6271" y="17743"/>
                    <a:pt x="6271" y="17743"/>
                    <a:pt x="6271" y="17743"/>
                  </a:cubicBezTo>
                  <a:cubicBezTo>
                    <a:pt x="1045" y="17743"/>
                    <a:pt x="1045" y="17743"/>
                    <a:pt x="1045" y="17743"/>
                  </a:cubicBezTo>
                  <a:cubicBezTo>
                    <a:pt x="435" y="17743"/>
                    <a:pt x="0" y="17261"/>
                    <a:pt x="0" y="16586"/>
                  </a:cubicBezTo>
                  <a:cubicBezTo>
                    <a:pt x="0" y="1157"/>
                    <a:pt x="0" y="1157"/>
                    <a:pt x="0" y="1157"/>
                  </a:cubicBezTo>
                  <a:cubicBezTo>
                    <a:pt x="0" y="482"/>
                    <a:pt x="435" y="0"/>
                    <a:pt x="1045" y="0"/>
                  </a:cubicBezTo>
                  <a:cubicBezTo>
                    <a:pt x="20555" y="0"/>
                    <a:pt x="20555" y="0"/>
                    <a:pt x="20555" y="0"/>
                  </a:cubicBezTo>
                  <a:cubicBezTo>
                    <a:pt x="21165" y="0"/>
                    <a:pt x="21600" y="482"/>
                    <a:pt x="21600" y="1157"/>
                  </a:cubicBezTo>
                  <a:cubicBezTo>
                    <a:pt x="21600" y="16586"/>
                    <a:pt x="21600" y="16586"/>
                    <a:pt x="21600" y="16586"/>
                  </a:cubicBezTo>
                  <a:cubicBezTo>
                    <a:pt x="21600" y="17261"/>
                    <a:pt x="21165" y="17743"/>
                    <a:pt x="20555" y="17743"/>
                  </a:cubicBezTo>
                  <a:moveTo>
                    <a:pt x="20206" y="1543"/>
                  </a:moveTo>
                  <a:cubicBezTo>
                    <a:pt x="1394" y="1543"/>
                    <a:pt x="1394" y="1543"/>
                    <a:pt x="1394" y="1543"/>
                  </a:cubicBezTo>
                  <a:cubicBezTo>
                    <a:pt x="1394" y="14657"/>
                    <a:pt x="1394" y="14657"/>
                    <a:pt x="1394" y="14657"/>
                  </a:cubicBezTo>
                  <a:cubicBezTo>
                    <a:pt x="20206" y="14657"/>
                    <a:pt x="20206" y="14657"/>
                    <a:pt x="20206" y="14657"/>
                  </a:cubicBezTo>
                  <a:lnTo>
                    <a:pt x="20206" y="1543"/>
                  </a:lnTo>
                  <a:close/>
                  <a:moveTo>
                    <a:pt x="8710" y="6943"/>
                  </a:moveTo>
                  <a:cubicBezTo>
                    <a:pt x="9755" y="6943"/>
                    <a:pt x="9755" y="6943"/>
                    <a:pt x="9755" y="6943"/>
                  </a:cubicBezTo>
                  <a:cubicBezTo>
                    <a:pt x="9755" y="5786"/>
                    <a:pt x="9755" y="5786"/>
                    <a:pt x="9755" y="5786"/>
                  </a:cubicBezTo>
                  <a:cubicBezTo>
                    <a:pt x="9755" y="5111"/>
                    <a:pt x="10190" y="4629"/>
                    <a:pt x="10800" y="4629"/>
                  </a:cubicBezTo>
                  <a:cubicBezTo>
                    <a:pt x="11410" y="4629"/>
                    <a:pt x="11845" y="5111"/>
                    <a:pt x="11845" y="5786"/>
                  </a:cubicBezTo>
                  <a:cubicBezTo>
                    <a:pt x="11845" y="6943"/>
                    <a:pt x="11845" y="6943"/>
                    <a:pt x="11845" y="6943"/>
                  </a:cubicBezTo>
                  <a:cubicBezTo>
                    <a:pt x="12890" y="6943"/>
                    <a:pt x="12890" y="6943"/>
                    <a:pt x="12890" y="6943"/>
                  </a:cubicBezTo>
                  <a:cubicBezTo>
                    <a:pt x="13500" y="6943"/>
                    <a:pt x="13935" y="7425"/>
                    <a:pt x="13935" y="8100"/>
                  </a:cubicBezTo>
                  <a:cubicBezTo>
                    <a:pt x="13935" y="8775"/>
                    <a:pt x="13500" y="9257"/>
                    <a:pt x="12890" y="9257"/>
                  </a:cubicBezTo>
                  <a:cubicBezTo>
                    <a:pt x="11845" y="9257"/>
                    <a:pt x="11845" y="9257"/>
                    <a:pt x="11845" y="9257"/>
                  </a:cubicBezTo>
                  <a:cubicBezTo>
                    <a:pt x="11845" y="10414"/>
                    <a:pt x="11845" y="10414"/>
                    <a:pt x="11845" y="10414"/>
                  </a:cubicBezTo>
                  <a:cubicBezTo>
                    <a:pt x="11845" y="11089"/>
                    <a:pt x="11410" y="11571"/>
                    <a:pt x="10800" y="11571"/>
                  </a:cubicBezTo>
                  <a:cubicBezTo>
                    <a:pt x="10190" y="11571"/>
                    <a:pt x="9755" y="11089"/>
                    <a:pt x="9755" y="10414"/>
                  </a:cubicBezTo>
                  <a:cubicBezTo>
                    <a:pt x="9755" y="9257"/>
                    <a:pt x="9755" y="9257"/>
                    <a:pt x="9755" y="9257"/>
                  </a:cubicBezTo>
                  <a:cubicBezTo>
                    <a:pt x="8710" y="9257"/>
                    <a:pt x="8710" y="9257"/>
                    <a:pt x="8710" y="9257"/>
                  </a:cubicBezTo>
                  <a:cubicBezTo>
                    <a:pt x="8100" y="9257"/>
                    <a:pt x="7665" y="8775"/>
                    <a:pt x="7665" y="8100"/>
                  </a:cubicBezTo>
                  <a:cubicBezTo>
                    <a:pt x="7665" y="7425"/>
                    <a:pt x="8100" y="6943"/>
                    <a:pt x="8710" y="6943"/>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83" name="Shape">
              <a:extLst>
                <a:ext uri="{FF2B5EF4-FFF2-40B4-BE49-F238E27FC236}">
                  <a16:creationId xmlns:a16="http://schemas.microsoft.com/office/drawing/2014/main" id="{B85F233D-3EA3-1B9C-8921-BCFF21E73C29}"/>
                </a:ext>
              </a:extLst>
            </p:cNvPr>
            <p:cNvSpPr/>
            <p:nvPr/>
          </p:nvSpPr>
          <p:spPr>
            <a:xfrm>
              <a:off x="3552087" y="1457622"/>
              <a:ext cx="506342" cy="394180"/>
            </a:xfrm>
            <a:custGeom>
              <a:avLst/>
              <a:gdLst/>
              <a:ahLst/>
              <a:cxnLst>
                <a:cxn ang="0">
                  <a:pos x="wd2" y="hd2"/>
                </a:cxn>
                <a:cxn ang="5400000">
                  <a:pos x="wd2" y="hd2"/>
                </a:cxn>
                <a:cxn ang="10800000">
                  <a:pos x="wd2" y="hd2"/>
                </a:cxn>
                <a:cxn ang="16200000">
                  <a:pos x="wd2" y="hd2"/>
                </a:cxn>
              </a:cxnLst>
              <a:rect l="0" t="0" r="r" b="b"/>
              <a:pathLst>
                <a:path w="21600" h="21600" extrusionOk="0">
                  <a:moveTo>
                    <a:pt x="20555" y="17743"/>
                  </a:moveTo>
                  <a:cubicBezTo>
                    <a:pt x="15329" y="17743"/>
                    <a:pt x="15329" y="17743"/>
                    <a:pt x="15329" y="17743"/>
                  </a:cubicBezTo>
                  <a:cubicBezTo>
                    <a:pt x="13935" y="17743"/>
                    <a:pt x="13935" y="17743"/>
                    <a:pt x="13935" y="17743"/>
                  </a:cubicBezTo>
                  <a:cubicBezTo>
                    <a:pt x="13935" y="19671"/>
                    <a:pt x="13935" y="19671"/>
                    <a:pt x="13935" y="19671"/>
                  </a:cubicBezTo>
                  <a:cubicBezTo>
                    <a:pt x="15329" y="21214"/>
                    <a:pt x="15329" y="21214"/>
                    <a:pt x="15329" y="21214"/>
                  </a:cubicBezTo>
                  <a:cubicBezTo>
                    <a:pt x="15329" y="21600"/>
                    <a:pt x="15329" y="21600"/>
                    <a:pt x="15329" y="21600"/>
                  </a:cubicBezTo>
                  <a:cubicBezTo>
                    <a:pt x="6271" y="21600"/>
                    <a:pt x="6271" y="21600"/>
                    <a:pt x="6271" y="21600"/>
                  </a:cubicBezTo>
                  <a:cubicBezTo>
                    <a:pt x="6271" y="21214"/>
                    <a:pt x="6271" y="21214"/>
                    <a:pt x="6271" y="21214"/>
                  </a:cubicBezTo>
                  <a:cubicBezTo>
                    <a:pt x="7665" y="19671"/>
                    <a:pt x="7665" y="19671"/>
                    <a:pt x="7665" y="19671"/>
                  </a:cubicBezTo>
                  <a:cubicBezTo>
                    <a:pt x="7665" y="17743"/>
                    <a:pt x="7665" y="17743"/>
                    <a:pt x="7665" y="17743"/>
                  </a:cubicBezTo>
                  <a:cubicBezTo>
                    <a:pt x="6271" y="17743"/>
                    <a:pt x="6271" y="17743"/>
                    <a:pt x="6271" y="17743"/>
                  </a:cubicBezTo>
                  <a:cubicBezTo>
                    <a:pt x="1045" y="17743"/>
                    <a:pt x="1045" y="17743"/>
                    <a:pt x="1045" y="17743"/>
                  </a:cubicBezTo>
                  <a:cubicBezTo>
                    <a:pt x="435" y="17743"/>
                    <a:pt x="0" y="17261"/>
                    <a:pt x="0" y="16586"/>
                  </a:cubicBezTo>
                  <a:cubicBezTo>
                    <a:pt x="0" y="1157"/>
                    <a:pt x="0" y="1157"/>
                    <a:pt x="0" y="1157"/>
                  </a:cubicBezTo>
                  <a:cubicBezTo>
                    <a:pt x="0" y="482"/>
                    <a:pt x="435" y="0"/>
                    <a:pt x="1045" y="0"/>
                  </a:cubicBezTo>
                  <a:cubicBezTo>
                    <a:pt x="20555" y="0"/>
                    <a:pt x="20555" y="0"/>
                    <a:pt x="20555" y="0"/>
                  </a:cubicBezTo>
                  <a:cubicBezTo>
                    <a:pt x="21165" y="0"/>
                    <a:pt x="21600" y="482"/>
                    <a:pt x="21600" y="1157"/>
                  </a:cubicBezTo>
                  <a:cubicBezTo>
                    <a:pt x="21600" y="16586"/>
                    <a:pt x="21600" y="16586"/>
                    <a:pt x="21600" y="16586"/>
                  </a:cubicBezTo>
                  <a:cubicBezTo>
                    <a:pt x="21600" y="17261"/>
                    <a:pt x="21165" y="17743"/>
                    <a:pt x="20555" y="17743"/>
                  </a:cubicBezTo>
                  <a:moveTo>
                    <a:pt x="20206" y="1543"/>
                  </a:moveTo>
                  <a:cubicBezTo>
                    <a:pt x="1394" y="1543"/>
                    <a:pt x="1394" y="1543"/>
                    <a:pt x="1394" y="1543"/>
                  </a:cubicBezTo>
                  <a:cubicBezTo>
                    <a:pt x="1394" y="14657"/>
                    <a:pt x="1394" y="14657"/>
                    <a:pt x="1394" y="14657"/>
                  </a:cubicBezTo>
                  <a:cubicBezTo>
                    <a:pt x="20206" y="14657"/>
                    <a:pt x="20206" y="14657"/>
                    <a:pt x="20206" y="14657"/>
                  </a:cubicBezTo>
                  <a:lnTo>
                    <a:pt x="20206" y="1543"/>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84" name="Shape">
              <a:extLst>
                <a:ext uri="{FF2B5EF4-FFF2-40B4-BE49-F238E27FC236}">
                  <a16:creationId xmlns:a16="http://schemas.microsoft.com/office/drawing/2014/main" id="{864B8AC0-57A5-1DEC-52A4-AC5D4A550068}"/>
                </a:ext>
              </a:extLst>
            </p:cNvPr>
            <p:cNvSpPr/>
            <p:nvPr/>
          </p:nvSpPr>
          <p:spPr>
            <a:xfrm>
              <a:off x="2626842" y="1499481"/>
              <a:ext cx="524645" cy="280809"/>
            </a:xfrm>
            <a:custGeom>
              <a:avLst/>
              <a:gdLst/>
              <a:ahLst/>
              <a:cxnLst>
                <a:cxn ang="0">
                  <a:pos x="wd2" y="hd2"/>
                </a:cxn>
                <a:cxn ang="5400000">
                  <a:pos x="wd2" y="hd2"/>
                </a:cxn>
                <a:cxn ang="10800000">
                  <a:pos x="wd2" y="hd2"/>
                </a:cxn>
                <a:cxn ang="16200000">
                  <a:pos x="wd2" y="hd2"/>
                </a:cxn>
              </a:cxnLst>
              <a:rect l="0" t="0" r="r" b="b"/>
              <a:pathLst>
                <a:path w="21600" h="21600" extrusionOk="0">
                  <a:moveTo>
                    <a:pt x="20588" y="21600"/>
                  </a:moveTo>
                  <a:cubicBezTo>
                    <a:pt x="19575" y="21600"/>
                    <a:pt x="19575" y="21600"/>
                    <a:pt x="19575" y="21600"/>
                  </a:cubicBezTo>
                  <a:cubicBezTo>
                    <a:pt x="2025" y="21600"/>
                    <a:pt x="2025" y="21600"/>
                    <a:pt x="2025" y="21600"/>
                  </a:cubicBezTo>
                  <a:cubicBezTo>
                    <a:pt x="1012" y="21600"/>
                    <a:pt x="1012" y="21600"/>
                    <a:pt x="1012" y="21600"/>
                  </a:cubicBezTo>
                  <a:cubicBezTo>
                    <a:pt x="422" y="21600"/>
                    <a:pt x="0" y="20925"/>
                    <a:pt x="0" y="19980"/>
                  </a:cubicBezTo>
                  <a:cubicBezTo>
                    <a:pt x="0" y="17280"/>
                    <a:pt x="0" y="17280"/>
                    <a:pt x="0" y="17280"/>
                  </a:cubicBezTo>
                  <a:cubicBezTo>
                    <a:pt x="2025" y="17280"/>
                    <a:pt x="2025" y="17280"/>
                    <a:pt x="2025" y="17280"/>
                  </a:cubicBezTo>
                  <a:cubicBezTo>
                    <a:pt x="2025" y="1620"/>
                    <a:pt x="2025" y="1620"/>
                    <a:pt x="2025" y="1620"/>
                  </a:cubicBezTo>
                  <a:cubicBezTo>
                    <a:pt x="2025" y="675"/>
                    <a:pt x="2447" y="0"/>
                    <a:pt x="3037" y="0"/>
                  </a:cubicBezTo>
                  <a:cubicBezTo>
                    <a:pt x="18563" y="0"/>
                    <a:pt x="18563" y="0"/>
                    <a:pt x="18563" y="0"/>
                  </a:cubicBezTo>
                  <a:cubicBezTo>
                    <a:pt x="19153" y="0"/>
                    <a:pt x="19575" y="675"/>
                    <a:pt x="19575" y="1620"/>
                  </a:cubicBezTo>
                  <a:cubicBezTo>
                    <a:pt x="19575" y="17280"/>
                    <a:pt x="19575" y="17280"/>
                    <a:pt x="19575" y="17280"/>
                  </a:cubicBezTo>
                  <a:cubicBezTo>
                    <a:pt x="21600" y="17280"/>
                    <a:pt x="21600" y="17280"/>
                    <a:pt x="21600" y="17280"/>
                  </a:cubicBezTo>
                  <a:cubicBezTo>
                    <a:pt x="21600" y="19980"/>
                    <a:pt x="21600" y="19980"/>
                    <a:pt x="21600" y="19980"/>
                  </a:cubicBezTo>
                  <a:cubicBezTo>
                    <a:pt x="21600" y="20925"/>
                    <a:pt x="21178" y="21600"/>
                    <a:pt x="20588" y="21600"/>
                  </a:cubicBezTo>
                  <a:moveTo>
                    <a:pt x="8437" y="19980"/>
                  </a:moveTo>
                  <a:cubicBezTo>
                    <a:pt x="13163" y="19980"/>
                    <a:pt x="13163" y="19980"/>
                    <a:pt x="13163" y="19980"/>
                  </a:cubicBezTo>
                  <a:cubicBezTo>
                    <a:pt x="13163" y="18900"/>
                    <a:pt x="13163" y="18900"/>
                    <a:pt x="13163" y="18900"/>
                  </a:cubicBezTo>
                  <a:cubicBezTo>
                    <a:pt x="8437" y="18900"/>
                    <a:pt x="8437" y="18900"/>
                    <a:pt x="8437" y="18900"/>
                  </a:cubicBezTo>
                  <a:lnTo>
                    <a:pt x="8437" y="19980"/>
                  </a:lnTo>
                  <a:close/>
                  <a:moveTo>
                    <a:pt x="18225" y="2160"/>
                  </a:moveTo>
                  <a:cubicBezTo>
                    <a:pt x="3375" y="2160"/>
                    <a:pt x="3375" y="2160"/>
                    <a:pt x="3375" y="2160"/>
                  </a:cubicBezTo>
                  <a:cubicBezTo>
                    <a:pt x="3375" y="16200"/>
                    <a:pt x="3375" y="16200"/>
                    <a:pt x="3375" y="16200"/>
                  </a:cubicBezTo>
                  <a:cubicBezTo>
                    <a:pt x="18225" y="16200"/>
                    <a:pt x="18225" y="16200"/>
                    <a:pt x="18225" y="16200"/>
                  </a:cubicBezTo>
                  <a:lnTo>
                    <a:pt x="18225" y="2160"/>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85" name="Shape">
              <a:extLst>
                <a:ext uri="{FF2B5EF4-FFF2-40B4-BE49-F238E27FC236}">
                  <a16:creationId xmlns:a16="http://schemas.microsoft.com/office/drawing/2014/main" id="{E428B7AB-BDF6-1C32-526A-2DBD775548B0}"/>
                </a:ext>
              </a:extLst>
            </p:cNvPr>
            <p:cNvSpPr/>
            <p:nvPr/>
          </p:nvSpPr>
          <p:spPr>
            <a:xfrm>
              <a:off x="1768704" y="1436692"/>
              <a:ext cx="408735" cy="406389"/>
            </a:xfrm>
            <a:custGeom>
              <a:avLst/>
              <a:gdLst/>
              <a:ahLst/>
              <a:cxnLst>
                <a:cxn ang="0">
                  <a:pos x="wd2" y="hd2"/>
                </a:cxn>
                <a:cxn ang="5400000">
                  <a:pos x="wd2" y="hd2"/>
                </a:cxn>
                <a:cxn ang="10800000">
                  <a:pos x="wd2" y="hd2"/>
                </a:cxn>
                <a:cxn ang="16200000">
                  <a:pos x="wd2" y="hd2"/>
                </a:cxn>
              </a:cxnLst>
              <a:rect l="0" t="0" r="r" b="b"/>
              <a:pathLst>
                <a:path w="21600" h="21600" extrusionOk="0">
                  <a:moveTo>
                    <a:pt x="20304" y="21600"/>
                  </a:moveTo>
                  <a:cubicBezTo>
                    <a:pt x="1296" y="21600"/>
                    <a:pt x="1296" y="21600"/>
                    <a:pt x="1296" y="21600"/>
                  </a:cubicBezTo>
                  <a:cubicBezTo>
                    <a:pt x="540" y="21600"/>
                    <a:pt x="0" y="21134"/>
                    <a:pt x="0" y="20483"/>
                  </a:cubicBezTo>
                  <a:cubicBezTo>
                    <a:pt x="0" y="1117"/>
                    <a:pt x="0" y="1117"/>
                    <a:pt x="0" y="1117"/>
                  </a:cubicBezTo>
                  <a:cubicBezTo>
                    <a:pt x="0" y="466"/>
                    <a:pt x="540" y="0"/>
                    <a:pt x="1296" y="0"/>
                  </a:cubicBezTo>
                  <a:cubicBezTo>
                    <a:pt x="20304" y="0"/>
                    <a:pt x="20304" y="0"/>
                    <a:pt x="20304" y="0"/>
                  </a:cubicBezTo>
                  <a:cubicBezTo>
                    <a:pt x="21060" y="0"/>
                    <a:pt x="21600" y="466"/>
                    <a:pt x="21600" y="1117"/>
                  </a:cubicBezTo>
                  <a:cubicBezTo>
                    <a:pt x="21600" y="20483"/>
                    <a:pt x="21600" y="20483"/>
                    <a:pt x="21600" y="20483"/>
                  </a:cubicBezTo>
                  <a:cubicBezTo>
                    <a:pt x="21600" y="21134"/>
                    <a:pt x="21060" y="21600"/>
                    <a:pt x="20304" y="21600"/>
                  </a:cubicBezTo>
                  <a:moveTo>
                    <a:pt x="10800" y="20855"/>
                  </a:moveTo>
                  <a:cubicBezTo>
                    <a:pt x="11232" y="20855"/>
                    <a:pt x="11664" y="20483"/>
                    <a:pt x="11664" y="20110"/>
                  </a:cubicBezTo>
                  <a:cubicBezTo>
                    <a:pt x="11664" y="19738"/>
                    <a:pt x="11232" y="19366"/>
                    <a:pt x="10800" y="19366"/>
                  </a:cubicBezTo>
                  <a:cubicBezTo>
                    <a:pt x="10368" y="19366"/>
                    <a:pt x="9936" y="19738"/>
                    <a:pt x="9936" y="20110"/>
                  </a:cubicBezTo>
                  <a:cubicBezTo>
                    <a:pt x="9936" y="20483"/>
                    <a:pt x="10368" y="20855"/>
                    <a:pt x="10800" y="20855"/>
                  </a:cubicBezTo>
                  <a:moveTo>
                    <a:pt x="19008" y="2234"/>
                  </a:moveTo>
                  <a:cubicBezTo>
                    <a:pt x="2592" y="2234"/>
                    <a:pt x="2592" y="2234"/>
                    <a:pt x="2592" y="2234"/>
                  </a:cubicBezTo>
                  <a:cubicBezTo>
                    <a:pt x="2592" y="18621"/>
                    <a:pt x="2592" y="18621"/>
                    <a:pt x="2592" y="18621"/>
                  </a:cubicBezTo>
                  <a:cubicBezTo>
                    <a:pt x="19008" y="18621"/>
                    <a:pt x="19008" y="18621"/>
                    <a:pt x="19008" y="18621"/>
                  </a:cubicBezTo>
                  <a:lnTo>
                    <a:pt x="19008" y="2234"/>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86" name="Shape">
              <a:extLst>
                <a:ext uri="{FF2B5EF4-FFF2-40B4-BE49-F238E27FC236}">
                  <a16:creationId xmlns:a16="http://schemas.microsoft.com/office/drawing/2014/main" id="{37D0355D-BBBB-A6F3-3450-01AFBF7E952C}"/>
                </a:ext>
              </a:extLst>
            </p:cNvPr>
            <p:cNvSpPr/>
            <p:nvPr/>
          </p:nvSpPr>
          <p:spPr>
            <a:xfrm>
              <a:off x="916667" y="1436692"/>
              <a:ext cx="278590" cy="406389"/>
            </a:xfrm>
            <a:custGeom>
              <a:avLst/>
              <a:gdLst/>
              <a:ahLst/>
              <a:cxnLst>
                <a:cxn ang="0">
                  <a:pos x="wd2" y="hd2"/>
                </a:cxn>
                <a:cxn ang="5400000">
                  <a:pos x="wd2" y="hd2"/>
                </a:cxn>
                <a:cxn ang="10800000">
                  <a:pos x="wd2" y="hd2"/>
                </a:cxn>
                <a:cxn ang="16200000">
                  <a:pos x="wd2" y="hd2"/>
                </a:cxn>
              </a:cxnLst>
              <a:rect l="0" t="0" r="r" b="b"/>
              <a:pathLst>
                <a:path w="21600" h="21600" extrusionOk="0">
                  <a:moveTo>
                    <a:pt x="19694" y="21600"/>
                  </a:moveTo>
                  <a:cubicBezTo>
                    <a:pt x="1906" y="21600"/>
                    <a:pt x="1906" y="21600"/>
                    <a:pt x="1906" y="21600"/>
                  </a:cubicBezTo>
                  <a:cubicBezTo>
                    <a:pt x="794" y="21600"/>
                    <a:pt x="0" y="21134"/>
                    <a:pt x="0" y="20483"/>
                  </a:cubicBezTo>
                  <a:cubicBezTo>
                    <a:pt x="0" y="1117"/>
                    <a:pt x="0" y="1117"/>
                    <a:pt x="0" y="1117"/>
                  </a:cubicBezTo>
                  <a:cubicBezTo>
                    <a:pt x="0" y="466"/>
                    <a:pt x="794" y="0"/>
                    <a:pt x="1906" y="0"/>
                  </a:cubicBezTo>
                  <a:cubicBezTo>
                    <a:pt x="19694" y="0"/>
                    <a:pt x="19694" y="0"/>
                    <a:pt x="19694" y="0"/>
                  </a:cubicBezTo>
                  <a:cubicBezTo>
                    <a:pt x="20806" y="0"/>
                    <a:pt x="21600" y="466"/>
                    <a:pt x="21600" y="1117"/>
                  </a:cubicBezTo>
                  <a:cubicBezTo>
                    <a:pt x="21600" y="20483"/>
                    <a:pt x="21600" y="20483"/>
                    <a:pt x="21600" y="20483"/>
                  </a:cubicBezTo>
                  <a:cubicBezTo>
                    <a:pt x="21600" y="21134"/>
                    <a:pt x="20806" y="21600"/>
                    <a:pt x="19694" y="21600"/>
                  </a:cubicBezTo>
                  <a:moveTo>
                    <a:pt x="10800" y="20483"/>
                  </a:moveTo>
                  <a:cubicBezTo>
                    <a:pt x="11435" y="20483"/>
                    <a:pt x="12071" y="20110"/>
                    <a:pt x="12071" y="19738"/>
                  </a:cubicBezTo>
                  <a:cubicBezTo>
                    <a:pt x="12071" y="19366"/>
                    <a:pt x="11435" y="18993"/>
                    <a:pt x="10800" y="18993"/>
                  </a:cubicBezTo>
                  <a:cubicBezTo>
                    <a:pt x="10165" y="18993"/>
                    <a:pt x="9529" y="19366"/>
                    <a:pt x="9529" y="19738"/>
                  </a:cubicBezTo>
                  <a:cubicBezTo>
                    <a:pt x="9529" y="20110"/>
                    <a:pt x="10165" y="20483"/>
                    <a:pt x="10800" y="20483"/>
                  </a:cubicBezTo>
                  <a:moveTo>
                    <a:pt x="19694" y="2234"/>
                  </a:moveTo>
                  <a:cubicBezTo>
                    <a:pt x="19059" y="2234"/>
                    <a:pt x="19059" y="2234"/>
                    <a:pt x="19059" y="2234"/>
                  </a:cubicBezTo>
                  <a:cubicBezTo>
                    <a:pt x="2541" y="2234"/>
                    <a:pt x="2541" y="2234"/>
                    <a:pt x="2541" y="2234"/>
                  </a:cubicBezTo>
                  <a:cubicBezTo>
                    <a:pt x="1906" y="2234"/>
                    <a:pt x="1906" y="2234"/>
                    <a:pt x="1906" y="2234"/>
                  </a:cubicBezTo>
                  <a:cubicBezTo>
                    <a:pt x="1906" y="17876"/>
                    <a:pt x="1906" y="17876"/>
                    <a:pt x="1906" y="17876"/>
                  </a:cubicBezTo>
                  <a:cubicBezTo>
                    <a:pt x="2541" y="17876"/>
                    <a:pt x="2541" y="17876"/>
                    <a:pt x="2541" y="17876"/>
                  </a:cubicBezTo>
                  <a:cubicBezTo>
                    <a:pt x="19059" y="17876"/>
                    <a:pt x="19059" y="17876"/>
                    <a:pt x="19059" y="17876"/>
                  </a:cubicBezTo>
                  <a:cubicBezTo>
                    <a:pt x="19694" y="17876"/>
                    <a:pt x="19694" y="17876"/>
                    <a:pt x="19694" y="17876"/>
                  </a:cubicBezTo>
                  <a:lnTo>
                    <a:pt x="19694" y="2234"/>
                  </a:lnTo>
                  <a:close/>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grpSp>
    </p:spTree>
    <p:extLst>
      <p:ext uri="{BB962C8B-B14F-4D97-AF65-F5344CB8AC3E}">
        <p14:creationId xmlns:p14="http://schemas.microsoft.com/office/powerpoint/2010/main" val="1227351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6B517-9A41-3482-EE93-D4AF454D067B}"/>
            </a:ext>
          </a:extLst>
        </p:cNvPr>
        <p:cNvGrpSpPr/>
        <p:nvPr/>
      </p:nvGrpSpPr>
      <p:grpSpPr>
        <a:xfrm>
          <a:off x="0" y="0"/>
          <a:ext cx="0" cy="0"/>
          <a:chOff x="0" y="0"/>
          <a:chExt cx="0" cy="0"/>
        </a:xfrm>
      </p:grpSpPr>
      <p:cxnSp>
        <p:nvCxnSpPr>
          <p:cNvPr id="88" name="Straight Connector 87">
            <a:extLst>
              <a:ext uri="{FF2B5EF4-FFF2-40B4-BE49-F238E27FC236}">
                <a16:creationId xmlns:a16="http://schemas.microsoft.com/office/drawing/2014/main" id="{0435C073-C1A5-A36B-7019-DD55A215EFD3}"/>
              </a:ext>
            </a:extLst>
          </p:cNvPr>
          <p:cNvCxnSpPr>
            <a:cxnSpLocks/>
          </p:cNvCxnSpPr>
          <p:nvPr/>
        </p:nvCxnSpPr>
        <p:spPr>
          <a:xfrm>
            <a:off x="1233314" y="2597612"/>
            <a:ext cx="957059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89" name="Group">
            <a:extLst>
              <a:ext uri="{FF2B5EF4-FFF2-40B4-BE49-F238E27FC236}">
                <a16:creationId xmlns:a16="http://schemas.microsoft.com/office/drawing/2014/main" id="{00C06F67-4F0E-52BE-B3C1-FB0A0C5772D9}"/>
              </a:ext>
            </a:extLst>
          </p:cNvPr>
          <p:cNvGrpSpPr/>
          <p:nvPr/>
        </p:nvGrpSpPr>
        <p:grpSpPr>
          <a:xfrm>
            <a:off x="590891" y="1959427"/>
            <a:ext cx="519763" cy="489749"/>
            <a:chOff x="0" y="0"/>
            <a:chExt cx="1069422" cy="1070576"/>
          </a:xfrm>
          <a:solidFill>
            <a:schemeClr val="tx1"/>
          </a:solidFill>
        </p:grpSpPr>
        <p:sp>
          <p:nvSpPr>
            <p:cNvPr id="90" name="Shape">
              <a:extLst>
                <a:ext uri="{FF2B5EF4-FFF2-40B4-BE49-F238E27FC236}">
                  <a16:creationId xmlns:a16="http://schemas.microsoft.com/office/drawing/2014/main" id="{51F09017-D202-6E3A-0B0F-F66C65F3A26A}"/>
                </a:ext>
              </a:extLst>
            </p:cNvPr>
            <p:cNvSpPr/>
            <p:nvPr/>
          </p:nvSpPr>
          <p:spPr>
            <a:xfrm>
              <a:off x="-1" y="0"/>
              <a:ext cx="1069424" cy="1070577"/>
            </a:xfrm>
            <a:custGeom>
              <a:avLst/>
              <a:gdLst/>
              <a:ahLst/>
              <a:cxnLst>
                <a:cxn ang="0">
                  <a:pos x="wd2" y="hd2"/>
                </a:cxn>
                <a:cxn ang="5400000">
                  <a:pos x="wd2" y="hd2"/>
                </a:cxn>
                <a:cxn ang="10800000">
                  <a:pos x="wd2" y="hd2"/>
                </a:cxn>
                <a:cxn ang="16200000">
                  <a:pos x="wd2" y="hd2"/>
                </a:cxn>
              </a:cxnLst>
              <a:rect l="0" t="0" r="r" b="b"/>
              <a:pathLst>
                <a:path w="21388" h="21600" extrusionOk="0">
                  <a:moveTo>
                    <a:pt x="20971" y="7200"/>
                  </a:moveTo>
                  <a:cubicBezTo>
                    <a:pt x="14352" y="351"/>
                    <a:pt x="14352" y="351"/>
                    <a:pt x="14352" y="351"/>
                  </a:cubicBezTo>
                  <a:cubicBezTo>
                    <a:pt x="14004" y="0"/>
                    <a:pt x="13481" y="0"/>
                    <a:pt x="13133" y="0"/>
                  </a:cubicBezTo>
                  <a:cubicBezTo>
                    <a:pt x="12784" y="176"/>
                    <a:pt x="12610" y="176"/>
                    <a:pt x="12436" y="351"/>
                  </a:cubicBezTo>
                  <a:cubicBezTo>
                    <a:pt x="12262" y="527"/>
                    <a:pt x="12262" y="702"/>
                    <a:pt x="12088" y="1054"/>
                  </a:cubicBezTo>
                  <a:cubicBezTo>
                    <a:pt x="11913" y="1932"/>
                    <a:pt x="11391" y="2810"/>
                    <a:pt x="10520" y="3688"/>
                  </a:cubicBezTo>
                  <a:cubicBezTo>
                    <a:pt x="9475" y="4566"/>
                    <a:pt x="8081" y="5444"/>
                    <a:pt x="6688" y="6322"/>
                  </a:cubicBezTo>
                  <a:cubicBezTo>
                    <a:pt x="5294" y="7200"/>
                    <a:pt x="3726" y="8078"/>
                    <a:pt x="2333" y="9307"/>
                  </a:cubicBezTo>
                  <a:cubicBezTo>
                    <a:pt x="1288" y="10537"/>
                    <a:pt x="591" y="11766"/>
                    <a:pt x="68" y="13171"/>
                  </a:cubicBezTo>
                  <a:cubicBezTo>
                    <a:pt x="-106" y="13522"/>
                    <a:pt x="68" y="14049"/>
                    <a:pt x="417" y="14400"/>
                  </a:cubicBezTo>
                  <a:cubicBezTo>
                    <a:pt x="7210" y="21249"/>
                    <a:pt x="7210" y="21249"/>
                    <a:pt x="7210" y="21249"/>
                  </a:cubicBezTo>
                  <a:cubicBezTo>
                    <a:pt x="7384" y="21600"/>
                    <a:pt x="7907" y="21600"/>
                    <a:pt x="8429" y="21600"/>
                  </a:cubicBezTo>
                  <a:cubicBezTo>
                    <a:pt x="8604" y="21424"/>
                    <a:pt x="8778" y="21424"/>
                    <a:pt x="8952" y="21249"/>
                  </a:cubicBezTo>
                  <a:cubicBezTo>
                    <a:pt x="9126" y="21073"/>
                    <a:pt x="9300" y="20898"/>
                    <a:pt x="9300" y="20546"/>
                  </a:cubicBezTo>
                  <a:cubicBezTo>
                    <a:pt x="9649" y="19668"/>
                    <a:pt x="10171" y="18790"/>
                    <a:pt x="10868" y="18088"/>
                  </a:cubicBezTo>
                  <a:cubicBezTo>
                    <a:pt x="11913" y="17034"/>
                    <a:pt x="13307" y="16156"/>
                    <a:pt x="14700" y="15278"/>
                  </a:cubicBezTo>
                  <a:cubicBezTo>
                    <a:pt x="16268" y="14400"/>
                    <a:pt x="17836" y="13522"/>
                    <a:pt x="19055" y="12293"/>
                  </a:cubicBezTo>
                  <a:cubicBezTo>
                    <a:pt x="20275" y="11063"/>
                    <a:pt x="20971" y="10010"/>
                    <a:pt x="21320" y="8429"/>
                  </a:cubicBezTo>
                  <a:cubicBezTo>
                    <a:pt x="21494" y="8078"/>
                    <a:pt x="21320" y="7551"/>
                    <a:pt x="20971" y="7200"/>
                  </a:cubicBezTo>
                  <a:close/>
                  <a:moveTo>
                    <a:pt x="8081" y="20195"/>
                  </a:moveTo>
                  <a:cubicBezTo>
                    <a:pt x="5817" y="18088"/>
                    <a:pt x="3552" y="15805"/>
                    <a:pt x="1462" y="13522"/>
                  </a:cubicBezTo>
                  <a:cubicBezTo>
                    <a:pt x="3378" y="7376"/>
                    <a:pt x="11565" y="7551"/>
                    <a:pt x="13481" y="1405"/>
                  </a:cubicBezTo>
                  <a:cubicBezTo>
                    <a:pt x="15571" y="3688"/>
                    <a:pt x="17836" y="5795"/>
                    <a:pt x="20100" y="8078"/>
                  </a:cubicBezTo>
                  <a:cubicBezTo>
                    <a:pt x="18184" y="14224"/>
                    <a:pt x="9997" y="14049"/>
                    <a:pt x="8081" y="20195"/>
                  </a:cubicBezTo>
                  <a:close/>
                  <a:moveTo>
                    <a:pt x="8081" y="20195"/>
                  </a:moveTo>
                  <a:cubicBezTo>
                    <a:pt x="8081" y="20195"/>
                    <a:pt x="8081" y="20195"/>
                    <a:pt x="8081" y="20195"/>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91" name="Shape">
              <a:extLst>
                <a:ext uri="{FF2B5EF4-FFF2-40B4-BE49-F238E27FC236}">
                  <a16:creationId xmlns:a16="http://schemas.microsoft.com/office/drawing/2014/main" id="{4796E93B-1DDB-5287-0F96-13C4674B74F4}"/>
                </a:ext>
              </a:extLst>
            </p:cNvPr>
            <p:cNvSpPr/>
            <p:nvPr/>
          </p:nvSpPr>
          <p:spPr>
            <a:xfrm>
              <a:off x="391006" y="382012"/>
              <a:ext cx="292268" cy="297122"/>
            </a:xfrm>
            <a:custGeom>
              <a:avLst/>
              <a:gdLst/>
              <a:ahLst/>
              <a:cxnLst>
                <a:cxn ang="0">
                  <a:pos x="wd2" y="hd2"/>
                </a:cxn>
                <a:cxn ang="5400000">
                  <a:pos x="wd2" y="hd2"/>
                </a:cxn>
                <a:cxn ang="10800000">
                  <a:pos x="wd2" y="hd2"/>
                </a:cxn>
                <a:cxn ang="16200000">
                  <a:pos x="wd2" y="hd2"/>
                </a:cxn>
              </a:cxnLst>
              <a:rect l="0" t="0" r="r" b="b"/>
              <a:pathLst>
                <a:path w="21247" h="21600" extrusionOk="0">
                  <a:moveTo>
                    <a:pt x="19341" y="8259"/>
                  </a:moveTo>
                  <a:cubicBezTo>
                    <a:pt x="18706" y="7624"/>
                    <a:pt x="17435" y="7624"/>
                    <a:pt x="16800" y="6988"/>
                  </a:cubicBezTo>
                  <a:cubicBezTo>
                    <a:pt x="16165" y="6988"/>
                    <a:pt x="15529" y="6988"/>
                    <a:pt x="14259" y="6988"/>
                  </a:cubicBezTo>
                  <a:cubicBezTo>
                    <a:pt x="13623" y="6988"/>
                    <a:pt x="12988" y="6988"/>
                    <a:pt x="12353" y="7624"/>
                  </a:cubicBezTo>
                  <a:cubicBezTo>
                    <a:pt x="11082" y="7624"/>
                    <a:pt x="10447" y="8259"/>
                    <a:pt x="9812" y="8259"/>
                  </a:cubicBezTo>
                  <a:cubicBezTo>
                    <a:pt x="8541" y="6988"/>
                    <a:pt x="7271" y="5718"/>
                    <a:pt x="5365" y="3812"/>
                  </a:cubicBezTo>
                  <a:cubicBezTo>
                    <a:pt x="6000" y="3812"/>
                    <a:pt x="6635" y="3176"/>
                    <a:pt x="7271" y="3176"/>
                  </a:cubicBezTo>
                  <a:cubicBezTo>
                    <a:pt x="7906" y="3176"/>
                    <a:pt x="8541" y="3176"/>
                    <a:pt x="9176" y="3176"/>
                  </a:cubicBezTo>
                  <a:cubicBezTo>
                    <a:pt x="9812" y="3812"/>
                    <a:pt x="9812" y="3812"/>
                    <a:pt x="10447" y="3812"/>
                  </a:cubicBezTo>
                  <a:cubicBezTo>
                    <a:pt x="11082" y="3812"/>
                    <a:pt x="11082" y="3812"/>
                    <a:pt x="11718" y="3176"/>
                  </a:cubicBezTo>
                  <a:cubicBezTo>
                    <a:pt x="11718" y="3176"/>
                    <a:pt x="12353" y="2541"/>
                    <a:pt x="12353" y="2541"/>
                  </a:cubicBezTo>
                  <a:cubicBezTo>
                    <a:pt x="12353" y="1906"/>
                    <a:pt x="11718" y="1271"/>
                    <a:pt x="11718" y="635"/>
                  </a:cubicBezTo>
                  <a:cubicBezTo>
                    <a:pt x="11082" y="0"/>
                    <a:pt x="10447" y="0"/>
                    <a:pt x="9812" y="0"/>
                  </a:cubicBezTo>
                  <a:cubicBezTo>
                    <a:pt x="9176" y="0"/>
                    <a:pt x="7906" y="0"/>
                    <a:pt x="7271" y="0"/>
                  </a:cubicBezTo>
                  <a:cubicBezTo>
                    <a:pt x="6635" y="0"/>
                    <a:pt x="6000" y="635"/>
                    <a:pt x="5365" y="635"/>
                  </a:cubicBezTo>
                  <a:cubicBezTo>
                    <a:pt x="4729" y="1271"/>
                    <a:pt x="4094" y="1271"/>
                    <a:pt x="3459" y="1906"/>
                  </a:cubicBezTo>
                  <a:cubicBezTo>
                    <a:pt x="3459" y="1906"/>
                    <a:pt x="3459" y="1906"/>
                    <a:pt x="2823" y="1271"/>
                  </a:cubicBezTo>
                  <a:cubicBezTo>
                    <a:pt x="2823" y="1271"/>
                    <a:pt x="2823" y="1271"/>
                    <a:pt x="2188" y="1271"/>
                  </a:cubicBezTo>
                  <a:cubicBezTo>
                    <a:pt x="2188" y="1271"/>
                    <a:pt x="2188" y="1271"/>
                    <a:pt x="1553" y="1906"/>
                  </a:cubicBezTo>
                  <a:cubicBezTo>
                    <a:pt x="1553" y="1906"/>
                    <a:pt x="1553" y="1906"/>
                    <a:pt x="1553" y="2541"/>
                  </a:cubicBezTo>
                  <a:cubicBezTo>
                    <a:pt x="1553" y="2541"/>
                    <a:pt x="1553" y="2541"/>
                    <a:pt x="1553" y="3176"/>
                  </a:cubicBezTo>
                  <a:cubicBezTo>
                    <a:pt x="2188" y="3176"/>
                    <a:pt x="2188" y="3176"/>
                    <a:pt x="2188" y="3176"/>
                  </a:cubicBezTo>
                  <a:cubicBezTo>
                    <a:pt x="1553" y="3812"/>
                    <a:pt x="918" y="5082"/>
                    <a:pt x="918" y="5718"/>
                  </a:cubicBezTo>
                  <a:cubicBezTo>
                    <a:pt x="282" y="6988"/>
                    <a:pt x="282" y="7624"/>
                    <a:pt x="282" y="8259"/>
                  </a:cubicBezTo>
                  <a:cubicBezTo>
                    <a:pt x="-353" y="9529"/>
                    <a:pt x="282" y="10165"/>
                    <a:pt x="282" y="10800"/>
                  </a:cubicBezTo>
                  <a:cubicBezTo>
                    <a:pt x="282" y="11435"/>
                    <a:pt x="918" y="12071"/>
                    <a:pt x="1553" y="12706"/>
                  </a:cubicBezTo>
                  <a:cubicBezTo>
                    <a:pt x="2823" y="13341"/>
                    <a:pt x="4094" y="13976"/>
                    <a:pt x="6000" y="13976"/>
                  </a:cubicBezTo>
                  <a:cubicBezTo>
                    <a:pt x="7271" y="13976"/>
                    <a:pt x="9176" y="13341"/>
                    <a:pt x="11082" y="12706"/>
                  </a:cubicBezTo>
                  <a:cubicBezTo>
                    <a:pt x="12353" y="13976"/>
                    <a:pt x="13623" y="15882"/>
                    <a:pt x="14894" y="17153"/>
                  </a:cubicBezTo>
                  <a:cubicBezTo>
                    <a:pt x="14894" y="17788"/>
                    <a:pt x="14259" y="17788"/>
                    <a:pt x="13623" y="18424"/>
                  </a:cubicBezTo>
                  <a:cubicBezTo>
                    <a:pt x="12988" y="18424"/>
                    <a:pt x="12988" y="18424"/>
                    <a:pt x="12353" y="18424"/>
                  </a:cubicBezTo>
                  <a:cubicBezTo>
                    <a:pt x="11718" y="17788"/>
                    <a:pt x="11718" y="17788"/>
                    <a:pt x="11082" y="17788"/>
                  </a:cubicBezTo>
                  <a:cubicBezTo>
                    <a:pt x="11082" y="17153"/>
                    <a:pt x="10447" y="17153"/>
                    <a:pt x="10447" y="17153"/>
                  </a:cubicBezTo>
                  <a:cubicBezTo>
                    <a:pt x="9812" y="17153"/>
                    <a:pt x="9812" y="16518"/>
                    <a:pt x="9176" y="16518"/>
                  </a:cubicBezTo>
                  <a:cubicBezTo>
                    <a:pt x="9176" y="16518"/>
                    <a:pt x="8541" y="17153"/>
                    <a:pt x="8541" y="17153"/>
                  </a:cubicBezTo>
                  <a:cubicBezTo>
                    <a:pt x="7906" y="17788"/>
                    <a:pt x="7906" y="17788"/>
                    <a:pt x="7906" y="18424"/>
                  </a:cubicBezTo>
                  <a:cubicBezTo>
                    <a:pt x="7906" y="19059"/>
                    <a:pt x="7906" y="19694"/>
                    <a:pt x="8541" y="19694"/>
                  </a:cubicBezTo>
                  <a:cubicBezTo>
                    <a:pt x="8541" y="20329"/>
                    <a:pt x="9176" y="20965"/>
                    <a:pt x="9812" y="20965"/>
                  </a:cubicBezTo>
                  <a:cubicBezTo>
                    <a:pt x="10447" y="21600"/>
                    <a:pt x="11082" y="21600"/>
                    <a:pt x="12353" y="21600"/>
                  </a:cubicBezTo>
                  <a:cubicBezTo>
                    <a:pt x="12988" y="21600"/>
                    <a:pt x="13623" y="21600"/>
                    <a:pt x="14894" y="20965"/>
                  </a:cubicBezTo>
                  <a:cubicBezTo>
                    <a:pt x="15529" y="20965"/>
                    <a:pt x="16165" y="20329"/>
                    <a:pt x="17435" y="19694"/>
                  </a:cubicBezTo>
                  <a:cubicBezTo>
                    <a:pt x="17435" y="19694"/>
                    <a:pt x="18071" y="20329"/>
                    <a:pt x="18706" y="20329"/>
                  </a:cubicBezTo>
                  <a:cubicBezTo>
                    <a:pt x="18706" y="20965"/>
                    <a:pt x="18706" y="20965"/>
                    <a:pt x="19341" y="20965"/>
                  </a:cubicBezTo>
                  <a:cubicBezTo>
                    <a:pt x="19341" y="20965"/>
                    <a:pt x="19976" y="20965"/>
                    <a:pt x="19976" y="20329"/>
                  </a:cubicBezTo>
                  <a:cubicBezTo>
                    <a:pt x="19976" y="20329"/>
                    <a:pt x="19976" y="19694"/>
                    <a:pt x="19976" y="19694"/>
                  </a:cubicBezTo>
                  <a:cubicBezTo>
                    <a:pt x="19976" y="19694"/>
                    <a:pt x="19976" y="19059"/>
                    <a:pt x="19976" y="19059"/>
                  </a:cubicBezTo>
                  <a:cubicBezTo>
                    <a:pt x="19341" y="19059"/>
                    <a:pt x="18706" y="18424"/>
                    <a:pt x="18706" y="17788"/>
                  </a:cubicBezTo>
                  <a:cubicBezTo>
                    <a:pt x="19341" y="17153"/>
                    <a:pt x="19976" y="16518"/>
                    <a:pt x="19976" y="15247"/>
                  </a:cubicBezTo>
                  <a:cubicBezTo>
                    <a:pt x="20612" y="14612"/>
                    <a:pt x="21247" y="13341"/>
                    <a:pt x="21247" y="12706"/>
                  </a:cubicBezTo>
                  <a:cubicBezTo>
                    <a:pt x="21247" y="12071"/>
                    <a:pt x="21247" y="10800"/>
                    <a:pt x="20612" y="10165"/>
                  </a:cubicBezTo>
                  <a:cubicBezTo>
                    <a:pt x="20612" y="9529"/>
                    <a:pt x="19976" y="8894"/>
                    <a:pt x="19341" y="8259"/>
                  </a:cubicBezTo>
                  <a:close/>
                  <a:moveTo>
                    <a:pt x="6000" y="10165"/>
                  </a:moveTo>
                  <a:cubicBezTo>
                    <a:pt x="4729" y="10165"/>
                    <a:pt x="4094" y="10165"/>
                    <a:pt x="4094" y="9529"/>
                  </a:cubicBezTo>
                  <a:cubicBezTo>
                    <a:pt x="3459" y="8894"/>
                    <a:pt x="3459" y="8894"/>
                    <a:pt x="3459" y="8894"/>
                  </a:cubicBezTo>
                  <a:cubicBezTo>
                    <a:pt x="3459" y="8259"/>
                    <a:pt x="3459" y="8259"/>
                    <a:pt x="3459" y="7624"/>
                  </a:cubicBezTo>
                  <a:cubicBezTo>
                    <a:pt x="3459" y="6988"/>
                    <a:pt x="3459" y="6988"/>
                    <a:pt x="3459" y="6353"/>
                  </a:cubicBezTo>
                  <a:cubicBezTo>
                    <a:pt x="4094" y="6353"/>
                    <a:pt x="4094" y="5718"/>
                    <a:pt x="4729" y="5082"/>
                  </a:cubicBezTo>
                  <a:cubicBezTo>
                    <a:pt x="5365" y="6353"/>
                    <a:pt x="6635" y="7624"/>
                    <a:pt x="7906" y="9529"/>
                  </a:cubicBezTo>
                  <a:cubicBezTo>
                    <a:pt x="7271" y="9529"/>
                    <a:pt x="6635" y="10165"/>
                    <a:pt x="6000" y="10165"/>
                  </a:cubicBezTo>
                  <a:close/>
                  <a:moveTo>
                    <a:pt x="17435" y="15247"/>
                  </a:moveTo>
                  <a:cubicBezTo>
                    <a:pt x="16800" y="15247"/>
                    <a:pt x="16800" y="15882"/>
                    <a:pt x="16165" y="15882"/>
                  </a:cubicBezTo>
                  <a:cubicBezTo>
                    <a:pt x="14894" y="14612"/>
                    <a:pt x="13623" y="13341"/>
                    <a:pt x="12353" y="11435"/>
                  </a:cubicBezTo>
                  <a:cubicBezTo>
                    <a:pt x="12988" y="11435"/>
                    <a:pt x="12988" y="11435"/>
                    <a:pt x="13623" y="11435"/>
                  </a:cubicBezTo>
                  <a:cubicBezTo>
                    <a:pt x="13623" y="10800"/>
                    <a:pt x="14259" y="10800"/>
                    <a:pt x="14894" y="10800"/>
                  </a:cubicBezTo>
                  <a:cubicBezTo>
                    <a:pt x="14894" y="10800"/>
                    <a:pt x="15529" y="10800"/>
                    <a:pt x="15529" y="10800"/>
                  </a:cubicBezTo>
                  <a:cubicBezTo>
                    <a:pt x="16165" y="10800"/>
                    <a:pt x="16800" y="11435"/>
                    <a:pt x="16800" y="11435"/>
                  </a:cubicBezTo>
                  <a:cubicBezTo>
                    <a:pt x="17435" y="12071"/>
                    <a:pt x="17435" y="12071"/>
                    <a:pt x="17435" y="12706"/>
                  </a:cubicBezTo>
                  <a:cubicBezTo>
                    <a:pt x="17435" y="12706"/>
                    <a:pt x="17435" y="13341"/>
                    <a:pt x="17435" y="13976"/>
                  </a:cubicBezTo>
                  <a:cubicBezTo>
                    <a:pt x="17435" y="13976"/>
                    <a:pt x="17435" y="14612"/>
                    <a:pt x="17435" y="15247"/>
                  </a:cubicBezTo>
                  <a:close/>
                  <a:moveTo>
                    <a:pt x="17435" y="15247"/>
                  </a:moveTo>
                  <a:cubicBezTo>
                    <a:pt x="17435" y="15247"/>
                    <a:pt x="17435" y="15247"/>
                    <a:pt x="17435" y="15247"/>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92" name="Shape">
              <a:extLst>
                <a:ext uri="{FF2B5EF4-FFF2-40B4-BE49-F238E27FC236}">
                  <a16:creationId xmlns:a16="http://schemas.microsoft.com/office/drawing/2014/main" id="{24BD691C-C452-F517-5D9E-E5BD31F1D30C}"/>
                </a:ext>
              </a:extLst>
            </p:cNvPr>
            <p:cNvSpPr/>
            <p:nvPr/>
          </p:nvSpPr>
          <p:spPr>
            <a:xfrm>
              <a:off x="362569" y="740442"/>
              <a:ext cx="162897" cy="165069"/>
            </a:xfrm>
            <a:custGeom>
              <a:avLst/>
              <a:gdLst/>
              <a:ahLst/>
              <a:cxnLst>
                <a:cxn ang="0">
                  <a:pos x="wd2" y="hd2"/>
                </a:cxn>
                <a:cxn ang="5400000">
                  <a:pos x="wd2" y="hd2"/>
                </a:cxn>
                <a:cxn ang="10800000">
                  <a:pos x="wd2" y="hd2"/>
                </a:cxn>
                <a:cxn ang="16200000">
                  <a:pos x="wd2" y="hd2"/>
                </a:cxn>
              </a:cxnLst>
              <a:rect l="0" t="0" r="r" b="b"/>
              <a:pathLst>
                <a:path w="21316" h="21600" extrusionOk="0">
                  <a:moveTo>
                    <a:pt x="17053" y="0"/>
                  </a:moveTo>
                  <a:cubicBezTo>
                    <a:pt x="17053" y="0"/>
                    <a:pt x="17053" y="0"/>
                    <a:pt x="17053" y="0"/>
                  </a:cubicBezTo>
                  <a:cubicBezTo>
                    <a:pt x="14779" y="2274"/>
                    <a:pt x="12505" y="4547"/>
                    <a:pt x="9095" y="6821"/>
                  </a:cubicBezTo>
                  <a:cubicBezTo>
                    <a:pt x="6821" y="9095"/>
                    <a:pt x="4547" y="11368"/>
                    <a:pt x="3411" y="14779"/>
                  </a:cubicBezTo>
                  <a:cubicBezTo>
                    <a:pt x="0" y="18189"/>
                    <a:pt x="0" y="18189"/>
                    <a:pt x="0" y="18189"/>
                  </a:cubicBezTo>
                  <a:cubicBezTo>
                    <a:pt x="0" y="19326"/>
                    <a:pt x="0" y="20463"/>
                    <a:pt x="1137" y="21600"/>
                  </a:cubicBezTo>
                  <a:cubicBezTo>
                    <a:pt x="1137" y="21600"/>
                    <a:pt x="2274" y="21600"/>
                    <a:pt x="3411" y="21600"/>
                  </a:cubicBezTo>
                  <a:cubicBezTo>
                    <a:pt x="3411" y="21600"/>
                    <a:pt x="3411" y="20463"/>
                    <a:pt x="4547" y="20463"/>
                  </a:cubicBezTo>
                  <a:cubicBezTo>
                    <a:pt x="6821" y="17053"/>
                    <a:pt x="6821" y="17053"/>
                    <a:pt x="6821" y="17053"/>
                  </a:cubicBezTo>
                  <a:cubicBezTo>
                    <a:pt x="7958" y="14779"/>
                    <a:pt x="10232" y="12505"/>
                    <a:pt x="12505" y="10232"/>
                  </a:cubicBezTo>
                  <a:cubicBezTo>
                    <a:pt x="14779" y="7958"/>
                    <a:pt x="17053" y="5684"/>
                    <a:pt x="20463" y="3411"/>
                  </a:cubicBezTo>
                  <a:cubicBezTo>
                    <a:pt x="20463" y="3411"/>
                    <a:pt x="20463" y="3411"/>
                    <a:pt x="20463" y="3411"/>
                  </a:cubicBezTo>
                  <a:cubicBezTo>
                    <a:pt x="20463" y="3411"/>
                    <a:pt x="20463" y="3411"/>
                    <a:pt x="20463" y="3411"/>
                  </a:cubicBezTo>
                  <a:cubicBezTo>
                    <a:pt x="21600" y="2274"/>
                    <a:pt x="21600" y="1137"/>
                    <a:pt x="20463" y="0"/>
                  </a:cubicBezTo>
                  <a:cubicBezTo>
                    <a:pt x="19326" y="0"/>
                    <a:pt x="18189" y="0"/>
                    <a:pt x="17053" y="0"/>
                  </a:cubicBezTo>
                  <a:close/>
                  <a:moveTo>
                    <a:pt x="17053" y="0"/>
                  </a:moveTo>
                  <a:cubicBezTo>
                    <a:pt x="17053" y="0"/>
                    <a:pt x="17053" y="0"/>
                    <a:pt x="17053" y="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93" name="Shape">
              <a:extLst>
                <a:ext uri="{FF2B5EF4-FFF2-40B4-BE49-F238E27FC236}">
                  <a16:creationId xmlns:a16="http://schemas.microsoft.com/office/drawing/2014/main" id="{8EE755A1-6C5D-51B0-208C-F0036028C46C}"/>
                </a:ext>
              </a:extLst>
            </p:cNvPr>
            <p:cNvSpPr/>
            <p:nvPr/>
          </p:nvSpPr>
          <p:spPr>
            <a:xfrm>
              <a:off x="553388" y="167249"/>
              <a:ext cx="160726" cy="170139"/>
            </a:xfrm>
            <a:custGeom>
              <a:avLst/>
              <a:gdLst/>
              <a:ahLst/>
              <a:cxnLst>
                <a:cxn ang="0">
                  <a:pos x="wd2" y="hd2"/>
                </a:cxn>
                <a:cxn ang="5400000">
                  <a:pos x="wd2" y="hd2"/>
                </a:cxn>
                <a:cxn ang="10800000">
                  <a:pos x="wd2" y="hd2"/>
                </a:cxn>
                <a:cxn ang="16200000">
                  <a:pos x="wd2" y="hd2"/>
                </a:cxn>
              </a:cxnLst>
              <a:rect l="0" t="0" r="r" b="b"/>
              <a:pathLst>
                <a:path w="21032" h="21060" extrusionOk="0">
                  <a:moveTo>
                    <a:pt x="7674" y="11610"/>
                  </a:moveTo>
                  <a:cubicBezTo>
                    <a:pt x="5400" y="13770"/>
                    <a:pt x="3127" y="15930"/>
                    <a:pt x="853" y="17010"/>
                  </a:cubicBezTo>
                  <a:cubicBezTo>
                    <a:pt x="853" y="17010"/>
                    <a:pt x="853" y="17010"/>
                    <a:pt x="853" y="18090"/>
                  </a:cubicBezTo>
                  <a:cubicBezTo>
                    <a:pt x="-284" y="18090"/>
                    <a:pt x="-284" y="20250"/>
                    <a:pt x="853" y="20250"/>
                  </a:cubicBezTo>
                  <a:cubicBezTo>
                    <a:pt x="853" y="21330"/>
                    <a:pt x="1990" y="21330"/>
                    <a:pt x="3127" y="20250"/>
                  </a:cubicBezTo>
                  <a:cubicBezTo>
                    <a:pt x="3127" y="20250"/>
                    <a:pt x="3127" y="20250"/>
                    <a:pt x="3127" y="20250"/>
                  </a:cubicBezTo>
                  <a:cubicBezTo>
                    <a:pt x="6537" y="19170"/>
                    <a:pt x="8811" y="17010"/>
                    <a:pt x="11084" y="13770"/>
                  </a:cubicBezTo>
                  <a:cubicBezTo>
                    <a:pt x="13358" y="11610"/>
                    <a:pt x="15632" y="9450"/>
                    <a:pt x="17905" y="7290"/>
                  </a:cubicBezTo>
                  <a:cubicBezTo>
                    <a:pt x="20179" y="2970"/>
                    <a:pt x="20179" y="2970"/>
                    <a:pt x="20179" y="2970"/>
                  </a:cubicBezTo>
                  <a:cubicBezTo>
                    <a:pt x="21316" y="2970"/>
                    <a:pt x="21316" y="810"/>
                    <a:pt x="20179" y="810"/>
                  </a:cubicBezTo>
                  <a:cubicBezTo>
                    <a:pt x="19042" y="-270"/>
                    <a:pt x="17905" y="-270"/>
                    <a:pt x="17905" y="810"/>
                  </a:cubicBezTo>
                  <a:cubicBezTo>
                    <a:pt x="16769" y="810"/>
                    <a:pt x="16769" y="810"/>
                    <a:pt x="16769" y="810"/>
                  </a:cubicBezTo>
                  <a:cubicBezTo>
                    <a:pt x="14495" y="5130"/>
                    <a:pt x="14495" y="5130"/>
                    <a:pt x="14495" y="5130"/>
                  </a:cubicBezTo>
                  <a:cubicBezTo>
                    <a:pt x="12221" y="7290"/>
                    <a:pt x="9948" y="9450"/>
                    <a:pt x="7674" y="11610"/>
                  </a:cubicBezTo>
                  <a:close/>
                  <a:moveTo>
                    <a:pt x="7674" y="11610"/>
                  </a:moveTo>
                  <a:cubicBezTo>
                    <a:pt x="7674" y="11610"/>
                    <a:pt x="7674" y="11610"/>
                    <a:pt x="7674" y="1161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grpSp>
      <p:grpSp>
        <p:nvGrpSpPr>
          <p:cNvPr id="94" name="Group">
            <a:extLst>
              <a:ext uri="{FF2B5EF4-FFF2-40B4-BE49-F238E27FC236}">
                <a16:creationId xmlns:a16="http://schemas.microsoft.com/office/drawing/2014/main" id="{ECFB0296-EC0F-1005-810B-EE0FCDB7A09D}"/>
              </a:ext>
            </a:extLst>
          </p:cNvPr>
          <p:cNvGrpSpPr/>
          <p:nvPr/>
        </p:nvGrpSpPr>
        <p:grpSpPr>
          <a:xfrm>
            <a:off x="1591248" y="1963741"/>
            <a:ext cx="389670" cy="489749"/>
            <a:chOff x="0" y="0"/>
            <a:chExt cx="801752" cy="1070576"/>
          </a:xfrm>
          <a:solidFill>
            <a:schemeClr val="tx1"/>
          </a:solidFill>
        </p:grpSpPr>
        <p:sp>
          <p:nvSpPr>
            <p:cNvPr id="95" name="Shape">
              <a:extLst>
                <a:ext uri="{FF2B5EF4-FFF2-40B4-BE49-F238E27FC236}">
                  <a16:creationId xmlns:a16="http://schemas.microsoft.com/office/drawing/2014/main" id="{B707A715-58BA-9244-53B4-21CEF864BE9C}"/>
                </a:ext>
              </a:extLst>
            </p:cNvPr>
            <p:cNvSpPr/>
            <p:nvPr/>
          </p:nvSpPr>
          <p:spPr>
            <a:xfrm>
              <a:off x="-1" y="-1"/>
              <a:ext cx="801754" cy="1070578"/>
            </a:xfrm>
            <a:custGeom>
              <a:avLst/>
              <a:gdLst/>
              <a:ahLst/>
              <a:cxnLst>
                <a:cxn ang="0">
                  <a:pos x="wd2" y="hd2"/>
                </a:cxn>
                <a:cxn ang="5400000">
                  <a:pos x="wd2" y="hd2"/>
                </a:cxn>
                <a:cxn ang="10800000">
                  <a:pos x="wd2" y="hd2"/>
                </a:cxn>
                <a:cxn ang="16200000">
                  <a:pos x="wd2" y="hd2"/>
                </a:cxn>
              </a:cxnLst>
              <a:rect l="0" t="0" r="r" b="b"/>
              <a:pathLst>
                <a:path w="21600" h="21600" extrusionOk="0">
                  <a:moveTo>
                    <a:pt x="18783" y="8780"/>
                  </a:moveTo>
                  <a:cubicBezTo>
                    <a:pt x="18783" y="6146"/>
                    <a:pt x="18783" y="6146"/>
                    <a:pt x="18783" y="6146"/>
                  </a:cubicBezTo>
                  <a:cubicBezTo>
                    <a:pt x="18783" y="2810"/>
                    <a:pt x="15261" y="0"/>
                    <a:pt x="10800" y="0"/>
                  </a:cubicBezTo>
                  <a:cubicBezTo>
                    <a:pt x="6339" y="0"/>
                    <a:pt x="2583" y="2810"/>
                    <a:pt x="2583" y="6146"/>
                  </a:cubicBezTo>
                  <a:cubicBezTo>
                    <a:pt x="2583" y="8780"/>
                    <a:pt x="2583" y="8780"/>
                    <a:pt x="2583" y="8780"/>
                  </a:cubicBezTo>
                  <a:cubicBezTo>
                    <a:pt x="1174" y="8780"/>
                    <a:pt x="0" y="9659"/>
                    <a:pt x="0" y="10712"/>
                  </a:cubicBezTo>
                  <a:cubicBezTo>
                    <a:pt x="0" y="15454"/>
                    <a:pt x="0" y="15454"/>
                    <a:pt x="0" y="15454"/>
                  </a:cubicBezTo>
                  <a:cubicBezTo>
                    <a:pt x="0" y="18790"/>
                    <a:pt x="3522" y="21600"/>
                    <a:pt x="7983" y="21600"/>
                  </a:cubicBezTo>
                  <a:cubicBezTo>
                    <a:pt x="13383" y="21600"/>
                    <a:pt x="13383" y="21600"/>
                    <a:pt x="13383" y="21600"/>
                  </a:cubicBezTo>
                  <a:cubicBezTo>
                    <a:pt x="17843" y="21600"/>
                    <a:pt x="21600" y="18790"/>
                    <a:pt x="21600" y="15454"/>
                  </a:cubicBezTo>
                  <a:cubicBezTo>
                    <a:pt x="21600" y="10712"/>
                    <a:pt x="21600" y="10712"/>
                    <a:pt x="21600" y="10712"/>
                  </a:cubicBezTo>
                  <a:cubicBezTo>
                    <a:pt x="21600" y="9659"/>
                    <a:pt x="20426" y="8780"/>
                    <a:pt x="18783" y="8780"/>
                  </a:cubicBezTo>
                  <a:close/>
                  <a:moveTo>
                    <a:pt x="4461" y="6146"/>
                  </a:moveTo>
                  <a:cubicBezTo>
                    <a:pt x="4461" y="3512"/>
                    <a:pt x="7278" y="1405"/>
                    <a:pt x="10800" y="1405"/>
                  </a:cubicBezTo>
                  <a:cubicBezTo>
                    <a:pt x="14322" y="1405"/>
                    <a:pt x="17139" y="3512"/>
                    <a:pt x="17139" y="6146"/>
                  </a:cubicBezTo>
                  <a:cubicBezTo>
                    <a:pt x="17139" y="8780"/>
                    <a:pt x="17139" y="8780"/>
                    <a:pt x="17139" y="8780"/>
                  </a:cubicBezTo>
                  <a:cubicBezTo>
                    <a:pt x="15261" y="8780"/>
                    <a:pt x="15261" y="8780"/>
                    <a:pt x="15261" y="8780"/>
                  </a:cubicBezTo>
                  <a:cubicBezTo>
                    <a:pt x="15261" y="6146"/>
                    <a:pt x="15261" y="6146"/>
                    <a:pt x="15261" y="6146"/>
                  </a:cubicBezTo>
                  <a:cubicBezTo>
                    <a:pt x="15261" y="4215"/>
                    <a:pt x="13148" y="2634"/>
                    <a:pt x="10800" y="2634"/>
                  </a:cubicBezTo>
                  <a:cubicBezTo>
                    <a:pt x="8217" y="2634"/>
                    <a:pt x="6339" y="4215"/>
                    <a:pt x="6339" y="6146"/>
                  </a:cubicBezTo>
                  <a:cubicBezTo>
                    <a:pt x="6339" y="8780"/>
                    <a:pt x="6339" y="8780"/>
                    <a:pt x="6339" y="8780"/>
                  </a:cubicBezTo>
                  <a:cubicBezTo>
                    <a:pt x="4461" y="8780"/>
                    <a:pt x="4461" y="8780"/>
                    <a:pt x="4461" y="8780"/>
                  </a:cubicBezTo>
                  <a:lnTo>
                    <a:pt x="4461" y="6146"/>
                  </a:lnTo>
                  <a:close/>
                  <a:moveTo>
                    <a:pt x="14322" y="6146"/>
                  </a:moveTo>
                  <a:cubicBezTo>
                    <a:pt x="14322" y="8780"/>
                    <a:pt x="14322" y="8780"/>
                    <a:pt x="14322" y="8780"/>
                  </a:cubicBezTo>
                  <a:cubicBezTo>
                    <a:pt x="7278" y="8780"/>
                    <a:pt x="7278" y="8780"/>
                    <a:pt x="7278" y="8780"/>
                  </a:cubicBezTo>
                  <a:cubicBezTo>
                    <a:pt x="7278" y="6146"/>
                    <a:pt x="7278" y="6146"/>
                    <a:pt x="7278" y="6146"/>
                  </a:cubicBezTo>
                  <a:cubicBezTo>
                    <a:pt x="7278" y="4566"/>
                    <a:pt x="8687" y="3337"/>
                    <a:pt x="10800" y="3337"/>
                  </a:cubicBezTo>
                  <a:cubicBezTo>
                    <a:pt x="12678" y="3337"/>
                    <a:pt x="14322" y="4566"/>
                    <a:pt x="14322" y="6146"/>
                  </a:cubicBezTo>
                  <a:close/>
                  <a:moveTo>
                    <a:pt x="19722" y="12820"/>
                  </a:moveTo>
                  <a:cubicBezTo>
                    <a:pt x="19722" y="15454"/>
                    <a:pt x="19722" y="15454"/>
                    <a:pt x="19722" y="15454"/>
                  </a:cubicBezTo>
                  <a:cubicBezTo>
                    <a:pt x="19722" y="18088"/>
                    <a:pt x="16904" y="20195"/>
                    <a:pt x="13383" y="20195"/>
                  </a:cubicBezTo>
                  <a:cubicBezTo>
                    <a:pt x="7983" y="20195"/>
                    <a:pt x="7983" y="20195"/>
                    <a:pt x="7983" y="20195"/>
                  </a:cubicBezTo>
                  <a:cubicBezTo>
                    <a:pt x="4696" y="20195"/>
                    <a:pt x="1878" y="18088"/>
                    <a:pt x="1878" y="15454"/>
                  </a:cubicBezTo>
                  <a:cubicBezTo>
                    <a:pt x="1878" y="10712"/>
                    <a:pt x="1878" y="10712"/>
                    <a:pt x="1878" y="10712"/>
                  </a:cubicBezTo>
                  <a:cubicBezTo>
                    <a:pt x="1878" y="10361"/>
                    <a:pt x="2113" y="10185"/>
                    <a:pt x="2583" y="10185"/>
                  </a:cubicBezTo>
                  <a:cubicBezTo>
                    <a:pt x="18783" y="10185"/>
                    <a:pt x="18783" y="10185"/>
                    <a:pt x="18783" y="10185"/>
                  </a:cubicBezTo>
                  <a:cubicBezTo>
                    <a:pt x="19487" y="10185"/>
                    <a:pt x="19722" y="10361"/>
                    <a:pt x="19722" y="10712"/>
                  </a:cubicBezTo>
                  <a:lnTo>
                    <a:pt x="19722" y="12820"/>
                  </a:lnTo>
                  <a:close/>
                  <a:moveTo>
                    <a:pt x="19722" y="12820"/>
                  </a:moveTo>
                  <a:cubicBezTo>
                    <a:pt x="19722" y="12820"/>
                    <a:pt x="19722" y="12820"/>
                    <a:pt x="19722" y="1282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96" name="Shape">
              <a:extLst>
                <a:ext uri="{FF2B5EF4-FFF2-40B4-BE49-F238E27FC236}">
                  <a16:creationId xmlns:a16="http://schemas.microsoft.com/office/drawing/2014/main" id="{0F03D5F6-D0E7-5C4E-4661-13C83B1688ED}"/>
                </a:ext>
              </a:extLst>
            </p:cNvPr>
            <p:cNvSpPr/>
            <p:nvPr/>
          </p:nvSpPr>
          <p:spPr>
            <a:xfrm>
              <a:off x="330133" y="636686"/>
              <a:ext cx="141486" cy="19808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5400" y="0"/>
                    <a:pt x="0" y="2817"/>
                    <a:pt x="0" y="7513"/>
                  </a:cubicBezTo>
                  <a:cubicBezTo>
                    <a:pt x="0" y="9391"/>
                    <a:pt x="1350" y="13148"/>
                    <a:pt x="4050" y="16904"/>
                  </a:cubicBezTo>
                  <a:cubicBezTo>
                    <a:pt x="5400" y="19722"/>
                    <a:pt x="6750" y="21600"/>
                    <a:pt x="10800" y="21600"/>
                  </a:cubicBezTo>
                  <a:cubicBezTo>
                    <a:pt x="14850" y="21600"/>
                    <a:pt x="16200" y="19722"/>
                    <a:pt x="17550" y="16904"/>
                  </a:cubicBezTo>
                  <a:cubicBezTo>
                    <a:pt x="18900" y="13148"/>
                    <a:pt x="21600" y="9391"/>
                    <a:pt x="21600" y="7513"/>
                  </a:cubicBezTo>
                  <a:cubicBezTo>
                    <a:pt x="21600" y="2817"/>
                    <a:pt x="16200" y="0"/>
                    <a:pt x="10800" y="0"/>
                  </a:cubicBezTo>
                  <a:close/>
                  <a:moveTo>
                    <a:pt x="10800" y="0"/>
                  </a:moveTo>
                  <a:cubicBezTo>
                    <a:pt x="10800" y="0"/>
                    <a:pt x="10800" y="0"/>
                    <a:pt x="10800" y="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grpSp>
      <p:sp>
        <p:nvSpPr>
          <p:cNvPr id="97" name="Shape">
            <a:extLst>
              <a:ext uri="{FF2B5EF4-FFF2-40B4-BE49-F238E27FC236}">
                <a16:creationId xmlns:a16="http://schemas.microsoft.com/office/drawing/2014/main" id="{5F63719C-EB5D-1068-3561-0E57BB1779C6}"/>
              </a:ext>
            </a:extLst>
          </p:cNvPr>
          <p:cNvSpPr/>
          <p:nvPr/>
        </p:nvSpPr>
        <p:spPr>
          <a:xfrm>
            <a:off x="4488166" y="4047069"/>
            <a:ext cx="454706" cy="489956"/>
          </a:xfrm>
          <a:custGeom>
            <a:avLst/>
            <a:gdLst/>
            <a:ahLst/>
            <a:cxnLst>
              <a:cxn ang="0">
                <a:pos x="wd2" y="hd2"/>
              </a:cxn>
              <a:cxn ang="5400000">
                <a:pos x="wd2" y="hd2"/>
              </a:cxn>
              <a:cxn ang="10800000">
                <a:pos x="wd2" y="hd2"/>
              </a:cxn>
              <a:cxn ang="16200000">
                <a:pos x="wd2" y="hd2"/>
              </a:cxn>
            </a:cxnLst>
            <a:rect l="0" t="0" r="r" b="b"/>
            <a:pathLst>
              <a:path w="21600" h="21600" extrusionOk="0">
                <a:moveTo>
                  <a:pt x="20200" y="3337"/>
                </a:moveTo>
                <a:cubicBezTo>
                  <a:pt x="19200" y="878"/>
                  <a:pt x="19200" y="878"/>
                  <a:pt x="19200" y="878"/>
                </a:cubicBezTo>
                <a:cubicBezTo>
                  <a:pt x="19000" y="351"/>
                  <a:pt x="18400" y="0"/>
                  <a:pt x="17800" y="0"/>
                </a:cubicBezTo>
                <a:cubicBezTo>
                  <a:pt x="4000" y="0"/>
                  <a:pt x="4000" y="0"/>
                  <a:pt x="4000" y="0"/>
                </a:cubicBezTo>
                <a:cubicBezTo>
                  <a:pt x="3200" y="0"/>
                  <a:pt x="2600" y="351"/>
                  <a:pt x="2400" y="878"/>
                </a:cubicBezTo>
                <a:cubicBezTo>
                  <a:pt x="1600" y="3337"/>
                  <a:pt x="1600" y="3337"/>
                  <a:pt x="1600" y="3337"/>
                </a:cubicBezTo>
                <a:cubicBezTo>
                  <a:pt x="800" y="3512"/>
                  <a:pt x="0" y="4039"/>
                  <a:pt x="0" y="4741"/>
                </a:cubicBezTo>
                <a:cubicBezTo>
                  <a:pt x="0" y="6849"/>
                  <a:pt x="0" y="6849"/>
                  <a:pt x="0" y="6849"/>
                </a:cubicBezTo>
                <a:cubicBezTo>
                  <a:pt x="0" y="7551"/>
                  <a:pt x="800" y="8078"/>
                  <a:pt x="1600" y="8078"/>
                </a:cubicBezTo>
                <a:cubicBezTo>
                  <a:pt x="2400" y="8078"/>
                  <a:pt x="2400" y="8078"/>
                  <a:pt x="2400" y="8078"/>
                </a:cubicBezTo>
                <a:cubicBezTo>
                  <a:pt x="2400" y="8254"/>
                  <a:pt x="2400" y="8254"/>
                  <a:pt x="2400" y="8254"/>
                </a:cubicBezTo>
                <a:cubicBezTo>
                  <a:pt x="4000" y="20371"/>
                  <a:pt x="4000" y="20371"/>
                  <a:pt x="4000" y="20371"/>
                </a:cubicBezTo>
                <a:cubicBezTo>
                  <a:pt x="4000" y="21073"/>
                  <a:pt x="4600" y="21600"/>
                  <a:pt x="5400" y="21600"/>
                </a:cubicBezTo>
                <a:cubicBezTo>
                  <a:pt x="16200" y="21600"/>
                  <a:pt x="16200" y="21600"/>
                  <a:pt x="16200" y="21600"/>
                </a:cubicBezTo>
                <a:cubicBezTo>
                  <a:pt x="17000" y="21600"/>
                  <a:pt x="17600" y="21073"/>
                  <a:pt x="17800" y="20371"/>
                </a:cubicBezTo>
                <a:cubicBezTo>
                  <a:pt x="19200" y="8254"/>
                  <a:pt x="19200" y="8254"/>
                  <a:pt x="19200" y="8254"/>
                </a:cubicBezTo>
                <a:cubicBezTo>
                  <a:pt x="19200" y="8078"/>
                  <a:pt x="19200" y="8078"/>
                  <a:pt x="19200" y="8078"/>
                </a:cubicBezTo>
                <a:cubicBezTo>
                  <a:pt x="20000" y="8078"/>
                  <a:pt x="20000" y="8078"/>
                  <a:pt x="20000" y="8078"/>
                </a:cubicBezTo>
                <a:cubicBezTo>
                  <a:pt x="20800" y="8078"/>
                  <a:pt x="21600" y="7551"/>
                  <a:pt x="21600" y="6849"/>
                </a:cubicBezTo>
                <a:cubicBezTo>
                  <a:pt x="21600" y="4741"/>
                  <a:pt x="21600" y="4741"/>
                  <a:pt x="21600" y="4741"/>
                </a:cubicBezTo>
                <a:cubicBezTo>
                  <a:pt x="21600" y="4039"/>
                  <a:pt x="21000" y="3512"/>
                  <a:pt x="20200" y="3337"/>
                </a:cubicBezTo>
                <a:close/>
                <a:moveTo>
                  <a:pt x="4000" y="1405"/>
                </a:moveTo>
                <a:cubicBezTo>
                  <a:pt x="17800" y="1405"/>
                  <a:pt x="17800" y="1405"/>
                  <a:pt x="17800" y="1405"/>
                </a:cubicBezTo>
                <a:cubicBezTo>
                  <a:pt x="18400" y="3337"/>
                  <a:pt x="18400" y="3337"/>
                  <a:pt x="18400" y="3337"/>
                </a:cubicBezTo>
                <a:cubicBezTo>
                  <a:pt x="3200" y="3337"/>
                  <a:pt x="3200" y="3337"/>
                  <a:pt x="3200" y="3337"/>
                </a:cubicBezTo>
                <a:lnTo>
                  <a:pt x="4000" y="1405"/>
                </a:lnTo>
                <a:close/>
                <a:moveTo>
                  <a:pt x="16200" y="20195"/>
                </a:moveTo>
                <a:cubicBezTo>
                  <a:pt x="5400" y="20195"/>
                  <a:pt x="5400" y="20195"/>
                  <a:pt x="5400" y="20195"/>
                </a:cubicBezTo>
                <a:cubicBezTo>
                  <a:pt x="5200" y="18263"/>
                  <a:pt x="5200" y="18263"/>
                  <a:pt x="5200" y="18263"/>
                </a:cubicBezTo>
                <a:cubicBezTo>
                  <a:pt x="16400" y="18263"/>
                  <a:pt x="16400" y="18263"/>
                  <a:pt x="16400" y="18263"/>
                </a:cubicBezTo>
                <a:lnTo>
                  <a:pt x="16200" y="20195"/>
                </a:lnTo>
                <a:close/>
                <a:moveTo>
                  <a:pt x="16600" y="17561"/>
                </a:moveTo>
                <a:cubicBezTo>
                  <a:pt x="5200" y="17561"/>
                  <a:pt x="5200" y="17561"/>
                  <a:pt x="5200" y="17561"/>
                </a:cubicBezTo>
                <a:cubicBezTo>
                  <a:pt x="4200" y="10888"/>
                  <a:pt x="4200" y="10888"/>
                  <a:pt x="4200" y="10888"/>
                </a:cubicBezTo>
                <a:cubicBezTo>
                  <a:pt x="17400" y="10888"/>
                  <a:pt x="17400" y="10888"/>
                  <a:pt x="17400" y="10888"/>
                </a:cubicBezTo>
                <a:lnTo>
                  <a:pt x="16600" y="17561"/>
                </a:lnTo>
                <a:close/>
                <a:moveTo>
                  <a:pt x="17400" y="10185"/>
                </a:moveTo>
                <a:cubicBezTo>
                  <a:pt x="4200" y="10185"/>
                  <a:pt x="4200" y="10185"/>
                  <a:pt x="4200" y="10185"/>
                </a:cubicBezTo>
                <a:cubicBezTo>
                  <a:pt x="4000" y="8078"/>
                  <a:pt x="4000" y="8078"/>
                  <a:pt x="4000" y="8078"/>
                </a:cubicBezTo>
                <a:cubicBezTo>
                  <a:pt x="17800" y="8078"/>
                  <a:pt x="17800" y="8078"/>
                  <a:pt x="17800" y="8078"/>
                </a:cubicBezTo>
                <a:lnTo>
                  <a:pt x="17400" y="10185"/>
                </a:lnTo>
                <a:close/>
                <a:moveTo>
                  <a:pt x="20000" y="6849"/>
                </a:moveTo>
                <a:cubicBezTo>
                  <a:pt x="1600" y="6849"/>
                  <a:pt x="1600" y="6849"/>
                  <a:pt x="1600" y="6849"/>
                </a:cubicBezTo>
                <a:cubicBezTo>
                  <a:pt x="1600" y="4741"/>
                  <a:pt x="1600" y="4741"/>
                  <a:pt x="1600" y="4741"/>
                </a:cubicBezTo>
                <a:cubicBezTo>
                  <a:pt x="20000" y="4741"/>
                  <a:pt x="20000" y="4741"/>
                  <a:pt x="20000" y="4741"/>
                </a:cubicBezTo>
                <a:lnTo>
                  <a:pt x="20000" y="6849"/>
                </a:lnTo>
                <a:close/>
                <a:moveTo>
                  <a:pt x="20000" y="6849"/>
                </a:moveTo>
                <a:cubicBezTo>
                  <a:pt x="20000" y="6849"/>
                  <a:pt x="20000" y="6849"/>
                  <a:pt x="20000" y="6849"/>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grpSp>
        <p:nvGrpSpPr>
          <p:cNvPr id="98" name="Group">
            <a:extLst>
              <a:ext uri="{FF2B5EF4-FFF2-40B4-BE49-F238E27FC236}">
                <a16:creationId xmlns:a16="http://schemas.microsoft.com/office/drawing/2014/main" id="{974E2A0D-8330-3C9B-2034-3FBDF5F389A9}"/>
              </a:ext>
            </a:extLst>
          </p:cNvPr>
          <p:cNvGrpSpPr/>
          <p:nvPr/>
        </p:nvGrpSpPr>
        <p:grpSpPr>
          <a:xfrm>
            <a:off x="2458936" y="1959427"/>
            <a:ext cx="356512" cy="489749"/>
            <a:chOff x="0" y="0"/>
            <a:chExt cx="733530" cy="1070576"/>
          </a:xfrm>
          <a:solidFill>
            <a:schemeClr val="tx1"/>
          </a:solidFill>
        </p:grpSpPr>
        <p:sp>
          <p:nvSpPr>
            <p:cNvPr id="99" name="Shape">
              <a:extLst>
                <a:ext uri="{FF2B5EF4-FFF2-40B4-BE49-F238E27FC236}">
                  <a16:creationId xmlns:a16="http://schemas.microsoft.com/office/drawing/2014/main" id="{36F23610-8665-4F9D-F5EF-0931BF0616FE}"/>
                </a:ext>
              </a:extLst>
            </p:cNvPr>
            <p:cNvSpPr/>
            <p:nvPr/>
          </p:nvSpPr>
          <p:spPr>
            <a:xfrm>
              <a:off x="0" y="0"/>
              <a:ext cx="733531" cy="1070577"/>
            </a:xfrm>
            <a:custGeom>
              <a:avLst/>
              <a:gdLst/>
              <a:ahLst/>
              <a:cxnLst>
                <a:cxn ang="0">
                  <a:pos x="wd2" y="hd2"/>
                </a:cxn>
                <a:cxn ang="5400000">
                  <a:pos x="wd2" y="hd2"/>
                </a:cxn>
                <a:cxn ang="10800000">
                  <a:pos x="wd2" y="hd2"/>
                </a:cxn>
                <a:cxn ang="16200000">
                  <a:pos x="wd2" y="hd2"/>
                </a:cxn>
              </a:cxnLst>
              <a:rect l="0" t="0" r="r" b="b"/>
              <a:pathLst>
                <a:path w="20738" h="21600" extrusionOk="0">
                  <a:moveTo>
                    <a:pt x="15955" y="6146"/>
                  </a:moveTo>
                  <a:cubicBezTo>
                    <a:pt x="15955" y="7902"/>
                    <a:pt x="13991" y="9483"/>
                    <a:pt x="13991" y="9483"/>
                  </a:cubicBezTo>
                  <a:cubicBezTo>
                    <a:pt x="13991" y="6146"/>
                    <a:pt x="10309" y="3337"/>
                    <a:pt x="10309" y="3337"/>
                  </a:cubicBezTo>
                  <a:cubicBezTo>
                    <a:pt x="10309" y="3337"/>
                    <a:pt x="10309" y="5444"/>
                    <a:pt x="8345" y="7376"/>
                  </a:cubicBezTo>
                  <a:cubicBezTo>
                    <a:pt x="6627" y="2634"/>
                    <a:pt x="982" y="0"/>
                    <a:pt x="982" y="0"/>
                  </a:cubicBezTo>
                  <a:cubicBezTo>
                    <a:pt x="3682" y="7376"/>
                    <a:pt x="0" y="10010"/>
                    <a:pt x="0" y="15454"/>
                  </a:cubicBezTo>
                  <a:cubicBezTo>
                    <a:pt x="0" y="18615"/>
                    <a:pt x="3682" y="21600"/>
                    <a:pt x="9327" y="21600"/>
                  </a:cubicBezTo>
                  <a:cubicBezTo>
                    <a:pt x="17918" y="21600"/>
                    <a:pt x="19391" y="19317"/>
                    <a:pt x="20373" y="16859"/>
                  </a:cubicBezTo>
                  <a:cubicBezTo>
                    <a:pt x="21600" y="13522"/>
                    <a:pt x="19636" y="9483"/>
                    <a:pt x="15955" y="6146"/>
                  </a:cubicBezTo>
                  <a:close/>
                  <a:moveTo>
                    <a:pt x="18409" y="16507"/>
                  </a:moveTo>
                  <a:cubicBezTo>
                    <a:pt x="17918" y="18263"/>
                    <a:pt x="17182" y="20195"/>
                    <a:pt x="9327" y="20195"/>
                  </a:cubicBezTo>
                  <a:cubicBezTo>
                    <a:pt x="4664" y="20195"/>
                    <a:pt x="1718" y="17737"/>
                    <a:pt x="1718" y="15454"/>
                  </a:cubicBezTo>
                  <a:cubicBezTo>
                    <a:pt x="1718" y="13698"/>
                    <a:pt x="2209" y="12117"/>
                    <a:pt x="2700" y="10537"/>
                  </a:cubicBezTo>
                  <a:cubicBezTo>
                    <a:pt x="3436" y="8605"/>
                    <a:pt x="3927" y="6498"/>
                    <a:pt x="3682" y="3863"/>
                  </a:cubicBezTo>
                  <a:cubicBezTo>
                    <a:pt x="6627" y="6849"/>
                    <a:pt x="7609" y="10537"/>
                    <a:pt x="7609" y="10537"/>
                  </a:cubicBezTo>
                  <a:cubicBezTo>
                    <a:pt x="7609" y="10537"/>
                    <a:pt x="10309" y="7902"/>
                    <a:pt x="11045" y="6673"/>
                  </a:cubicBezTo>
                  <a:cubicBezTo>
                    <a:pt x="11782" y="7376"/>
                    <a:pt x="12273" y="10185"/>
                    <a:pt x="12273" y="12820"/>
                  </a:cubicBezTo>
                  <a:cubicBezTo>
                    <a:pt x="12273" y="12820"/>
                    <a:pt x="14727" y="11415"/>
                    <a:pt x="16445" y="9132"/>
                  </a:cubicBezTo>
                  <a:cubicBezTo>
                    <a:pt x="18655" y="11590"/>
                    <a:pt x="19145" y="14400"/>
                    <a:pt x="18409" y="16507"/>
                  </a:cubicBezTo>
                  <a:close/>
                  <a:moveTo>
                    <a:pt x="18409" y="16507"/>
                  </a:moveTo>
                  <a:cubicBezTo>
                    <a:pt x="18409" y="16507"/>
                    <a:pt x="18409" y="16507"/>
                    <a:pt x="18409" y="16507"/>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00" name="Shape">
              <a:extLst>
                <a:ext uri="{FF2B5EF4-FFF2-40B4-BE49-F238E27FC236}">
                  <a16:creationId xmlns:a16="http://schemas.microsoft.com/office/drawing/2014/main" id="{BDE6C862-1A9D-3E34-12F1-574E8FC7E63B}"/>
                </a:ext>
              </a:extLst>
            </p:cNvPr>
            <p:cNvSpPr/>
            <p:nvPr/>
          </p:nvSpPr>
          <p:spPr>
            <a:xfrm>
              <a:off x="122620" y="462186"/>
              <a:ext cx="468027" cy="382014"/>
            </a:xfrm>
            <a:custGeom>
              <a:avLst/>
              <a:gdLst/>
              <a:ahLst/>
              <a:cxnLst>
                <a:cxn ang="0">
                  <a:pos x="wd2" y="hd2"/>
                </a:cxn>
                <a:cxn ang="5400000">
                  <a:pos x="wd2" y="hd2"/>
                </a:cxn>
                <a:cxn ang="10800000">
                  <a:pos x="wd2" y="hd2"/>
                </a:cxn>
                <a:cxn ang="16200000">
                  <a:pos x="wd2" y="hd2"/>
                </a:cxn>
              </a:cxnLst>
              <a:rect l="0" t="0" r="r" b="b"/>
              <a:pathLst>
                <a:path w="21223" h="21600" extrusionOk="0">
                  <a:moveTo>
                    <a:pt x="20815" y="5891"/>
                  </a:moveTo>
                  <a:cubicBezTo>
                    <a:pt x="19244" y="7364"/>
                    <a:pt x="19244" y="7364"/>
                    <a:pt x="19244" y="7364"/>
                  </a:cubicBezTo>
                  <a:cubicBezTo>
                    <a:pt x="17673" y="9818"/>
                    <a:pt x="16495" y="12273"/>
                    <a:pt x="12175" y="14727"/>
                  </a:cubicBezTo>
                  <a:cubicBezTo>
                    <a:pt x="11782" y="12273"/>
                    <a:pt x="11389" y="9818"/>
                    <a:pt x="11389" y="6382"/>
                  </a:cubicBezTo>
                  <a:cubicBezTo>
                    <a:pt x="11389" y="3436"/>
                    <a:pt x="11389" y="3436"/>
                    <a:pt x="11389" y="3436"/>
                  </a:cubicBezTo>
                  <a:cubicBezTo>
                    <a:pt x="9033" y="7855"/>
                    <a:pt x="9033" y="7855"/>
                    <a:pt x="9033" y="7855"/>
                  </a:cubicBezTo>
                  <a:cubicBezTo>
                    <a:pt x="8247" y="9327"/>
                    <a:pt x="7462" y="10309"/>
                    <a:pt x="6676" y="12273"/>
                  </a:cubicBezTo>
                  <a:cubicBezTo>
                    <a:pt x="5105" y="7855"/>
                    <a:pt x="3927" y="4909"/>
                    <a:pt x="3142" y="2455"/>
                  </a:cubicBezTo>
                  <a:cubicBezTo>
                    <a:pt x="2749" y="0"/>
                    <a:pt x="2749" y="0"/>
                    <a:pt x="2749" y="0"/>
                  </a:cubicBezTo>
                  <a:cubicBezTo>
                    <a:pt x="1964" y="2455"/>
                    <a:pt x="1964" y="2455"/>
                    <a:pt x="1964" y="2455"/>
                  </a:cubicBezTo>
                  <a:cubicBezTo>
                    <a:pt x="785" y="6382"/>
                    <a:pt x="0" y="9818"/>
                    <a:pt x="0" y="18655"/>
                  </a:cubicBezTo>
                  <a:cubicBezTo>
                    <a:pt x="0" y="19145"/>
                    <a:pt x="393" y="19636"/>
                    <a:pt x="785" y="19636"/>
                  </a:cubicBezTo>
                  <a:cubicBezTo>
                    <a:pt x="1178" y="19636"/>
                    <a:pt x="1571" y="19145"/>
                    <a:pt x="1571" y="18655"/>
                  </a:cubicBezTo>
                  <a:cubicBezTo>
                    <a:pt x="1571" y="11782"/>
                    <a:pt x="1964" y="8345"/>
                    <a:pt x="2749" y="5400"/>
                  </a:cubicBezTo>
                  <a:cubicBezTo>
                    <a:pt x="3535" y="7855"/>
                    <a:pt x="4320" y="10800"/>
                    <a:pt x="5891" y="14236"/>
                  </a:cubicBezTo>
                  <a:cubicBezTo>
                    <a:pt x="6284" y="15709"/>
                    <a:pt x="6284" y="15709"/>
                    <a:pt x="6284" y="15709"/>
                  </a:cubicBezTo>
                  <a:cubicBezTo>
                    <a:pt x="7069" y="14727"/>
                    <a:pt x="7069" y="14727"/>
                    <a:pt x="7069" y="14727"/>
                  </a:cubicBezTo>
                  <a:cubicBezTo>
                    <a:pt x="8247" y="12273"/>
                    <a:pt x="9033" y="10800"/>
                    <a:pt x="9818" y="9327"/>
                  </a:cubicBezTo>
                  <a:cubicBezTo>
                    <a:pt x="10211" y="12273"/>
                    <a:pt x="10604" y="14236"/>
                    <a:pt x="10996" y="16200"/>
                  </a:cubicBezTo>
                  <a:cubicBezTo>
                    <a:pt x="11389" y="17182"/>
                    <a:pt x="11389" y="17182"/>
                    <a:pt x="11389" y="17182"/>
                  </a:cubicBezTo>
                  <a:cubicBezTo>
                    <a:pt x="12175" y="16691"/>
                    <a:pt x="12175" y="16691"/>
                    <a:pt x="12175" y="16691"/>
                  </a:cubicBezTo>
                  <a:cubicBezTo>
                    <a:pt x="16102" y="14236"/>
                    <a:pt x="18065" y="12273"/>
                    <a:pt x="19636" y="9818"/>
                  </a:cubicBezTo>
                  <a:cubicBezTo>
                    <a:pt x="20029" y="13745"/>
                    <a:pt x="19636" y="17182"/>
                    <a:pt x="18851" y="20127"/>
                  </a:cubicBezTo>
                  <a:cubicBezTo>
                    <a:pt x="18458" y="20618"/>
                    <a:pt x="18851" y="21109"/>
                    <a:pt x="19244" y="21109"/>
                  </a:cubicBezTo>
                  <a:cubicBezTo>
                    <a:pt x="19244" y="21109"/>
                    <a:pt x="19244" y="21600"/>
                    <a:pt x="19244" y="21600"/>
                  </a:cubicBezTo>
                  <a:cubicBezTo>
                    <a:pt x="19636" y="21600"/>
                    <a:pt x="20029" y="21109"/>
                    <a:pt x="20029" y="20618"/>
                  </a:cubicBezTo>
                  <a:cubicBezTo>
                    <a:pt x="21207" y="17182"/>
                    <a:pt x="21600" y="11782"/>
                    <a:pt x="20815" y="7855"/>
                  </a:cubicBezTo>
                  <a:lnTo>
                    <a:pt x="20815" y="5891"/>
                  </a:lnTo>
                  <a:close/>
                  <a:moveTo>
                    <a:pt x="20815" y="5891"/>
                  </a:moveTo>
                  <a:cubicBezTo>
                    <a:pt x="20815" y="5891"/>
                    <a:pt x="20815" y="5891"/>
                    <a:pt x="20815" y="5891"/>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grpSp>
      <p:grpSp>
        <p:nvGrpSpPr>
          <p:cNvPr id="101" name="Group">
            <a:extLst>
              <a:ext uri="{FF2B5EF4-FFF2-40B4-BE49-F238E27FC236}">
                <a16:creationId xmlns:a16="http://schemas.microsoft.com/office/drawing/2014/main" id="{C6BBDADC-F9C9-4C49-F3B0-49C3CFEF3538}"/>
              </a:ext>
            </a:extLst>
          </p:cNvPr>
          <p:cNvGrpSpPr/>
          <p:nvPr/>
        </p:nvGrpSpPr>
        <p:grpSpPr>
          <a:xfrm>
            <a:off x="3308289" y="1978845"/>
            <a:ext cx="520324" cy="459543"/>
            <a:chOff x="0" y="0"/>
            <a:chExt cx="1070576" cy="1004549"/>
          </a:xfrm>
          <a:solidFill>
            <a:schemeClr val="tx1"/>
          </a:solidFill>
        </p:grpSpPr>
        <p:sp>
          <p:nvSpPr>
            <p:cNvPr id="102" name="Shape">
              <a:extLst>
                <a:ext uri="{FF2B5EF4-FFF2-40B4-BE49-F238E27FC236}">
                  <a16:creationId xmlns:a16="http://schemas.microsoft.com/office/drawing/2014/main" id="{7FD54A2C-1C74-2C02-FAC3-13142FDA8336}"/>
                </a:ext>
              </a:extLst>
            </p:cNvPr>
            <p:cNvSpPr/>
            <p:nvPr/>
          </p:nvSpPr>
          <p:spPr>
            <a:xfrm>
              <a:off x="-1" y="-1"/>
              <a:ext cx="1070578" cy="1004551"/>
            </a:xfrm>
            <a:custGeom>
              <a:avLst/>
              <a:gdLst/>
              <a:ahLst/>
              <a:cxnLst>
                <a:cxn ang="0">
                  <a:pos x="wd2" y="hd2"/>
                </a:cxn>
                <a:cxn ang="5400000">
                  <a:pos x="wd2" y="hd2"/>
                </a:cxn>
                <a:cxn ang="10800000">
                  <a:pos x="wd2" y="hd2"/>
                </a:cxn>
                <a:cxn ang="16200000">
                  <a:pos x="wd2" y="hd2"/>
                </a:cxn>
              </a:cxnLst>
              <a:rect l="0" t="0" r="r" b="b"/>
              <a:pathLst>
                <a:path w="21600" h="21600" extrusionOk="0">
                  <a:moveTo>
                    <a:pt x="21073" y="4696"/>
                  </a:moveTo>
                  <a:cubicBezTo>
                    <a:pt x="17034" y="376"/>
                    <a:pt x="17034" y="376"/>
                    <a:pt x="17034" y="376"/>
                  </a:cubicBezTo>
                  <a:cubicBezTo>
                    <a:pt x="16859" y="188"/>
                    <a:pt x="16507" y="0"/>
                    <a:pt x="16156" y="0"/>
                  </a:cubicBezTo>
                  <a:cubicBezTo>
                    <a:pt x="1932" y="0"/>
                    <a:pt x="1932" y="0"/>
                    <a:pt x="1932" y="0"/>
                  </a:cubicBezTo>
                  <a:cubicBezTo>
                    <a:pt x="878" y="0"/>
                    <a:pt x="0" y="939"/>
                    <a:pt x="0" y="2066"/>
                  </a:cubicBezTo>
                  <a:cubicBezTo>
                    <a:pt x="0" y="19534"/>
                    <a:pt x="0" y="19534"/>
                    <a:pt x="0" y="19534"/>
                  </a:cubicBezTo>
                  <a:cubicBezTo>
                    <a:pt x="0" y="20661"/>
                    <a:pt x="878" y="21600"/>
                    <a:pt x="1932" y="21600"/>
                  </a:cubicBezTo>
                  <a:cubicBezTo>
                    <a:pt x="19493" y="21600"/>
                    <a:pt x="19493" y="21600"/>
                    <a:pt x="19493" y="21600"/>
                  </a:cubicBezTo>
                  <a:cubicBezTo>
                    <a:pt x="20722" y="21600"/>
                    <a:pt x="21600" y="20661"/>
                    <a:pt x="21600" y="19534"/>
                  </a:cubicBezTo>
                  <a:cubicBezTo>
                    <a:pt x="21600" y="5823"/>
                    <a:pt x="21600" y="5823"/>
                    <a:pt x="21600" y="5823"/>
                  </a:cubicBezTo>
                  <a:cubicBezTo>
                    <a:pt x="21600" y="5447"/>
                    <a:pt x="21424" y="5071"/>
                    <a:pt x="21073" y="4696"/>
                  </a:cubicBezTo>
                  <a:close/>
                  <a:moveTo>
                    <a:pt x="20195" y="19534"/>
                  </a:moveTo>
                  <a:cubicBezTo>
                    <a:pt x="20195" y="19910"/>
                    <a:pt x="19844" y="20097"/>
                    <a:pt x="19493" y="20097"/>
                  </a:cubicBezTo>
                  <a:cubicBezTo>
                    <a:pt x="1932" y="20097"/>
                    <a:pt x="1932" y="20097"/>
                    <a:pt x="1932" y="20097"/>
                  </a:cubicBezTo>
                  <a:cubicBezTo>
                    <a:pt x="1580" y="20097"/>
                    <a:pt x="1405" y="19910"/>
                    <a:pt x="1405" y="19534"/>
                  </a:cubicBezTo>
                  <a:cubicBezTo>
                    <a:pt x="1405" y="2066"/>
                    <a:pt x="1405" y="2066"/>
                    <a:pt x="1405" y="2066"/>
                  </a:cubicBezTo>
                  <a:cubicBezTo>
                    <a:pt x="1405" y="1690"/>
                    <a:pt x="1580" y="1503"/>
                    <a:pt x="1932" y="1503"/>
                  </a:cubicBezTo>
                  <a:cubicBezTo>
                    <a:pt x="15454" y="1503"/>
                    <a:pt x="15454" y="1503"/>
                    <a:pt x="15454" y="1503"/>
                  </a:cubicBezTo>
                  <a:cubicBezTo>
                    <a:pt x="15454" y="4320"/>
                    <a:pt x="15454" y="4320"/>
                    <a:pt x="15454" y="4320"/>
                  </a:cubicBezTo>
                  <a:cubicBezTo>
                    <a:pt x="15454" y="5447"/>
                    <a:pt x="16332" y="6386"/>
                    <a:pt x="17561" y="6386"/>
                  </a:cubicBezTo>
                  <a:cubicBezTo>
                    <a:pt x="20195" y="6386"/>
                    <a:pt x="20195" y="6386"/>
                    <a:pt x="20195" y="6386"/>
                  </a:cubicBezTo>
                  <a:lnTo>
                    <a:pt x="20195" y="19534"/>
                  </a:lnTo>
                  <a:close/>
                  <a:moveTo>
                    <a:pt x="18088" y="5823"/>
                  </a:moveTo>
                  <a:cubicBezTo>
                    <a:pt x="17561" y="5823"/>
                    <a:pt x="17561" y="5823"/>
                    <a:pt x="17561" y="5823"/>
                  </a:cubicBezTo>
                  <a:cubicBezTo>
                    <a:pt x="16683" y="5823"/>
                    <a:pt x="16156" y="5071"/>
                    <a:pt x="16156" y="4320"/>
                  </a:cubicBezTo>
                  <a:cubicBezTo>
                    <a:pt x="16156" y="1503"/>
                    <a:pt x="16156" y="1503"/>
                    <a:pt x="16156" y="1503"/>
                  </a:cubicBezTo>
                  <a:cubicBezTo>
                    <a:pt x="20195" y="5823"/>
                    <a:pt x="20195" y="5823"/>
                    <a:pt x="20195" y="5823"/>
                  </a:cubicBezTo>
                  <a:lnTo>
                    <a:pt x="18088" y="5823"/>
                  </a:lnTo>
                  <a:close/>
                  <a:moveTo>
                    <a:pt x="18088" y="5823"/>
                  </a:moveTo>
                  <a:cubicBezTo>
                    <a:pt x="18088" y="5823"/>
                    <a:pt x="18088" y="5823"/>
                    <a:pt x="18088" y="5823"/>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03" name="Shape">
              <a:extLst>
                <a:ext uri="{FF2B5EF4-FFF2-40B4-BE49-F238E27FC236}">
                  <a16:creationId xmlns:a16="http://schemas.microsoft.com/office/drawing/2014/main" id="{7B8D1A82-FB77-65BB-E429-75A3915DE14A}"/>
                </a:ext>
              </a:extLst>
            </p:cNvPr>
            <p:cNvSpPr/>
            <p:nvPr/>
          </p:nvSpPr>
          <p:spPr>
            <a:xfrm>
              <a:off x="495201" y="202368"/>
              <a:ext cx="198081" cy="33868"/>
            </a:xfrm>
            <a:custGeom>
              <a:avLst/>
              <a:gdLst/>
              <a:ahLst/>
              <a:cxnLst>
                <a:cxn ang="0">
                  <a:pos x="wd2" y="hd2"/>
                </a:cxn>
                <a:cxn ang="5400000">
                  <a:pos x="wd2" y="hd2"/>
                </a:cxn>
                <a:cxn ang="10800000">
                  <a:pos x="wd2" y="hd2"/>
                </a:cxn>
                <a:cxn ang="16200000">
                  <a:pos x="wd2" y="hd2"/>
                </a:cxn>
              </a:cxnLst>
              <a:rect l="0" t="0" r="r" b="b"/>
              <a:pathLst>
                <a:path w="21600" h="21600" extrusionOk="0">
                  <a:moveTo>
                    <a:pt x="1878" y="21600"/>
                  </a:moveTo>
                  <a:cubicBezTo>
                    <a:pt x="20661" y="21600"/>
                    <a:pt x="20661" y="21600"/>
                    <a:pt x="20661" y="21600"/>
                  </a:cubicBezTo>
                  <a:cubicBezTo>
                    <a:pt x="21600" y="21600"/>
                    <a:pt x="21600" y="16200"/>
                    <a:pt x="21600" y="10800"/>
                  </a:cubicBezTo>
                  <a:cubicBezTo>
                    <a:pt x="21600" y="5400"/>
                    <a:pt x="21600" y="0"/>
                    <a:pt x="20661" y="0"/>
                  </a:cubicBezTo>
                  <a:cubicBezTo>
                    <a:pt x="1878" y="0"/>
                    <a:pt x="1878" y="0"/>
                    <a:pt x="1878" y="0"/>
                  </a:cubicBezTo>
                  <a:cubicBezTo>
                    <a:pt x="939" y="0"/>
                    <a:pt x="0" y="5400"/>
                    <a:pt x="0" y="10800"/>
                  </a:cubicBezTo>
                  <a:cubicBezTo>
                    <a:pt x="0" y="16200"/>
                    <a:pt x="939" y="21600"/>
                    <a:pt x="1878" y="21600"/>
                  </a:cubicBezTo>
                  <a:close/>
                  <a:moveTo>
                    <a:pt x="1878" y="21600"/>
                  </a:moveTo>
                  <a:cubicBezTo>
                    <a:pt x="1878" y="21600"/>
                    <a:pt x="1878" y="21600"/>
                    <a:pt x="1878" y="2160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04" name="Shape">
              <a:extLst>
                <a:ext uri="{FF2B5EF4-FFF2-40B4-BE49-F238E27FC236}">
                  <a16:creationId xmlns:a16="http://schemas.microsoft.com/office/drawing/2014/main" id="{E8FFE2E8-3A93-59D8-D649-4C03566360FA}"/>
                </a:ext>
              </a:extLst>
            </p:cNvPr>
            <p:cNvSpPr/>
            <p:nvPr/>
          </p:nvSpPr>
          <p:spPr>
            <a:xfrm>
              <a:off x="495201" y="297118"/>
              <a:ext cx="198081" cy="37730"/>
            </a:xfrm>
            <a:custGeom>
              <a:avLst/>
              <a:gdLst/>
              <a:ahLst/>
              <a:cxnLst>
                <a:cxn ang="0">
                  <a:pos x="wd2" y="hd2"/>
                </a:cxn>
                <a:cxn ang="5400000">
                  <a:pos x="wd2" y="hd2"/>
                </a:cxn>
                <a:cxn ang="10800000">
                  <a:pos x="wd2" y="hd2"/>
                </a:cxn>
                <a:cxn ang="16200000">
                  <a:pos x="wd2" y="hd2"/>
                </a:cxn>
              </a:cxnLst>
              <a:rect l="0" t="0" r="r" b="b"/>
              <a:pathLst>
                <a:path w="21600" h="21600" extrusionOk="0">
                  <a:moveTo>
                    <a:pt x="1878" y="21600"/>
                  </a:moveTo>
                  <a:cubicBezTo>
                    <a:pt x="20661" y="21600"/>
                    <a:pt x="20661" y="21600"/>
                    <a:pt x="20661" y="21600"/>
                  </a:cubicBezTo>
                  <a:cubicBezTo>
                    <a:pt x="21600" y="21600"/>
                    <a:pt x="21600" y="16200"/>
                    <a:pt x="21600" y="10800"/>
                  </a:cubicBezTo>
                  <a:cubicBezTo>
                    <a:pt x="21600" y="5400"/>
                    <a:pt x="21600" y="0"/>
                    <a:pt x="20661" y="0"/>
                  </a:cubicBezTo>
                  <a:cubicBezTo>
                    <a:pt x="1878" y="0"/>
                    <a:pt x="1878" y="0"/>
                    <a:pt x="1878" y="0"/>
                  </a:cubicBezTo>
                  <a:cubicBezTo>
                    <a:pt x="939" y="0"/>
                    <a:pt x="0" y="5400"/>
                    <a:pt x="0" y="10800"/>
                  </a:cubicBezTo>
                  <a:cubicBezTo>
                    <a:pt x="0" y="16200"/>
                    <a:pt x="939" y="21600"/>
                    <a:pt x="1878" y="21600"/>
                  </a:cubicBezTo>
                  <a:close/>
                  <a:moveTo>
                    <a:pt x="1878" y="21600"/>
                  </a:moveTo>
                  <a:cubicBezTo>
                    <a:pt x="1878" y="21600"/>
                    <a:pt x="1878" y="21600"/>
                    <a:pt x="1878" y="2160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05" name="Shape">
              <a:extLst>
                <a:ext uri="{FF2B5EF4-FFF2-40B4-BE49-F238E27FC236}">
                  <a16:creationId xmlns:a16="http://schemas.microsoft.com/office/drawing/2014/main" id="{4CFE3BE8-8634-3482-C542-B6F99A54C60B}"/>
                </a:ext>
              </a:extLst>
            </p:cNvPr>
            <p:cNvSpPr/>
            <p:nvPr/>
          </p:nvSpPr>
          <p:spPr>
            <a:xfrm>
              <a:off x="495201" y="400874"/>
              <a:ext cx="433890" cy="37730"/>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200"/>
                    <a:pt x="432" y="21600"/>
                    <a:pt x="864" y="21600"/>
                  </a:cubicBezTo>
                  <a:cubicBezTo>
                    <a:pt x="20736" y="21600"/>
                    <a:pt x="20736" y="21600"/>
                    <a:pt x="20736" y="21600"/>
                  </a:cubicBezTo>
                  <a:cubicBezTo>
                    <a:pt x="21168" y="21600"/>
                    <a:pt x="21600" y="16200"/>
                    <a:pt x="21600" y="10800"/>
                  </a:cubicBezTo>
                  <a:cubicBezTo>
                    <a:pt x="21600" y="5400"/>
                    <a:pt x="21168" y="0"/>
                    <a:pt x="20736" y="0"/>
                  </a:cubicBezTo>
                  <a:cubicBezTo>
                    <a:pt x="864" y="0"/>
                    <a:pt x="864" y="0"/>
                    <a:pt x="864" y="0"/>
                  </a:cubicBezTo>
                  <a:cubicBezTo>
                    <a:pt x="432" y="0"/>
                    <a:pt x="0" y="5400"/>
                    <a:pt x="0" y="10800"/>
                  </a:cubicBezTo>
                  <a:close/>
                  <a:moveTo>
                    <a:pt x="0" y="10800"/>
                  </a:moveTo>
                  <a:cubicBezTo>
                    <a:pt x="0" y="10800"/>
                    <a:pt x="0" y="10800"/>
                    <a:pt x="0" y="1080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06" name="Shape">
              <a:extLst>
                <a:ext uri="{FF2B5EF4-FFF2-40B4-BE49-F238E27FC236}">
                  <a16:creationId xmlns:a16="http://schemas.microsoft.com/office/drawing/2014/main" id="{8F9DDFA7-C73F-A2AA-D2A4-058B510A7379}"/>
                </a:ext>
              </a:extLst>
            </p:cNvPr>
            <p:cNvSpPr/>
            <p:nvPr/>
          </p:nvSpPr>
          <p:spPr>
            <a:xfrm>
              <a:off x="132053" y="603246"/>
              <a:ext cx="797038" cy="33867"/>
            </a:xfrm>
            <a:custGeom>
              <a:avLst/>
              <a:gdLst/>
              <a:ahLst/>
              <a:cxnLst>
                <a:cxn ang="0">
                  <a:pos x="wd2" y="hd2"/>
                </a:cxn>
                <a:cxn ang="5400000">
                  <a:pos x="wd2" y="hd2"/>
                </a:cxn>
                <a:cxn ang="10800000">
                  <a:pos x="wd2" y="hd2"/>
                </a:cxn>
                <a:cxn ang="16200000">
                  <a:pos x="wd2" y="hd2"/>
                </a:cxn>
              </a:cxnLst>
              <a:rect l="0" t="0" r="r" b="b"/>
              <a:pathLst>
                <a:path w="21600" h="21600" extrusionOk="0">
                  <a:moveTo>
                    <a:pt x="21130" y="0"/>
                  </a:moveTo>
                  <a:cubicBezTo>
                    <a:pt x="470" y="0"/>
                    <a:pt x="470" y="0"/>
                    <a:pt x="470" y="0"/>
                  </a:cubicBezTo>
                  <a:cubicBezTo>
                    <a:pt x="235" y="0"/>
                    <a:pt x="0" y="5400"/>
                    <a:pt x="0" y="10800"/>
                  </a:cubicBezTo>
                  <a:cubicBezTo>
                    <a:pt x="0" y="16200"/>
                    <a:pt x="235" y="21600"/>
                    <a:pt x="470" y="21600"/>
                  </a:cubicBezTo>
                  <a:cubicBezTo>
                    <a:pt x="21130" y="21600"/>
                    <a:pt x="21130" y="21600"/>
                    <a:pt x="21130" y="21600"/>
                  </a:cubicBezTo>
                  <a:cubicBezTo>
                    <a:pt x="21365" y="21600"/>
                    <a:pt x="21600" y="16200"/>
                    <a:pt x="21600" y="10800"/>
                  </a:cubicBezTo>
                  <a:cubicBezTo>
                    <a:pt x="21600" y="5400"/>
                    <a:pt x="21365" y="0"/>
                    <a:pt x="21130" y="0"/>
                  </a:cubicBezTo>
                  <a:close/>
                  <a:moveTo>
                    <a:pt x="21130" y="0"/>
                  </a:moveTo>
                  <a:cubicBezTo>
                    <a:pt x="21130" y="0"/>
                    <a:pt x="21130" y="0"/>
                    <a:pt x="21130" y="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07" name="Shape">
              <a:extLst>
                <a:ext uri="{FF2B5EF4-FFF2-40B4-BE49-F238E27FC236}">
                  <a16:creationId xmlns:a16="http://schemas.microsoft.com/office/drawing/2014/main" id="{07AF5314-E3A4-9250-1375-7D3ECC92D38D}"/>
                </a:ext>
              </a:extLst>
            </p:cNvPr>
            <p:cNvSpPr/>
            <p:nvPr/>
          </p:nvSpPr>
          <p:spPr>
            <a:xfrm>
              <a:off x="132053" y="704643"/>
              <a:ext cx="797038" cy="33867"/>
            </a:xfrm>
            <a:custGeom>
              <a:avLst/>
              <a:gdLst/>
              <a:ahLst/>
              <a:cxnLst>
                <a:cxn ang="0">
                  <a:pos x="wd2" y="hd2"/>
                </a:cxn>
                <a:cxn ang="5400000">
                  <a:pos x="wd2" y="hd2"/>
                </a:cxn>
                <a:cxn ang="10800000">
                  <a:pos x="wd2" y="hd2"/>
                </a:cxn>
                <a:cxn ang="16200000">
                  <a:pos x="wd2" y="hd2"/>
                </a:cxn>
              </a:cxnLst>
              <a:rect l="0" t="0" r="r" b="b"/>
              <a:pathLst>
                <a:path w="21600" h="21600" extrusionOk="0">
                  <a:moveTo>
                    <a:pt x="21130" y="0"/>
                  </a:moveTo>
                  <a:cubicBezTo>
                    <a:pt x="470" y="0"/>
                    <a:pt x="470" y="0"/>
                    <a:pt x="470" y="0"/>
                  </a:cubicBezTo>
                  <a:cubicBezTo>
                    <a:pt x="235" y="0"/>
                    <a:pt x="0" y="0"/>
                    <a:pt x="0" y="7200"/>
                  </a:cubicBezTo>
                  <a:cubicBezTo>
                    <a:pt x="0" y="14400"/>
                    <a:pt x="235" y="21600"/>
                    <a:pt x="470" y="21600"/>
                  </a:cubicBezTo>
                  <a:cubicBezTo>
                    <a:pt x="21130" y="21600"/>
                    <a:pt x="21130" y="21600"/>
                    <a:pt x="21130" y="21600"/>
                  </a:cubicBezTo>
                  <a:cubicBezTo>
                    <a:pt x="21365" y="21600"/>
                    <a:pt x="21600" y="14400"/>
                    <a:pt x="21600" y="7200"/>
                  </a:cubicBezTo>
                  <a:cubicBezTo>
                    <a:pt x="21600" y="0"/>
                    <a:pt x="21365" y="0"/>
                    <a:pt x="21130" y="0"/>
                  </a:cubicBezTo>
                  <a:close/>
                  <a:moveTo>
                    <a:pt x="21130" y="0"/>
                  </a:moveTo>
                  <a:cubicBezTo>
                    <a:pt x="21130" y="0"/>
                    <a:pt x="21130" y="0"/>
                    <a:pt x="21130" y="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08" name="Shape">
              <a:extLst>
                <a:ext uri="{FF2B5EF4-FFF2-40B4-BE49-F238E27FC236}">
                  <a16:creationId xmlns:a16="http://schemas.microsoft.com/office/drawing/2014/main" id="{4B2E9154-3D97-E384-CCD5-7D55AADAD75A}"/>
                </a:ext>
              </a:extLst>
            </p:cNvPr>
            <p:cNvSpPr/>
            <p:nvPr/>
          </p:nvSpPr>
          <p:spPr>
            <a:xfrm>
              <a:off x="132053" y="801751"/>
              <a:ext cx="797038" cy="37731"/>
            </a:xfrm>
            <a:custGeom>
              <a:avLst/>
              <a:gdLst/>
              <a:ahLst/>
              <a:cxnLst>
                <a:cxn ang="0">
                  <a:pos x="wd2" y="hd2"/>
                </a:cxn>
                <a:cxn ang="5400000">
                  <a:pos x="wd2" y="hd2"/>
                </a:cxn>
                <a:cxn ang="10800000">
                  <a:pos x="wd2" y="hd2"/>
                </a:cxn>
                <a:cxn ang="16200000">
                  <a:pos x="wd2" y="hd2"/>
                </a:cxn>
              </a:cxnLst>
              <a:rect l="0" t="0" r="r" b="b"/>
              <a:pathLst>
                <a:path w="21600" h="21600" extrusionOk="0">
                  <a:moveTo>
                    <a:pt x="21130" y="0"/>
                  </a:moveTo>
                  <a:cubicBezTo>
                    <a:pt x="470" y="0"/>
                    <a:pt x="470" y="0"/>
                    <a:pt x="470" y="0"/>
                  </a:cubicBezTo>
                  <a:cubicBezTo>
                    <a:pt x="235" y="0"/>
                    <a:pt x="0" y="5400"/>
                    <a:pt x="0" y="10800"/>
                  </a:cubicBezTo>
                  <a:cubicBezTo>
                    <a:pt x="0" y="16200"/>
                    <a:pt x="235" y="21600"/>
                    <a:pt x="470" y="21600"/>
                  </a:cubicBezTo>
                  <a:cubicBezTo>
                    <a:pt x="21130" y="21600"/>
                    <a:pt x="21130" y="21600"/>
                    <a:pt x="21130" y="21600"/>
                  </a:cubicBezTo>
                  <a:cubicBezTo>
                    <a:pt x="21365" y="21600"/>
                    <a:pt x="21600" y="16200"/>
                    <a:pt x="21600" y="10800"/>
                  </a:cubicBezTo>
                  <a:cubicBezTo>
                    <a:pt x="21600" y="5400"/>
                    <a:pt x="21365" y="0"/>
                    <a:pt x="21130" y="0"/>
                  </a:cubicBezTo>
                  <a:close/>
                  <a:moveTo>
                    <a:pt x="21130" y="0"/>
                  </a:moveTo>
                  <a:cubicBezTo>
                    <a:pt x="21130" y="0"/>
                    <a:pt x="21130" y="0"/>
                    <a:pt x="21130" y="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09" name="Shape">
              <a:extLst>
                <a:ext uri="{FF2B5EF4-FFF2-40B4-BE49-F238E27FC236}">
                  <a16:creationId xmlns:a16="http://schemas.microsoft.com/office/drawing/2014/main" id="{B85F3EC1-50E1-F69F-46C9-D4590257A565}"/>
                </a:ext>
              </a:extLst>
            </p:cNvPr>
            <p:cNvSpPr/>
            <p:nvPr/>
          </p:nvSpPr>
          <p:spPr>
            <a:xfrm>
              <a:off x="132053" y="499489"/>
              <a:ext cx="797038" cy="33868"/>
            </a:xfrm>
            <a:custGeom>
              <a:avLst/>
              <a:gdLst/>
              <a:ahLst/>
              <a:cxnLst>
                <a:cxn ang="0">
                  <a:pos x="wd2" y="hd2"/>
                </a:cxn>
                <a:cxn ang="5400000">
                  <a:pos x="wd2" y="hd2"/>
                </a:cxn>
                <a:cxn ang="10800000">
                  <a:pos x="wd2" y="hd2"/>
                </a:cxn>
                <a:cxn ang="16200000">
                  <a:pos x="wd2" y="hd2"/>
                </a:cxn>
              </a:cxnLst>
              <a:rect l="0" t="0" r="r" b="b"/>
              <a:pathLst>
                <a:path w="21600" h="21600" extrusionOk="0">
                  <a:moveTo>
                    <a:pt x="21130" y="0"/>
                  </a:moveTo>
                  <a:cubicBezTo>
                    <a:pt x="470" y="0"/>
                    <a:pt x="470" y="0"/>
                    <a:pt x="470" y="0"/>
                  </a:cubicBezTo>
                  <a:cubicBezTo>
                    <a:pt x="235" y="0"/>
                    <a:pt x="0" y="5400"/>
                    <a:pt x="0" y="10800"/>
                  </a:cubicBezTo>
                  <a:cubicBezTo>
                    <a:pt x="0" y="16200"/>
                    <a:pt x="235" y="21600"/>
                    <a:pt x="470" y="21600"/>
                  </a:cubicBezTo>
                  <a:cubicBezTo>
                    <a:pt x="21130" y="21600"/>
                    <a:pt x="21130" y="21600"/>
                    <a:pt x="21130" y="21600"/>
                  </a:cubicBezTo>
                  <a:cubicBezTo>
                    <a:pt x="21365" y="21600"/>
                    <a:pt x="21600" y="16200"/>
                    <a:pt x="21600" y="10800"/>
                  </a:cubicBezTo>
                  <a:cubicBezTo>
                    <a:pt x="21600" y="5400"/>
                    <a:pt x="21365" y="0"/>
                    <a:pt x="21130" y="0"/>
                  </a:cubicBezTo>
                  <a:close/>
                  <a:moveTo>
                    <a:pt x="21130" y="0"/>
                  </a:moveTo>
                  <a:cubicBezTo>
                    <a:pt x="21130" y="0"/>
                    <a:pt x="21130" y="0"/>
                    <a:pt x="21130" y="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10" name="Shape">
              <a:extLst>
                <a:ext uri="{FF2B5EF4-FFF2-40B4-BE49-F238E27FC236}">
                  <a16:creationId xmlns:a16="http://schemas.microsoft.com/office/drawing/2014/main" id="{48FBE6A9-FF4D-9057-0B9A-065E1782EA86}"/>
                </a:ext>
              </a:extLst>
            </p:cNvPr>
            <p:cNvSpPr/>
            <p:nvPr/>
          </p:nvSpPr>
          <p:spPr>
            <a:xfrm>
              <a:off x="132053" y="165065"/>
              <a:ext cx="301837" cy="273539"/>
            </a:xfrm>
            <a:custGeom>
              <a:avLst/>
              <a:gdLst/>
              <a:ahLst/>
              <a:cxnLst>
                <a:cxn ang="0">
                  <a:pos x="wd2" y="hd2"/>
                </a:cxn>
                <a:cxn ang="5400000">
                  <a:pos x="wd2" y="hd2"/>
                </a:cxn>
                <a:cxn ang="10800000">
                  <a:pos x="wd2" y="hd2"/>
                </a:cxn>
                <a:cxn ang="16200000">
                  <a:pos x="wd2" y="hd2"/>
                </a:cxn>
              </a:cxnLst>
              <a:rect l="0" t="0" r="r" b="b"/>
              <a:pathLst>
                <a:path w="21600" h="21600" extrusionOk="0">
                  <a:moveTo>
                    <a:pt x="2469" y="21600"/>
                  </a:moveTo>
                  <a:cubicBezTo>
                    <a:pt x="19131" y="21600"/>
                    <a:pt x="19131" y="21600"/>
                    <a:pt x="19131" y="21600"/>
                  </a:cubicBezTo>
                  <a:cubicBezTo>
                    <a:pt x="20366" y="21600"/>
                    <a:pt x="21600" y="20206"/>
                    <a:pt x="21600" y="18813"/>
                  </a:cubicBezTo>
                  <a:cubicBezTo>
                    <a:pt x="21600" y="2787"/>
                    <a:pt x="21600" y="2787"/>
                    <a:pt x="21600" y="2787"/>
                  </a:cubicBezTo>
                  <a:cubicBezTo>
                    <a:pt x="21600" y="1394"/>
                    <a:pt x="20366" y="0"/>
                    <a:pt x="19131" y="0"/>
                  </a:cubicBezTo>
                  <a:cubicBezTo>
                    <a:pt x="2469" y="0"/>
                    <a:pt x="2469" y="0"/>
                    <a:pt x="2469" y="0"/>
                  </a:cubicBezTo>
                  <a:cubicBezTo>
                    <a:pt x="1234" y="0"/>
                    <a:pt x="0" y="1394"/>
                    <a:pt x="0" y="2787"/>
                  </a:cubicBezTo>
                  <a:cubicBezTo>
                    <a:pt x="0" y="18813"/>
                    <a:pt x="0" y="18813"/>
                    <a:pt x="0" y="18813"/>
                  </a:cubicBezTo>
                  <a:cubicBezTo>
                    <a:pt x="0" y="20206"/>
                    <a:pt x="1234" y="21600"/>
                    <a:pt x="2469" y="21600"/>
                  </a:cubicBezTo>
                  <a:close/>
                  <a:moveTo>
                    <a:pt x="4937" y="5574"/>
                  </a:moveTo>
                  <a:cubicBezTo>
                    <a:pt x="16663" y="5574"/>
                    <a:pt x="16663" y="5574"/>
                    <a:pt x="16663" y="5574"/>
                  </a:cubicBezTo>
                  <a:cubicBezTo>
                    <a:pt x="16663" y="16026"/>
                    <a:pt x="16663" y="16026"/>
                    <a:pt x="16663" y="16026"/>
                  </a:cubicBezTo>
                  <a:cubicBezTo>
                    <a:pt x="4937" y="16026"/>
                    <a:pt x="4937" y="16026"/>
                    <a:pt x="4937" y="16026"/>
                  </a:cubicBezTo>
                  <a:lnTo>
                    <a:pt x="4937" y="5574"/>
                  </a:lnTo>
                  <a:close/>
                  <a:moveTo>
                    <a:pt x="4937" y="5574"/>
                  </a:moveTo>
                  <a:cubicBezTo>
                    <a:pt x="4937" y="5574"/>
                    <a:pt x="4937" y="5574"/>
                    <a:pt x="4937" y="5574"/>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grpSp>
      <p:grpSp>
        <p:nvGrpSpPr>
          <p:cNvPr id="111" name="Group">
            <a:extLst>
              <a:ext uri="{FF2B5EF4-FFF2-40B4-BE49-F238E27FC236}">
                <a16:creationId xmlns:a16="http://schemas.microsoft.com/office/drawing/2014/main" id="{305B6A40-57F0-8A41-C7A9-560630B5A68F}"/>
              </a:ext>
            </a:extLst>
          </p:cNvPr>
          <p:cNvGrpSpPr/>
          <p:nvPr/>
        </p:nvGrpSpPr>
        <p:grpSpPr>
          <a:xfrm>
            <a:off x="4306635" y="1963741"/>
            <a:ext cx="513447" cy="489749"/>
            <a:chOff x="0" y="0"/>
            <a:chExt cx="1056426" cy="1070576"/>
          </a:xfrm>
          <a:solidFill>
            <a:schemeClr val="tx1"/>
          </a:solidFill>
        </p:grpSpPr>
        <p:sp>
          <p:nvSpPr>
            <p:cNvPr id="112" name="Shape">
              <a:extLst>
                <a:ext uri="{FF2B5EF4-FFF2-40B4-BE49-F238E27FC236}">
                  <a16:creationId xmlns:a16="http://schemas.microsoft.com/office/drawing/2014/main" id="{47043EDE-B014-8FE6-6322-7A4527152BDC}"/>
                </a:ext>
              </a:extLst>
            </p:cNvPr>
            <p:cNvSpPr/>
            <p:nvPr/>
          </p:nvSpPr>
          <p:spPr>
            <a:xfrm>
              <a:off x="0" y="-1"/>
              <a:ext cx="1056427" cy="1070578"/>
            </a:xfrm>
            <a:custGeom>
              <a:avLst/>
              <a:gdLst/>
              <a:ahLst/>
              <a:cxnLst>
                <a:cxn ang="0">
                  <a:pos x="wd2" y="hd2"/>
                </a:cxn>
                <a:cxn ang="5400000">
                  <a:pos x="wd2" y="hd2"/>
                </a:cxn>
                <a:cxn ang="10800000">
                  <a:pos x="wd2" y="hd2"/>
                </a:cxn>
                <a:cxn ang="16200000">
                  <a:pos x="wd2" y="hd2"/>
                </a:cxn>
              </a:cxnLst>
              <a:rect l="0" t="0" r="r" b="b"/>
              <a:pathLst>
                <a:path w="21600" h="21600" extrusionOk="0">
                  <a:moveTo>
                    <a:pt x="19652" y="0"/>
                  </a:moveTo>
                  <a:cubicBezTo>
                    <a:pt x="4780" y="0"/>
                    <a:pt x="4780" y="0"/>
                    <a:pt x="4780" y="0"/>
                  </a:cubicBezTo>
                  <a:cubicBezTo>
                    <a:pt x="3541" y="0"/>
                    <a:pt x="2656" y="878"/>
                    <a:pt x="2656" y="2107"/>
                  </a:cubicBezTo>
                  <a:cubicBezTo>
                    <a:pt x="2656" y="3337"/>
                    <a:pt x="2656" y="3337"/>
                    <a:pt x="2656" y="3337"/>
                  </a:cubicBezTo>
                  <a:cubicBezTo>
                    <a:pt x="1948" y="3337"/>
                    <a:pt x="1948" y="3337"/>
                    <a:pt x="1948" y="3337"/>
                  </a:cubicBezTo>
                  <a:cubicBezTo>
                    <a:pt x="885" y="3337"/>
                    <a:pt x="0" y="4215"/>
                    <a:pt x="0" y="5444"/>
                  </a:cubicBezTo>
                  <a:cubicBezTo>
                    <a:pt x="0" y="18790"/>
                    <a:pt x="0" y="18790"/>
                    <a:pt x="0" y="18790"/>
                  </a:cubicBezTo>
                  <a:cubicBezTo>
                    <a:pt x="0" y="20371"/>
                    <a:pt x="1239" y="21600"/>
                    <a:pt x="2656" y="21600"/>
                  </a:cubicBezTo>
                  <a:cubicBezTo>
                    <a:pt x="18944" y="21600"/>
                    <a:pt x="18944" y="21600"/>
                    <a:pt x="18944" y="21600"/>
                  </a:cubicBezTo>
                  <a:cubicBezTo>
                    <a:pt x="20538" y="21600"/>
                    <a:pt x="21600" y="20371"/>
                    <a:pt x="21600" y="18790"/>
                  </a:cubicBezTo>
                  <a:cubicBezTo>
                    <a:pt x="21600" y="2107"/>
                    <a:pt x="21600" y="2107"/>
                    <a:pt x="21600" y="2107"/>
                  </a:cubicBezTo>
                  <a:cubicBezTo>
                    <a:pt x="21600" y="878"/>
                    <a:pt x="20715" y="0"/>
                    <a:pt x="19652" y="0"/>
                  </a:cubicBezTo>
                  <a:close/>
                  <a:moveTo>
                    <a:pt x="20361" y="18790"/>
                  </a:moveTo>
                  <a:cubicBezTo>
                    <a:pt x="20361" y="19668"/>
                    <a:pt x="19652" y="20195"/>
                    <a:pt x="18944" y="20195"/>
                  </a:cubicBezTo>
                  <a:cubicBezTo>
                    <a:pt x="2656" y="20195"/>
                    <a:pt x="2656" y="20195"/>
                    <a:pt x="2656" y="20195"/>
                  </a:cubicBezTo>
                  <a:cubicBezTo>
                    <a:pt x="1948" y="20195"/>
                    <a:pt x="1239" y="19668"/>
                    <a:pt x="1239" y="18790"/>
                  </a:cubicBezTo>
                  <a:cubicBezTo>
                    <a:pt x="1239" y="5444"/>
                    <a:pt x="1239" y="5444"/>
                    <a:pt x="1239" y="5444"/>
                  </a:cubicBezTo>
                  <a:cubicBezTo>
                    <a:pt x="1239" y="5093"/>
                    <a:pt x="1593" y="4741"/>
                    <a:pt x="1948" y="4741"/>
                  </a:cubicBezTo>
                  <a:cubicBezTo>
                    <a:pt x="2656" y="4741"/>
                    <a:pt x="2656" y="4741"/>
                    <a:pt x="2656" y="4741"/>
                  </a:cubicBezTo>
                  <a:cubicBezTo>
                    <a:pt x="2656" y="18263"/>
                    <a:pt x="2656" y="18263"/>
                    <a:pt x="2656" y="18263"/>
                  </a:cubicBezTo>
                  <a:cubicBezTo>
                    <a:pt x="2656" y="18615"/>
                    <a:pt x="3010" y="18790"/>
                    <a:pt x="3364" y="18790"/>
                  </a:cubicBezTo>
                  <a:cubicBezTo>
                    <a:pt x="3718" y="18790"/>
                    <a:pt x="4072" y="18615"/>
                    <a:pt x="4072" y="18263"/>
                  </a:cubicBezTo>
                  <a:cubicBezTo>
                    <a:pt x="4072" y="2107"/>
                    <a:pt x="4072" y="2107"/>
                    <a:pt x="4072" y="2107"/>
                  </a:cubicBezTo>
                  <a:cubicBezTo>
                    <a:pt x="4072" y="1580"/>
                    <a:pt x="4249" y="1405"/>
                    <a:pt x="4780" y="1405"/>
                  </a:cubicBezTo>
                  <a:cubicBezTo>
                    <a:pt x="19652" y="1405"/>
                    <a:pt x="19652" y="1405"/>
                    <a:pt x="19652" y="1405"/>
                  </a:cubicBezTo>
                  <a:cubicBezTo>
                    <a:pt x="20007" y="1405"/>
                    <a:pt x="20361" y="1580"/>
                    <a:pt x="20361" y="2107"/>
                  </a:cubicBezTo>
                  <a:lnTo>
                    <a:pt x="20361" y="18790"/>
                  </a:lnTo>
                  <a:close/>
                  <a:moveTo>
                    <a:pt x="20361" y="18790"/>
                  </a:moveTo>
                  <a:cubicBezTo>
                    <a:pt x="20361" y="18790"/>
                    <a:pt x="20361" y="18790"/>
                    <a:pt x="20361" y="1879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13" name="Shape">
              <a:extLst>
                <a:ext uri="{FF2B5EF4-FFF2-40B4-BE49-F238E27FC236}">
                  <a16:creationId xmlns:a16="http://schemas.microsoft.com/office/drawing/2014/main" id="{4B0590AC-84FC-8148-DE40-48C8A4A989E8}"/>
                </a:ext>
              </a:extLst>
            </p:cNvPr>
            <p:cNvSpPr/>
            <p:nvPr/>
          </p:nvSpPr>
          <p:spPr>
            <a:xfrm>
              <a:off x="631969" y="400451"/>
              <a:ext cx="297123" cy="33868"/>
            </a:xfrm>
            <a:custGeom>
              <a:avLst/>
              <a:gdLst/>
              <a:ahLst/>
              <a:cxnLst>
                <a:cxn ang="0">
                  <a:pos x="wd2" y="hd2"/>
                </a:cxn>
                <a:cxn ang="5400000">
                  <a:pos x="wd2" y="hd2"/>
                </a:cxn>
                <a:cxn ang="10800000">
                  <a:pos x="wd2" y="hd2"/>
                </a:cxn>
                <a:cxn ang="16200000">
                  <a:pos x="wd2" y="hd2"/>
                </a:cxn>
              </a:cxnLst>
              <a:rect l="0" t="0" r="r" b="b"/>
              <a:pathLst>
                <a:path w="21600" h="21600" extrusionOk="0">
                  <a:moveTo>
                    <a:pt x="635" y="21600"/>
                  </a:moveTo>
                  <a:cubicBezTo>
                    <a:pt x="20329" y="21600"/>
                    <a:pt x="20329" y="21600"/>
                    <a:pt x="20329" y="21600"/>
                  </a:cubicBezTo>
                  <a:cubicBezTo>
                    <a:pt x="20965" y="21600"/>
                    <a:pt x="21600" y="16200"/>
                    <a:pt x="21600" y="10800"/>
                  </a:cubicBezTo>
                  <a:cubicBezTo>
                    <a:pt x="21600" y="5400"/>
                    <a:pt x="20965" y="0"/>
                    <a:pt x="20329" y="0"/>
                  </a:cubicBezTo>
                  <a:cubicBezTo>
                    <a:pt x="635" y="0"/>
                    <a:pt x="635" y="0"/>
                    <a:pt x="635" y="0"/>
                  </a:cubicBezTo>
                  <a:cubicBezTo>
                    <a:pt x="0" y="0"/>
                    <a:pt x="0" y="5400"/>
                    <a:pt x="0" y="10800"/>
                  </a:cubicBezTo>
                  <a:cubicBezTo>
                    <a:pt x="0" y="16200"/>
                    <a:pt x="0" y="21600"/>
                    <a:pt x="635" y="21600"/>
                  </a:cubicBezTo>
                  <a:close/>
                  <a:moveTo>
                    <a:pt x="635" y="21600"/>
                  </a:moveTo>
                  <a:cubicBezTo>
                    <a:pt x="635" y="21600"/>
                    <a:pt x="635" y="21600"/>
                    <a:pt x="635" y="2160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14" name="Shape">
              <a:extLst>
                <a:ext uri="{FF2B5EF4-FFF2-40B4-BE49-F238E27FC236}">
                  <a16:creationId xmlns:a16="http://schemas.microsoft.com/office/drawing/2014/main" id="{30583410-90E7-E614-78D2-2F7BD7347012}"/>
                </a:ext>
              </a:extLst>
            </p:cNvPr>
            <p:cNvSpPr/>
            <p:nvPr/>
          </p:nvSpPr>
          <p:spPr>
            <a:xfrm>
              <a:off x="631969" y="301411"/>
              <a:ext cx="297123" cy="33868"/>
            </a:xfrm>
            <a:custGeom>
              <a:avLst/>
              <a:gdLst/>
              <a:ahLst/>
              <a:cxnLst>
                <a:cxn ang="0">
                  <a:pos x="wd2" y="hd2"/>
                </a:cxn>
                <a:cxn ang="5400000">
                  <a:pos x="wd2" y="hd2"/>
                </a:cxn>
                <a:cxn ang="10800000">
                  <a:pos x="wd2" y="hd2"/>
                </a:cxn>
                <a:cxn ang="16200000">
                  <a:pos x="wd2" y="hd2"/>
                </a:cxn>
              </a:cxnLst>
              <a:rect l="0" t="0" r="r" b="b"/>
              <a:pathLst>
                <a:path w="21600" h="21600" extrusionOk="0">
                  <a:moveTo>
                    <a:pt x="635" y="21600"/>
                  </a:moveTo>
                  <a:cubicBezTo>
                    <a:pt x="20329" y="21600"/>
                    <a:pt x="20329" y="21600"/>
                    <a:pt x="20329" y="21600"/>
                  </a:cubicBezTo>
                  <a:cubicBezTo>
                    <a:pt x="20965" y="21600"/>
                    <a:pt x="21600" y="21600"/>
                    <a:pt x="21600" y="14400"/>
                  </a:cubicBezTo>
                  <a:cubicBezTo>
                    <a:pt x="21600" y="7200"/>
                    <a:pt x="20965" y="0"/>
                    <a:pt x="20329" y="0"/>
                  </a:cubicBezTo>
                  <a:cubicBezTo>
                    <a:pt x="635" y="0"/>
                    <a:pt x="635" y="0"/>
                    <a:pt x="635" y="0"/>
                  </a:cubicBezTo>
                  <a:cubicBezTo>
                    <a:pt x="0" y="0"/>
                    <a:pt x="0" y="7200"/>
                    <a:pt x="0" y="14400"/>
                  </a:cubicBezTo>
                  <a:cubicBezTo>
                    <a:pt x="0" y="21600"/>
                    <a:pt x="0" y="21600"/>
                    <a:pt x="635" y="21600"/>
                  </a:cubicBezTo>
                  <a:close/>
                  <a:moveTo>
                    <a:pt x="635" y="21600"/>
                  </a:moveTo>
                  <a:cubicBezTo>
                    <a:pt x="635" y="21600"/>
                    <a:pt x="635" y="21600"/>
                    <a:pt x="635" y="2160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15" name="Shape">
              <a:extLst>
                <a:ext uri="{FF2B5EF4-FFF2-40B4-BE49-F238E27FC236}">
                  <a16:creationId xmlns:a16="http://schemas.microsoft.com/office/drawing/2014/main" id="{29A168E5-BC08-C817-357C-CED945727D56}"/>
                </a:ext>
              </a:extLst>
            </p:cNvPr>
            <p:cNvSpPr/>
            <p:nvPr/>
          </p:nvSpPr>
          <p:spPr>
            <a:xfrm>
              <a:off x="631969" y="198079"/>
              <a:ext cx="297123" cy="37731"/>
            </a:xfrm>
            <a:custGeom>
              <a:avLst/>
              <a:gdLst/>
              <a:ahLst/>
              <a:cxnLst>
                <a:cxn ang="0">
                  <a:pos x="wd2" y="hd2"/>
                </a:cxn>
                <a:cxn ang="5400000">
                  <a:pos x="wd2" y="hd2"/>
                </a:cxn>
                <a:cxn ang="10800000">
                  <a:pos x="wd2" y="hd2"/>
                </a:cxn>
                <a:cxn ang="16200000">
                  <a:pos x="wd2" y="hd2"/>
                </a:cxn>
              </a:cxnLst>
              <a:rect l="0" t="0" r="r" b="b"/>
              <a:pathLst>
                <a:path w="21600" h="21600" extrusionOk="0">
                  <a:moveTo>
                    <a:pt x="635" y="21600"/>
                  </a:moveTo>
                  <a:cubicBezTo>
                    <a:pt x="20329" y="21600"/>
                    <a:pt x="20329" y="21600"/>
                    <a:pt x="20329" y="21600"/>
                  </a:cubicBezTo>
                  <a:cubicBezTo>
                    <a:pt x="20965" y="21600"/>
                    <a:pt x="21600" y="16200"/>
                    <a:pt x="21600" y="10800"/>
                  </a:cubicBezTo>
                  <a:cubicBezTo>
                    <a:pt x="21600" y="5400"/>
                    <a:pt x="20965" y="0"/>
                    <a:pt x="20329" y="0"/>
                  </a:cubicBezTo>
                  <a:cubicBezTo>
                    <a:pt x="635" y="0"/>
                    <a:pt x="635" y="0"/>
                    <a:pt x="635" y="0"/>
                  </a:cubicBezTo>
                  <a:cubicBezTo>
                    <a:pt x="0" y="0"/>
                    <a:pt x="0" y="5400"/>
                    <a:pt x="0" y="10800"/>
                  </a:cubicBezTo>
                  <a:cubicBezTo>
                    <a:pt x="0" y="16200"/>
                    <a:pt x="0" y="21600"/>
                    <a:pt x="635" y="21600"/>
                  </a:cubicBezTo>
                  <a:close/>
                  <a:moveTo>
                    <a:pt x="635" y="21600"/>
                  </a:moveTo>
                  <a:cubicBezTo>
                    <a:pt x="635" y="21600"/>
                    <a:pt x="635" y="21600"/>
                    <a:pt x="635" y="2160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16" name="Shape">
              <a:extLst>
                <a:ext uri="{FF2B5EF4-FFF2-40B4-BE49-F238E27FC236}">
                  <a16:creationId xmlns:a16="http://schemas.microsoft.com/office/drawing/2014/main" id="{A3A4445A-58FA-5AF3-A66B-D86F98DDF40E}"/>
                </a:ext>
              </a:extLst>
            </p:cNvPr>
            <p:cNvSpPr/>
            <p:nvPr/>
          </p:nvSpPr>
          <p:spPr>
            <a:xfrm>
              <a:off x="259388" y="905082"/>
              <a:ext cx="301838" cy="33867"/>
            </a:xfrm>
            <a:custGeom>
              <a:avLst/>
              <a:gdLst/>
              <a:ahLst/>
              <a:cxnLst>
                <a:cxn ang="0">
                  <a:pos x="wd2" y="hd2"/>
                </a:cxn>
                <a:cxn ang="5400000">
                  <a:pos x="wd2" y="hd2"/>
                </a:cxn>
                <a:cxn ang="10800000">
                  <a:pos x="wd2" y="hd2"/>
                </a:cxn>
                <a:cxn ang="16200000">
                  <a:pos x="wd2" y="hd2"/>
                </a:cxn>
              </a:cxnLst>
              <a:rect l="0" t="0" r="r" b="b"/>
              <a:pathLst>
                <a:path w="21600" h="21600" extrusionOk="0">
                  <a:moveTo>
                    <a:pt x="20366" y="0"/>
                  </a:moveTo>
                  <a:cubicBezTo>
                    <a:pt x="1234" y="0"/>
                    <a:pt x="1234" y="0"/>
                    <a:pt x="1234" y="0"/>
                  </a:cubicBezTo>
                  <a:cubicBezTo>
                    <a:pt x="617" y="0"/>
                    <a:pt x="0" y="5400"/>
                    <a:pt x="0" y="10800"/>
                  </a:cubicBezTo>
                  <a:cubicBezTo>
                    <a:pt x="0" y="16200"/>
                    <a:pt x="617" y="21600"/>
                    <a:pt x="1234" y="21600"/>
                  </a:cubicBezTo>
                  <a:cubicBezTo>
                    <a:pt x="20366" y="21600"/>
                    <a:pt x="20366" y="21600"/>
                    <a:pt x="20366" y="21600"/>
                  </a:cubicBezTo>
                  <a:cubicBezTo>
                    <a:pt x="20983" y="21600"/>
                    <a:pt x="21600" y="16200"/>
                    <a:pt x="21600" y="10800"/>
                  </a:cubicBezTo>
                  <a:cubicBezTo>
                    <a:pt x="21600" y="5400"/>
                    <a:pt x="20983" y="0"/>
                    <a:pt x="20366" y="0"/>
                  </a:cubicBezTo>
                  <a:close/>
                  <a:moveTo>
                    <a:pt x="20366" y="0"/>
                  </a:moveTo>
                  <a:cubicBezTo>
                    <a:pt x="20366" y="0"/>
                    <a:pt x="20366" y="0"/>
                    <a:pt x="20366" y="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17" name="Shape">
              <a:extLst>
                <a:ext uri="{FF2B5EF4-FFF2-40B4-BE49-F238E27FC236}">
                  <a16:creationId xmlns:a16="http://schemas.microsoft.com/office/drawing/2014/main" id="{3CE972A8-8173-9B47-0F26-4106C12C4C34}"/>
                </a:ext>
              </a:extLst>
            </p:cNvPr>
            <p:cNvSpPr/>
            <p:nvPr/>
          </p:nvSpPr>
          <p:spPr>
            <a:xfrm>
              <a:off x="259388" y="801325"/>
              <a:ext cx="301838" cy="33868"/>
            </a:xfrm>
            <a:custGeom>
              <a:avLst/>
              <a:gdLst/>
              <a:ahLst/>
              <a:cxnLst>
                <a:cxn ang="0">
                  <a:pos x="wd2" y="hd2"/>
                </a:cxn>
                <a:cxn ang="5400000">
                  <a:pos x="wd2" y="hd2"/>
                </a:cxn>
                <a:cxn ang="10800000">
                  <a:pos x="wd2" y="hd2"/>
                </a:cxn>
                <a:cxn ang="16200000">
                  <a:pos x="wd2" y="hd2"/>
                </a:cxn>
              </a:cxnLst>
              <a:rect l="0" t="0" r="r" b="b"/>
              <a:pathLst>
                <a:path w="21600" h="21600" extrusionOk="0">
                  <a:moveTo>
                    <a:pt x="20366" y="0"/>
                  </a:moveTo>
                  <a:cubicBezTo>
                    <a:pt x="1234" y="0"/>
                    <a:pt x="1234" y="0"/>
                    <a:pt x="1234" y="0"/>
                  </a:cubicBezTo>
                  <a:cubicBezTo>
                    <a:pt x="617" y="0"/>
                    <a:pt x="0" y="5400"/>
                    <a:pt x="0" y="10800"/>
                  </a:cubicBezTo>
                  <a:cubicBezTo>
                    <a:pt x="0" y="16200"/>
                    <a:pt x="617" y="21600"/>
                    <a:pt x="1234" y="21600"/>
                  </a:cubicBezTo>
                  <a:cubicBezTo>
                    <a:pt x="20366" y="21600"/>
                    <a:pt x="20366" y="21600"/>
                    <a:pt x="20366" y="21600"/>
                  </a:cubicBezTo>
                  <a:cubicBezTo>
                    <a:pt x="20983" y="21600"/>
                    <a:pt x="21600" y="16200"/>
                    <a:pt x="21600" y="10800"/>
                  </a:cubicBezTo>
                  <a:cubicBezTo>
                    <a:pt x="21600" y="5400"/>
                    <a:pt x="20983" y="0"/>
                    <a:pt x="20366" y="0"/>
                  </a:cubicBezTo>
                  <a:close/>
                  <a:moveTo>
                    <a:pt x="20366" y="0"/>
                  </a:moveTo>
                  <a:cubicBezTo>
                    <a:pt x="20366" y="0"/>
                    <a:pt x="20366" y="0"/>
                    <a:pt x="20366" y="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18" name="Shape">
              <a:extLst>
                <a:ext uri="{FF2B5EF4-FFF2-40B4-BE49-F238E27FC236}">
                  <a16:creationId xmlns:a16="http://schemas.microsoft.com/office/drawing/2014/main" id="{8CF5B0C3-1377-0673-1F8A-45727BECF50C}"/>
                </a:ext>
              </a:extLst>
            </p:cNvPr>
            <p:cNvSpPr/>
            <p:nvPr/>
          </p:nvSpPr>
          <p:spPr>
            <a:xfrm>
              <a:off x="259388" y="707002"/>
              <a:ext cx="301838" cy="33867"/>
            </a:xfrm>
            <a:custGeom>
              <a:avLst/>
              <a:gdLst/>
              <a:ahLst/>
              <a:cxnLst>
                <a:cxn ang="0">
                  <a:pos x="wd2" y="hd2"/>
                </a:cxn>
                <a:cxn ang="5400000">
                  <a:pos x="wd2" y="hd2"/>
                </a:cxn>
                <a:cxn ang="10800000">
                  <a:pos x="wd2" y="hd2"/>
                </a:cxn>
                <a:cxn ang="16200000">
                  <a:pos x="wd2" y="hd2"/>
                </a:cxn>
              </a:cxnLst>
              <a:rect l="0" t="0" r="r" b="b"/>
              <a:pathLst>
                <a:path w="21600" h="21600" extrusionOk="0">
                  <a:moveTo>
                    <a:pt x="20366" y="0"/>
                  </a:moveTo>
                  <a:cubicBezTo>
                    <a:pt x="1234" y="0"/>
                    <a:pt x="1234" y="0"/>
                    <a:pt x="1234" y="0"/>
                  </a:cubicBezTo>
                  <a:cubicBezTo>
                    <a:pt x="617" y="0"/>
                    <a:pt x="0" y="5400"/>
                    <a:pt x="0" y="10800"/>
                  </a:cubicBezTo>
                  <a:cubicBezTo>
                    <a:pt x="0" y="16200"/>
                    <a:pt x="617" y="21600"/>
                    <a:pt x="1234" y="21600"/>
                  </a:cubicBezTo>
                  <a:cubicBezTo>
                    <a:pt x="20366" y="21600"/>
                    <a:pt x="20366" y="21600"/>
                    <a:pt x="20366" y="21600"/>
                  </a:cubicBezTo>
                  <a:cubicBezTo>
                    <a:pt x="20983" y="21600"/>
                    <a:pt x="21600" y="16200"/>
                    <a:pt x="21600" y="10800"/>
                  </a:cubicBezTo>
                  <a:cubicBezTo>
                    <a:pt x="21600" y="5400"/>
                    <a:pt x="20983" y="0"/>
                    <a:pt x="20366" y="0"/>
                  </a:cubicBezTo>
                  <a:close/>
                  <a:moveTo>
                    <a:pt x="20366" y="0"/>
                  </a:moveTo>
                  <a:cubicBezTo>
                    <a:pt x="20366" y="0"/>
                    <a:pt x="20366" y="0"/>
                    <a:pt x="20366" y="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19" name="Shape">
              <a:extLst>
                <a:ext uri="{FF2B5EF4-FFF2-40B4-BE49-F238E27FC236}">
                  <a16:creationId xmlns:a16="http://schemas.microsoft.com/office/drawing/2014/main" id="{A400F233-857D-C569-0A46-B64756177796}"/>
                </a:ext>
              </a:extLst>
            </p:cNvPr>
            <p:cNvSpPr/>
            <p:nvPr/>
          </p:nvSpPr>
          <p:spPr>
            <a:xfrm>
              <a:off x="631969" y="905082"/>
              <a:ext cx="297123" cy="33867"/>
            </a:xfrm>
            <a:custGeom>
              <a:avLst/>
              <a:gdLst/>
              <a:ahLst/>
              <a:cxnLst>
                <a:cxn ang="0">
                  <a:pos x="wd2" y="hd2"/>
                </a:cxn>
                <a:cxn ang="5400000">
                  <a:pos x="wd2" y="hd2"/>
                </a:cxn>
                <a:cxn ang="10800000">
                  <a:pos x="wd2" y="hd2"/>
                </a:cxn>
                <a:cxn ang="16200000">
                  <a:pos x="wd2" y="hd2"/>
                </a:cxn>
              </a:cxnLst>
              <a:rect l="0" t="0" r="r" b="b"/>
              <a:pathLst>
                <a:path w="21600" h="21600" extrusionOk="0">
                  <a:moveTo>
                    <a:pt x="20329" y="0"/>
                  </a:moveTo>
                  <a:cubicBezTo>
                    <a:pt x="635" y="0"/>
                    <a:pt x="635" y="0"/>
                    <a:pt x="635" y="0"/>
                  </a:cubicBezTo>
                  <a:cubicBezTo>
                    <a:pt x="0" y="0"/>
                    <a:pt x="0" y="5400"/>
                    <a:pt x="0" y="10800"/>
                  </a:cubicBezTo>
                  <a:cubicBezTo>
                    <a:pt x="0" y="16200"/>
                    <a:pt x="0" y="21600"/>
                    <a:pt x="635" y="21600"/>
                  </a:cubicBezTo>
                  <a:cubicBezTo>
                    <a:pt x="20329" y="21600"/>
                    <a:pt x="20329" y="21600"/>
                    <a:pt x="20329" y="21600"/>
                  </a:cubicBezTo>
                  <a:cubicBezTo>
                    <a:pt x="20965" y="21600"/>
                    <a:pt x="21600" y="16200"/>
                    <a:pt x="21600" y="10800"/>
                  </a:cubicBezTo>
                  <a:cubicBezTo>
                    <a:pt x="21600" y="5400"/>
                    <a:pt x="20965" y="0"/>
                    <a:pt x="20329" y="0"/>
                  </a:cubicBezTo>
                  <a:close/>
                  <a:moveTo>
                    <a:pt x="20329" y="0"/>
                  </a:moveTo>
                  <a:cubicBezTo>
                    <a:pt x="20329" y="0"/>
                    <a:pt x="20329" y="0"/>
                    <a:pt x="20329" y="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20" name="Shape">
              <a:extLst>
                <a:ext uri="{FF2B5EF4-FFF2-40B4-BE49-F238E27FC236}">
                  <a16:creationId xmlns:a16="http://schemas.microsoft.com/office/drawing/2014/main" id="{FBFF1AD1-6671-70D3-0523-90A829EACE22}"/>
                </a:ext>
              </a:extLst>
            </p:cNvPr>
            <p:cNvSpPr/>
            <p:nvPr/>
          </p:nvSpPr>
          <p:spPr>
            <a:xfrm>
              <a:off x="631969" y="801325"/>
              <a:ext cx="297123" cy="33868"/>
            </a:xfrm>
            <a:custGeom>
              <a:avLst/>
              <a:gdLst/>
              <a:ahLst/>
              <a:cxnLst>
                <a:cxn ang="0">
                  <a:pos x="wd2" y="hd2"/>
                </a:cxn>
                <a:cxn ang="5400000">
                  <a:pos x="wd2" y="hd2"/>
                </a:cxn>
                <a:cxn ang="10800000">
                  <a:pos x="wd2" y="hd2"/>
                </a:cxn>
                <a:cxn ang="16200000">
                  <a:pos x="wd2" y="hd2"/>
                </a:cxn>
              </a:cxnLst>
              <a:rect l="0" t="0" r="r" b="b"/>
              <a:pathLst>
                <a:path w="21600" h="21600" extrusionOk="0">
                  <a:moveTo>
                    <a:pt x="20329" y="0"/>
                  </a:moveTo>
                  <a:cubicBezTo>
                    <a:pt x="635" y="0"/>
                    <a:pt x="635" y="0"/>
                    <a:pt x="635" y="0"/>
                  </a:cubicBezTo>
                  <a:cubicBezTo>
                    <a:pt x="0" y="0"/>
                    <a:pt x="0" y="5400"/>
                    <a:pt x="0" y="10800"/>
                  </a:cubicBezTo>
                  <a:cubicBezTo>
                    <a:pt x="0" y="16200"/>
                    <a:pt x="0" y="21600"/>
                    <a:pt x="635" y="21600"/>
                  </a:cubicBezTo>
                  <a:cubicBezTo>
                    <a:pt x="20329" y="21600"/>
                    <a:pt x="20329" y="21600"/>
                    <a:pt x="20329" y="21600"/>
                  </a:cubicBezTo>
                  <a:cubicBezTo>
                    <a:pt x="20965" y="21600"/>
                    <a:pt x="21600" y="16200"/>
                    <a:pt x="21600" y="10800"/>
                  </a:cubicBezTo>
                  <a:cubicBezTo>
                    <a:pt x="21600" y="5400"/>
                    <a:pt x="20965" y="0"/>
                    <a:pt x="20329" y="0"/>
                  </a:cubicBezTo>
                  <a:close/>
                  <a:moveTo>
                    <a:pt x="20329" y="0"/>
                  </a:moveTo>
                  <a:cubicBezTo>
                    <a:pt x="20329" y="0"/>
                    <a:pt x="20329" y="0"/>
                    <a:pt x="20329" y="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21" name="Shape">
              <a:extLst>
                <a:ext uri="{FF2B5EF4-FFF2-40B4-BE49-F238E27FC236}">
                  <a16:creationId xmlns:a16="http://schemas.microsoft.com/office/drawing/2014/main" id="{87BB4057-DE6F-17B1-24D2-AF08941BAE93}"/>
                </a:ext>
              </a:extLst>
            </p:cNvPr>
            <p:cNvSpPr/>
            <p:nvPr/>
          </p:nvSpPr>
          <p:spPr>
            <a:xfrm>
              <a:off x="631969" y="707002"/>
              <a:ext cx="297123" cy="33867"/>
            </a:xfrm>
            <a:custGeom>
              <a:avLst/>
              <a:gdLst/>
              <a:ahLst/>
              <a:cxnLst>
                <a:cxn ang="0">
                  <a:pos x="wd2" y="hd2"/>
                </a:cxn>
                <a:cxn ang="5400000">
                  <a:pos x="wd2" y="hd2"/>
                </a:cxn>
                <a:cxn ang="10800000">
                  <a:pos x="wd2" y="hd2"/>
                </a:cxn>
                <a:cxn ang="16200000">
                  <a:pos x="wd2" y="hd2"/>
                </a:cxn>
              </a:cxnLst>
              <a:rect l="0" t="0" r="r" b="b"/>
              <a:pathLst>
                <a:path w="21600" h="21600" extrusionOk="0">
                  <a:moveTo>
                    <a:pt x="20329" y="0"/>
                  </a:moveTo>
                  <a:cubicBezTo>
                    <a:pt x="635" y="0"/>
                    <a:pt x="635" y="0"/>
                    <a:pt x="635" y="0"/>
                  </a:cubicBezTo>
                  <a:cubicBezTo>
                    <a:pt x="0" y="0"/>
                    <a:pt x="0" y="5400"/>
                    <a:pt x="0" y="10800"/>
                  </a:cubicBezTo>
                  <a:cubicBezTo>
                    <a:pt x="0" y="16200"/>
                    <a:pt x="0" y="21600"/>
                    <a:pt x="635" y="21600"/>
                  </a:cubicBezTo>
                  <a:cubicBezTo>
                    <a:pt x="20329" y="21600"/>
                    <a:pt x="20329" y="21600"/>
                    <a:pt x="20329" y="21600"/>
                  </a:cubicBezTo>
                  <a:cubicBezTo>
                    <a:pt x="20965" y="21600"/>
                    <a:pt x="21600" y="16200"/>
                    <a:pt x="21600" y="10800"/>
                  </a:cubicBezTo>
                  <a:cubicBezTo>
                    <a:pt x="21600" y="5400"/>
                    <a:pt x="20965" y="0"/>
                    <a:pt x="20329" y="0"/>
                  </a:cubicBezTo>
                  <a:close/>
                  <a:moveTo>
                    <a:pt x="20329" y="0"/>
                  </a:moveTo>
                  <a:cubicBezTo>
                    <a:pt x="20329" y="0"/>
                    <a:pt x="20329" y="0"/>
                    <a:pt x="20329" y="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22" name="Shape">
              <a:extLst>
                <a:ext uri="{FF2B5EF4-FFF2-40B4-BE49-F238E27FC236}">
                  <a16:creationId xmlns:a16="http://schemas.microsoft.com/office/drawing/2014/main" id="{757BB89A-4B7F-25D1-84B4-10720276659A}"/>
                </a:ext>
              </a:extLst>
            </p:cNvPr>
            <p:cNvSpPr/>
            <p:nvPr/>
          </p:nvSpPr>
          <p:spPr>
            <a:xfrm>
              <a:off x="259388" y="504633"/>
              <a:ext cx="669701" cy="37731"/>
            </a:xfrm>
            <a:custGeom>
              <a:avLst/>
              <a:gdLst/>
              <a:ahLst/>
              <a:cxnLst>
                <a:cxn ang="0">
                  <a:pos x="wd2" y="hd2"/>
                </a:cxn>
                <a:cxn ang="5400000">
                  <a:pos x="wd2" y="hd2"/>
                </a:cxn>
                <a:cxn ang="10800000">
                  <a:pos x="wd2" y="hd2"/>
                </a:cxn>
                <a:cxn ang="16200000">
                  <a:pos x="wd2" y="hd2"/>
                </a:cxn>
              </a:cxnLst>
              <a:rect l="0" t="0" r="r" b="b"/>
              <a:pathLst>
                <a:path w="21600" h="21600" extrusionOk="0">
                  <a:moveTo>
                    <a:pt x="21039" y="0"/>
                  </a:moveTo>
                  <a:cubicBezTo>
                    <a:pt x="561" y="0"/>
                    <a:pt x="561" y="0"/>
                    <a:pt x="561" y="0"/>
                  </a:cubicBezTo>
                  <a:cubicBezTo>
                    <a:pt x="281" y="0"/>
                    <a:pt x="0" y="5400"/>
                    <a:pt x="0" y="10800"/>
                  </a:cubicBezTo>
                  <a:cubicBezTo>
                    <a:pt x="0" y="16200"/>
                    <a:pt x="281" y="21600"/>
                    <a:pt x="561" y="21600"/>
                  </a:cubicBezTo>
                  <a:cubicBezTo>
                    <a:pt x="21039" y="21600"/>
                    <a:pt x="21039" y="21600"/>
                    <a:pt x="21039" y="21600"/>
                  </a:cubicBezTo>
                  <a:cubicBezTo>
                    <a:pt x="21319" y="21600"/>
                    <a:pt x="21600" y="16200"/>
                    <a:pt x="21600" y="10800"/>
                  </a:cubicBezTo>
                  <a:cubicBezTo>
                    <a:pt x="21600" y="5400"/>
                    <a:pt x="21319" y="0"/>
                    <a:pt x="21039" y="0"/>
                  </a:cubicBezTo>
                  <a:close/>
                  <a:moveTo>
                    <a:pt x="21039" y="0"/>
                  </a:moveTo>
                  <a:cubicBezTo>
                    <a:pt x="21039" y="0"/>
                    <a:pt x="21039" y="0"/>
                    <a:pt x="21039" y="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23" name="Shape">
              <a:extLst>
                <a:ext uri="{FF2B5EF4-FFF2-40B4-BE49-F238E27FC236}">
                  <a16:creationId xmlns:a16="http://schemas.microsoft.com/office/drawing/2014/main" id="{2C86B483-21CB-84CA-5DC8-02C3B0046D12}"/>
                </a:ext>
              </a:extLst>
            </p:cNvPr>
            <p:cNvSpPr/>
            <p:nvPr/>
          </p:nvSpPr>
          <p:spPr>
            <a:xfrm>
              <a:off x="259388" y="598957"/>
              <a:ext cx="669701" cy="37730"/>
            </a:xfrm>
            <a:custGeom>
              <a:avLst/>
              <a:gdLst/>
              <a:ahLst/>
              <a:cxnLst>
                <a:cxn ang="0">
                  <a:pos x="wd2" y="hd2"/>
                </a:cxn>
                <a:cxn ang="5400000">
                  <a:pos x="wd2" y="hd2"/>
                </a:cxn>
                <a:cxn ang="10800000">
                  <a:pos x="wd2" y="hd2"/>
                </a:cxn>
                <a:cxn ang="16200000">
                  <a:pos x="wd2" y="hd2"/>
                </a:cxn>
              </a:cxnLst>
              <a:rect l="0" t="0" r="r" b="b"/>
              <a:pathLst>
                <a:path w="21600" h="21600" extrusionOk="0">
                  <a:moveTo>
                    <a:pt x="21039" y="0"/>
                  </a:moveTo>
                  <a:cubicBezTo>
                    <a:pt x="561" y="0"/>
                    <a:pt x="561" y="0"/>
                    <a:pt x="561" y="0"/>
                  </a:cubicBezTo>
                  <a:cubicBezTo>
                    <a:pt x="281" y="0"/>
                    <a:pt x="0" y="5400"/>
                    <a:pt x="0" y="10800"/>
                  </a:cubicBezTo>
                  <a:cubicBezTo>
                    <a:pt x="0" y="16200"/>
                    <a:pt x="281" y="21600"/>
                    <a:pt x="561" y="21600"/>
                  </a:cubicBezTo>
                  <a:cubicBezTo>
                    <a:pt x="21039" y="21600"/>
                    <a:pt x="21039" y="21600"/>
                    <a:pt x="21039" y="21600"/>
                  </a:cubicBezTo>
                  <a:cubicBezTo>
                    <a:pt x="21319" y="21600"/>
                    <a:pt x="21600" y="16200"/>
                    <a:pt x="21600" y="10800"/>
                  </a:cubicBezTo>
                  <a:cubicBezTo>
                    <a:pt x="21600" y="5400"/>
                    <a:pt x="21319" y="0"/>
                    <a:pt x="21039" y="0"/>
                  </a:cubicBezTo>
                  <a:close/>
                  <a:moveTo>
                    <a:pt x="21039" y="0"/>
                  </a:moveTo>
                  <a:cubicBezTo>
                    <a:pt x="21039" y="0"/>
                    <a:pt x="21039" y="0"/>
                    <a:pt x="21039" y="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24" name="Shape">
              <a:extLst>
                <a:ext uri="{FF2B5EF4-FFF2-40B4-BE49-F238E27FC236}">
                  <a16:creationId xmlns:a16="http://schemas.microsoft.com/office/drawing/2014/main" id="{FA78127E-B653-3314-6A83-5CE9ABE1B4CA}"/>
                </a:ext>
              </a:extLst>
            </p:cNvPr>
            <p:cNvSpPr/>
            <p:nvPr/>
          </p:nvSpPr>
          <p:spPr>
            <a:xfrm>
              <a:off x="259388" y="132053"/>
              <a:ext cx="301838" cy="301837"/>
            </a:xfrm>
            <a:custGeom>
              <a:avLst/>
              <a:gdLst/>
              <a:ahLst/>
              <a:cxnLst>
                <a:cxn ang="0">
                  <a:pos x="wd2" y="hd2"/>
                </a:cxn>
                <a:cxn ang="5400000">
                  <a:pos x="wd2" y="hd2"/>
                </a:cxn>
                <a:cxn ang="10800000">
                  <a:pos x="wd2" y="hd2"/>
                </a:cxn>
                <a:cxn ang="16200000">
                  <a:pos x="wd2" y="hd2"/>
                </a:cxn>
              </a:cxnLst>
              <a:rect l="0" t="0" r="r" b="b"/>
              <a:pathLst>
                <a:path w="21600" h="21600" extrusionOk="0">
                  <a:moveTo>
                    <a:pt x="2469" y="21600"/>
                  </a:moveTo>
                  <a:cubicBezTo>
                    <a:pt x="19131" y="21600"/>
                    <a:pt x="19131" y="21600"/>
                    <a:pt x="19131" y="21600"/>
                  </a:cubicBezTo>
                  <a:cubicBezTo>
                    <a:pt x="20366" y="21600"/>
                    <a:pt x="21600" y="20366"/>
                    <a:pt x="21600" y="19131"/>
                  </a:cubicBezTo>
                  <a:cubicBezTo>
                    <a:pt x="21600" y="2469"/>
                    <a:pt x="21600" y="2469"/>
                    <a:pt x="21600" y="2469"/>
                  </a:cubicBezTo>
                  <a:cubicBezTo>
                    <a:pt x="21600" y="1234"/>
                    <a:pt x="20366" y="0"/>
                    <a:pt x="19131" y="0"/>
                  </a:cubicBezTo>
                  <a:cubicBezTo>
                    <a:pt x="2469" y="0"/>
                    <a:pt x="2469" y="0"/>
                    <a:pt x="2469" y="0"/>
                  </a:cubicBezTo>
                  <a:cubicBezTo>
                    <a:pt x="1234" y="0"/>
                    <a:pt x="0" y="1234"/>
                    <a:pt x="0" y="2469"/>
                  </a:cubicBezTo>
                  <a:cubicBezTo>
                    <a:pt x="0" y="19131"/>
                    <a:pt x="0" y="19131"/>
                    <a:pt x="0" y="19131"/>
                  </a:cubicBezTo>
                  <a:cubicBezTo>
                    <a:pt x="0" y="20366"/>
                    <a:pt x="1234" y="21600"/>
                    <a:pt x="2469" y="21600"/>
                  </a:cubicBezTo>
                  <a:close/>
                  <a:moveTo>
                    <a:pt x="4937" y="4937"/>
                  </a:moveTo>
                  <a:cubicBezTo>
                    <a:pt x="16663" y="4937"/>
                    <a:pt x="16663" y="4937"/>
                    <a:pt x="16663" y="4937"/>
                  </a:cubicBezTo>
                  <a:cubicBezTo>
                    <a:pt x="16663" y="16663"/>
                    <a:pt x="16663" y="16663"/>
                    <a:pt x="16663" y="16663"/>
                  </a:cubicBezTo>
                  <a:cubicBezTo>
                    <a:pt x="4937" y="16663"/>
                    <a:pt x="4937" y="16663"/>
                    <a:pt x="4937" y="16663"/>
                  </a:cubicBezTo>
                  <a:lnTo>
                    <a:pt x="4937" y="4937"/>
                  </a:lnTo>
                  <a:close/>
                  <a:moveTo>
                    <a:pt x="4937" y="4937"/>
                  </a:moveTo>
                  <a:cubicBezTo>
                    <a:pt x="4937" y="4937"/>
                    <a:pt x="4937" y="4937"/>
                    <a:pt x="4937" y="4937"/>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grpSp>
      <p:sp>
        <p:nvSpPr>
          <p:cNvPr id="125" name="Shape">
            <a:extLst>
              <a:ext uri="{FF2B5EF4-FFF2-40B4-BE49-F238E27FC236}">
                <a16:creationId xmlns:a16="http://schemas.microsoft.com/office/drawing/2014/main" id="{943B8D0F-6275-7A1C-C749-18CFE6C96CCD}"/>
              </a:ext>
            </a:extLst>
          </p:cNvPr>
          <p:cNvSpPr/>
          <p:nvPr/>
        </p:nvSpPr>
        <p:spPr>
          <a:xfrm>
            <a:off x="4238489" y="5304315"/>
            <a:ext cx="519876" cy="445665"/>
          </a:xfrm>
          <a:custGeom>
            <a:avLst/>
            <a:gdLst/>
            <a:ahLst/>
            <a:cxnLst>
              <a:cxn ang="0">
                <a:pos x="wd2" y="hd2"/>
              </a:cxn>
              <a:cxn ang="5400000">
                <a:pos x="wd2" y="hd2"/>
              </a:cxn>
              <a:cxn ang="10800000">
                <a:pos x="wd2" y="hd2"/>
              </a:cxn>
              <a:cxn ang="16200000">
                <a:pos x="wd2" y="hd2"/>
              </a:cxn>
            </a:cxnLst>
            <a:rect l="0" t="0" r="r" b="b"/>
            <a:pathLst>
              <a:path w="20595" h="20456" extrusionOk="0">
                <a:moveTo>
                  <a:pt x="18963" y="1922"/>
                </a:moveTo>
                <a:cubicBezTo>
                  <a:pt x="16619" y="-641"/>
                  <a:pt x="12935" y="-641"/>
                  <a:pt x="10759" y="1922"/>
                </a:cubicBezTo>
                <a:cubicBezTo>
                  <a:pt x="1382" y="11990"/>
                  <a:pt x="1382" y="11990"/>
                  <a:pt x="1382" y="11990"/>
                </a:cubicBezTo>
                <a:cubicBezTo>
                  <a:pt x="-460" y="14003"/>
                  <a:pt x="-460" y="17115"/>
                  <a:pt x="1382" y="18945"/>
                </a:cubicBezTo>
                <a:cubicBezTo>
                  <a:pt x="3056" y="20959"/>
                  <a:pt x="5903" y="20959"/>
                  <a:pt x="7745" y="18945"/>
                </a:cubicBezTo>
                <a:cubicBezTo>
                  <a:pt x="17121" y="8878"/>
                  <a:pt x="17121" y="8878"/>
                  <a:pt x="17121" y="8878"/>
                </a:cubicBezTo>
                <a:cubicBezTo>
                  <a:pt x="18293" y="7413"/>
                  <a:pt x="18293" y="5217"/>
                  <a:pt x="17121" y="3935"/>
                </a:cubicBezTo>
                <a:cubicBezTo>
                  <a:pt x="15782" y="2471"/>
                  <a:pt x="13773" y="2471"/>
                  <a:pt x="12600" y="3935"/>
                </a:cubicBezTo>
                <a:cubicBezTo>
                  <a:pt x="5568" y="11623"/>
                  <a:pt x="5568" y="11623"/>
                  <a:pt x="5568" y="11623"/>
                </a:cubicBezTo>
                <a:cubicBezTo>
                  <a:pt x="5233" y="11806"/>
                  <a:pt x="5233" y="12356"/>
                  <a:pt x="5568" y="12539"/>
                </a:cubicBezTo>
                <a:cubicBezTo>
                  <a:pt x="5735" y="12905"/>
                  <a:pt x="6070" y="12905"/>
                  <a:pt x="6405" y="12539"/>
                </a:cubicBezTo>
                <a:cubicBezTo>
                  <a:pt x="13438" y="4851"/>
                  <a:pt x="13438" y="4851"/>
                  <a:pt x="13438" y="4851"/>
                </a:cubicBezTo>
                <a:cubicBezTo>
                  <a:pt x="14275" y="4118"/>
                  <a:pt x="15447" y="4118"/>
                  <a:pt x="16117" y="4851"/>
                </a:cubicBezTo>
                <a:cubicBezTo>
                  <a:pt x="16954" y="5766"/>
                  <a:pt x="16954" y="7047"/>
                  <a:pt x="16117" y="7779"/>
                </a:cubicBezTo>
                <a:cubicBezTo>
                  <a:pt x="6740" y="18030"/>
                  <a:pt x="6740" y="18030"/>
                  <a:pt x="6740" y="18030"/>
                </a:cubicBezTo>
                <a:cubicBezTo>
                  <a:pt x="5568" y="19312"/>
                  <a:pt x="3559" y="19312"/>
                  <a:pt x="2219" y="18030"/>
                </a:cubicBezTo>
                <a:cubicBezTo>
                  <a:pt x="1047" y="16566"/>
                  <a:pt x="1047" y="14369"/>
                  <a:pt x="2219" y="13088"/>
                </a:cubicBezTo>
                <a:cubicBezTo>
                  <a:pt x="11596" y="3020"/>
                  <a:pt x="11596" y="3020"/>
                  <a:pt x="11596" y="3020"/>
                </a:cubicBezTo>
                <a:cubicBezTo>
                  <a:pt x="13270" y="1006"/>
                  <a:pt x="16117" y="1006"/>
                  <a:pt x="17959" y="3020"/>
                </a:cubicBezTo>
                <a:cubicBezTo>
                  <a:pt x="19633" y="4851"/>
                  <a:pt x="19633" y="7962"/>
                  <a:pt x="17959" y="9976"/>
                </a:cubicBezTo>
                <a:cubicBezTo>
                  <a:pt x="10926" y="17481"/>
                  <a:pt x="10926" y="17481"/>
                  <a:pt x="10926" y="17481"/>
                </a:cubicBezTo>
                <a:cubicBezTo>
                  <a:pt x="10759" y="17847"/>
                  <a:pt x="10759" y="18213"/>
                  <a:pt x="10926" y="18579"/>
                </a:cubicBezTo>
                <a:cubicBezTo>
                  <a:pt x="11261" y="18762"/>
                  <a:pt x="11596" y="18762"/>
                  <a:pt x="11763" y="18579"/>
                </a:cubicBezTo>
                <a:cubicBezTo>
                  <a:pt x="18963" y="10891"/>
                  <a:pt x="18963" y="10891"/>
                  <a:pt x="18963" y="10891"/>
                </a:cubicBezTo>
                <a:cubicBezTo>
                  <a:pt x="21140" y="8328"/>
                  <a:pt x="21140" y="4301"/>
                  <a:pt x="18963" y="1922"/>
                </a:cubicBezTo>
                <a:close/>
                <a:moveTo>
                  <a:pt x="18963" y="1922"/>
                </a:moveTo>
                <a:cubicBezTo>
                  <a:pt x="18963" y="1922"/>
                  <a:pt x="18963" y="1922"/>
                  <a:pt x="18963" y="1922"/>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26" name="Shape">
            <a:extLst>
              <a:ext uri="{FF2B5EF4-FFF2-40B4-BE49-F238E27FC236}">
                <a16:creationId xmlns:a16="http://schemas.microsoft.com/office/drawing/2014/main" id="{161A0AEC-7E95-2D4D-8189-B774F0CDDC47}"/>
              </a:ext>
            </a:extLst>
          </p:cNvPr>
          <p:cNvSpPr/>
          <p:nvPr/>
        </p:nvSpPr>
        <p:spPr>
          <a:xfrm>
            <a:off x="5298818" y="1963302"/>
            <a:ext cx="355945" cy="489956"/>
          </a:xfrm>
          <a:custGeom>
            <a:avLst/>
            <a:gdLst/>
            <a:ahLst/>
            <a:cxnLst>
              <a:cxn ang="0">
                <a:pos x="wd2" y="hd2"/>
              </a:cxn>
              <a:cxn ang="5400000">
                <a:pos x="wd2" y="hd2"/>
              </a:cxn>
              <a:cxn ang="10800000">
                <a:pos x="wd2" y="hd2"/>
              </a:cxn>
              <a:cxn ang="16200000">
                <a:pos x="wd2" y="hd2"/>
              </a:cxn>
            </a:cxnLst>
            <a:rect l="0" t="0" r="r" b="b"/>
            <a:pathLst>
              <a:path w="21600" h="21600" extrusionOk="0">
                <a:moveTo>
                  <a:pt x="9656" y="19141"/>
                </a:moveTo>
                <a:cubicBezTo>
                  <a:pt x="9656" y="18966"/>
                  <a:pt x="9911" y="18790"/>
                  <a:pt x="10165" y="18790"/>
                </a:cubicBezTo>
                <a:cubicBezTo>
                  <a:pt x="11181" y="18790"/>
                  <a:pt x="11181" y="18790"/>
                  <a:pt x="11181" y="18790"/>
                </a:cubicBezTo>
                <a:cubicBezTo>
                  <a:pt x="11435" y="18790"/>
                  <a:pt x="11689" y="18966"/>
                  <a:pt x="11689" y="19141"/>
                </a:cubicBezTo>
                <a:cubicBezTo>
                  <a:pt x="11689" y="19317"/>
                  <a:pt x="11435" y="19493"/>
                  <a:pt x="11181" y="19493"/>
                </a:cubicBezTo>
                <a:cubicBezTo>
                  <a:pt x="10165" y="19493"/>
                  <a:pt x="10165" y="19493"/>
                  <a:pt x="10165" y="19493"/>
                </a:cubicBezTo>
                <a:cubicBezTo>
                  <a:pt x="9911" y="19493"/>
                  <a:pt x="9656" y="19317"/>
                  <a:pt x="9656" y="19141"/>
                </a:cubicBezTo>
                <a:close/>
                <a:moveTo>
                  <a:pt x="12198" y="2107"/>
                </a:moveTo>
                <a:cubicBezTo>
                  <a:pt x="9402" y="2107"/>
                  <a:pt x="9402" y="2107"/>
                  <a:pt x="9402" y="2107"/>
                </a:cubicBezTo>
                <a:cubicBezTo>
                  <a:pt x="9148" y="2107"/>
                  <a:pt x="8894" y="2107"/>
                  <a:pt x="8894" y="2459"/>
                </a:cubicBezTo>
                <a:cubicBezTo>
                  <a:pt x="8894" y="2634"/>
                  <a:pt x="9148" y="2634"/>
                  <a:pt x="9402" y="2634"/>
                </a:cubicBezTo>
                <a:cubicBezTo>
                  <a:pt x="12198" y="2634"/>
                  <a:pt x="12198" y="2634"/>
                  <a:pt x="12198" y="2634"/>
                </a:cubicBezTo>
                <a:cubicBezTo>
                  <a:pt x="12452" y="2634"/>
                  <a:pt x="12706" y="2634"/>
                  <a:pt x="12706" y="2459"/>
                </a:cubicBezTo>
                <a:cubicBezTo>
                  <a:pt x="12706" y="2107"/>
                  <a:pt x="12452" y="2107"/>
                  <a:pt x="12198" y="2107"/>
                </a:cubicBezTo>
                <a:close/>
                <a:moveTo>
                  <a:pt x="21600" y="2107"/>
                </a:moveTo>
                <a:cubicBezTo>
                  <a:pt x="21600" y="19493"/>
                  <a:pt x="21600" y="19493"/>
                  <a:pt x="21600" y="19493"/>
                </a:cubicBezTo>
                <a:cubicBezTo>
                  <a:pt x="21600" y="20722"/>
                  <a:pt x="20075" y="21600"/>
                  <a:pt x="18551" y="21600"/>
                </a:cubicBezTo>
                <a:cubicBezTo>
                  <a:pt x="3049" y="21600"/>
                  <a:pt x="3049" y="21600"/>
                  <a:pt x="3049" y="21600"/>
                </a:cubicBezTo>
                <a:cubicBezTo>
                  <a:pt x="1271" y="21600"/>
                  <a:pt x="0" y="20722"/>
                  <a:pt x="0" y="19493"/>
                </a:cubicBezTo>
                <a:cubicBezTo>
                  <a:pt x="0" y="2107"/>
                  <a:pt x="0" y="2107"/>
                  <a:pt x="0" y="2107"/>
                </a:cubicBezTo>
                <a:cubicBezTo>
                  <a:pt x="0" y="878"/>
                  <a:pt x="1271" y="0"/>
                  <a:pt x="3049" y="0"/>
                </a:cubicBezTo>
                <a:cubicBezTo>
                  <a:pt x="18551" y="0"/>
                  <a:pt x="18551" y="0"/>
                  <a:pt x="18551" y="0"/>
                </a:cubicBezTo>
                <a:cubicBezTo>
                  <a:pt x="20075" y="0"/>
                  <a:pt x="21600" y="878"/>
                  <a:pt x="21600" y="2107"/>
                </a:cubicBezTo>
                <a:close/>
                <a:moveTo>
                  <a:pt x="19567" y="18263"/>
                </a:moveTo>
                <a:cubicBezTo>
                  <a:pt x="2033" y="18263"/>
                  <a:pt x="2033" y="18263"/>
                  <a:pt x="2033" y="18263"/>
                </a:cubicBezTo>
                <a:cubicBezTo>
                  <a:pt x="2033" y="19493"/>
                  <a:pt x="2033" y="19493"/>
                  <a:pt x="2033" y="19493"/>
                </a:cubicBezTo>
                <a:cubicBezTo>
                  <a:pt x="2033" y="19844"/>
                  <a:pt x="2541" y="20195"/>
                  <a:pt x="3049" y="20195"/>
                </a:cubicBezTo>
                <a:cubicBezTo>
                  <a:pt x="18551" y="20195"/>
                  <a:pt x="18551" y="20195"/>
                  <a:pt x="18551" y="20195"/>
                </a:cubicBezTo>
                <a:cubicBezTo>
                  <a:pt x="19059" y="20195"/>
                  <a:pt x="19567" y="19844"/>
                  <a:pt x="19567" y="19493"/>
                </a:cubicBezTo>
                <a:lnTo>
                  <a:pt x="19567" y="18263"/>
                </a:lnTo>
                <a:close/>
                <a:moveTo>
                  <a:pt x="19567" y="4039"/>
                </a:moveTo>
                <a:cubicBezTo>
                  <a:pt x="2033" y="4039"/>
                  <a:pt x="2033" y="4039"/>
                  <a:pt x="2033" y="4039"/>
                </a:cubicBezTo>
                <a:cubicBezTo>
                  <a:pt x="2033" y="17561"/>
                  <a:pt x="2033" y="17561"/>
                  <a:pt x="2033" y="17561"/>
                </a:cubicBezTo>
                <a:cubicBezTo>
                  <a:pt x="19567" y="17561"/>
                  <a:pt x="19567" y="17561"/>
                  <a:pt x="19567" y="17561"/>
                </a:cubicBezTo>
                <a:lnTo>
                  <a:pt x="19567" y="4039"/>
                </a:lnTo>
                <a:close/>
                <a:moveTo>
                  <a:pt x="19567" y="2107"/>
                </a:moveTo>
                <a:cubicBezTo>
                  <a:pt x="19567" y="1580"/>
                  <a:pt x="19059" y="1405"/>
                  <a:pt x="18551" y="1405"/>
                </a:cubicBezTo>
                <a:cubicBezTo>
                  <a:pt x="3049" y="1405"/>
                  <a:pt x="3049" y="1405"/>
                  <a:pt x="3049" y="1405"/>
                </a:cubicBezTo>
                <a:cubicBezTo>
                  <a:pt x="2541" y="1405"/>
                  <a:pt x="2033" y="1580"/>
                  <a:pt x="2033" y="2107"/>
                </a:cubicBezTo>
                <a:cubicBezTo>
                  <a:pt x="2033" y="3337"/>
                  <a:pt x="2033" y="3337"/>
                  <a:pt x="2033" y="3337"/>
                </a:cubicBezTo>
                <a:cubicBezTo>
                  <a:pt x="19567" y="3337"/>
                  <a:pt x="19567" y="3337"/>
                  <a:pt x="19567" y="3337"/>
                </a:cubicBezTo>
                <a:lnTo>
                  <a:pt x="19567" y="2107"/>
                </a:lnTo>
                <a:close/>
                <a:moveTo>
                  <a:pt x="19567" y="2107"/>
                </a:moveTo>
                <a:cubicBezTo>
                  <a:pt x="19567" y="2107"/>
                  <a:pt x="19567" y="2107"/>
                  <a:pt x="19567" y="2107"/>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grpSp>
        <p:nvGrpSpPr>
          <p:cNvPr id="127" name="Group">
            <a:extLst>
              <a:ext uri="{FF2B5EF4-FFF2-40B4-BE49-F238E27FC236}">
                <a16:creationId xmlns:a16="http://schemas.microsoft.com/office/drawing/2014/main" id="{9A196A80-10C0-C194-DD37-BF5B5B09C3C7}"/>
              </a:ext>
            </a:extLst>
          </p:cNvPr>
          <p:cNvGrpSpPr/>
          <p:nvPr/>
        </p:nvGrpSpPr>
        <p:grpSpPr>
          <a:xfrm>
            <a:off x="6133701" y="1963741"/>
            <a:ext cx="352996" cy="489749"/>
            <a:chOff x="0" y="0"/>
            <a:chExt cx="726293" cy="1070576"/>
          </a:xfrm>
          <a:solidFill>
            <a:schemeClr val="tx1"/>
          </a:solidFill>
        </p:grpSpPr>
        <p:sp>
          <p:nvSpPr>
            <p:cNvPr id="128" name="Shape">
              <a:extLst>
                <a:ext uri="{FF2B5EF4-FFF2-40B4-BE49-F238E27FC236}">
                  <a16:creationId xmlns:a16="http://schemas.microsoft.com/office/drawing/2014/main" id="{7CE2E664-9E19-F9C2-8877-5E7E0AA137F0}"/>
                </a:ext>
              </a:extLst>
            </p:cNvPr>
            <p:cNvSpPr/>
            <p:nvPr/>
          </p:nvSpPr>
          <p:spPr>
            <a:xfrm>
              <a:off x="292403" y="306553"/>
              <a:ext cx="70746" cy="61313"/>
            </a:xfrm>
            <a:custGeom>
              <a:avLst/>
              <a:gdLst/>
              <a:ahLst/>
              <a:cxnLst>
                <a:cxn ang="0">
                  <a:pos x="wd2" y="hd2"/>
                </a:cxn>
                <a:cxn ang="5400000">
                  <a:pos x="wd2" y="hd2"/>
                </a:cxn>
                <a:cxn ang="10800000">
                  <a:pos x="wd2" y="hd2"/>
                </a:cxn>
                <a:cxn ang="16200000">
                  <a:pos x="wd2" y="hd2"/>
                </a:cxn>
              </a:cxnLst>
              <a:rect l="0" t="0" r="r" b="b"/>
              <a:pathLst>
                <a:path w="21600" h="21600" extrusionOk="0">
                  <a:moveTo>
                    <a:pt x="21600" y="9257"/>
                  </a:moveTo>
                  <a:cubicBezTo>
                    <a:pt x="21600" y="18514"/>
                    <a:pt x="16200" y="21600"/>
                    <a:pt x="10800" y="21600"/>
                  </a:cubicBezTo>
                  <a:cubicBezTo>
                    <a:pt x="5400" y="21600"/>
                    <a:pt x="0" y="18514"/>
                    <a:pt x="0" y="9257"/>
                  </a:cubicBezTo>
                  <a:cubicBezTo>
                    <a:pt x="0" y="3086"/>
                    <a:pt x="5400" y="0"/>
                    <a:pt x="10800" y="0"/>
                  </a:cubicBezTo>
                  <a:cubicBezTo>
                    <a:pt x="16200" y="0"/>
                    <a:pt x="21600" y="3086"/>
                    <a:pt x="21600" y="9257"/>
                  </a:cubicBezTo>
                  <a:close/>
                  <a:moveTo>
                    <a:pt x="21600" y="9257"/>
                  </a:moveTo>
                  <a:cubicBezTo>
                    <a:pt x="21600" y="9257"/>
                    <a:pt x="21600" y="9257"/>
                    <a:pt x="21600" y="9257"/>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29" name="Shape">
              <a:extLst>
                <a:ext uri="{FF2B5EF4-FFF2-40B4-BE49-F238E27FC236}">
                  <a16:creationId xmlns:a16="http://schemas.microsoft.com/office/drawing/2014/main" id="{6C6D175E-9C34-066A-39CF-AA9F403882DA}"/>
                </a:ext>
              </a:extLst>
            </p:cNvPr>
            <p:cNvSpPr/>
            <p:nvPr/>
          </p:nvSpPr>
          <p:spPr>
            <a:xfrm>
              <a:off x="292403" y="707428"/>
              <a:ext cx="70746" cy="61313"/>
            </a:xfrm>
            <a:custGeom>
              <a:avLst/>
              <a:gdLst/>
              <a:ahLst/>
              <a:cxnLst>
                <a:cxn ang="0">
                  <a:pos x="wd2" y="hd2"/>
                </a:cxn>
                <a:cxn ang="5400000">
                  <a:pos x="wd2" y="hd2"/>
                </a:cxn>
                <a:cxn ang="10800000">
                  <a:pos x="wd2" y="hd2"/>
                </a:cxn>
                <a:cxn ang="16200000">
                  <a:pos x="wd2" y="hd2"/>
                </a:cxn>
              </a:cxnLst>
              <a:rect l="0" t="0" r="r" b="b"/>
              <a:pathLst>
                <a:path w="21600" h="21600" extrusionOk="0">
                  <a:moveTo>
                    <a:pt x="21600" y="12343"/>
                  </a:moveTo>
                  <a:cubicBezTo>
                    <a:pt x="21600" y="18514"/>
                    <a:pt x="16200" y="21600"/>
                    <a:pt x="10800" y="21600"/>
                  </a:cubicBezTo>
                  <a:cubicBezTo>
                    <a:pt x="5400" y="21600"/>
                    <a:pt x="0" y="18514"/>
                    <a:pt x="0" y="12343"/>
                  </a:cubicBezTo>
                  <a:cubicBezTo>
                    <a:pt x="0" y="3086"/>
                    <a:pt x="5400" y="0"/>
                    <a:pt x="10800" y="0"/>
                  </a:cubicBezTo>
                  <a:cubicBezTo>
                    <a:pt x="16200" y="0"/>
                    <a:pt x="21600" y="3086"/>
                    <a:pt x="21600" y="12343"/>
                  </a:cubicBezTo>
                  <a:close/>
                  <a:moveTo>
                    <a:pt x="21600" y="12343"/>
                  </a:moveTo>
                  <a:cubicBezTo>
                    <a:pt x="21600" y="12343"/>
                    <a:pt x="21600" y="12343"/>
                    <a:pt x="21600" y="12343"/>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30" name="Shape">
              <a:extLst>
                <a:ext uri="{FF2B5EF4-FFF2-40B4-BE49-F238E27FC236}">
                  <a16:creationId xmlns:a16="http://schemas.microsoft.com/office/drawing/2014/main" id="{F6A419D0-2B84-C779-8409-1F1D42E9EE91}"/>
                </a:ext>
              </a:extLst>
            </p:cNvPr>
            <p:cNvSpPr/>
            <p:nvPr/>
          </p:nvSpPr>
          <p:spPr>
            <a:xfrm>
              <a:off x="94323" y="504633"/>
              <a:ext cx="70746" cy="61313"/>
            </a:xfrm>
            <a:custGeom>
              <a:avLst/>
              <a:gdLst/>
              <a:ahLst/>
              <a:cxnLst>
                <a:cxn ang="0">
                  <a:pos x="wd2" y="hd2"/>
                </a:cxn>
                <a:cxn ang="5400000">
                  <a:pos x="wd2" y="hd2"/>
                </a:cxn>
                <a:cxn ang="10800000">
                  <a:pos x="wd2" y="hd2"/>
                </a:cxn>
                <a:cxn ang="16200000">
                  <a:pos x="wd2" y="hd2"/>
                </a:cxn>
              </a:cxnLst>
              <a:rect l="0" t="0" r="r" b="b"/>
              <a:pathLst>
                <a:path w="21600" h="21600" extrusionOk="0">
                  <a:moveTo>
                    <a:pt x="21600" y="9257"/>
                  </a:moveTo>
                  <a:cubicBezTo>
                    <a:pt x="21600" y="18514"/>
                    <a:pt x="16200" y="21600"/>
                    <a:pt x="10800" y="21600"/>
                  </a:cubicBezTo>
                  <a:cubicBezTo>
                    <a:pt x="5400" y="21600"/>
                    <a:pt x="0" y="18514"/>
                    <a:pt x="0" y="9257"/>
                  </a:cubicBezTo>
                  <a:cubicBezTo>
                    <a:pt x="0" y="3086"/>
                    <a:pt x="5400" y="0"/>
                    <a:pt x="10800" y="0"/>
                  </a:cubicBezTo>
                  <a:cubicBezTo>
                    <a:pt x="16200" y="0"/>
                    <a:pt x="21600" y="3086"/>
                    <a:pt x="21600" y="9257"/>
                  </a:cubicBezTo>
                  <a:close/>
                  <a:moveTo>
                    <a:pt x="21600" y="9257"/>
                  </a:moveTo>
                  <a:cubicBezTo>
                    <a:pt x="21600" y="9257"/>
                    <a:pt x="21600" y="9257"/>
                    <a:pt x="21600" y="9257"/>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31" name="Shape">
              <a:extLst>
                <a:ext uri="{FF2B5EF4-FFF2-40B4-BE49-F238E27FC236}">
                  <a16:creationId xmlns:a16="http://schemas.microsoft.com/office/drawing/2014/main" id="{202246BC-A7A4-A32A-7D99-01563F7AF92B}"/>
                </a:ext>
              </a:extLst>
            </p:cNvPr>
            <p:cNvSpPr/>
            <p:nvPr/>
          </p:nvSpPr>
          <p:spPr>
            <a:xfrm>
              <a:off x="495201" y="504633"/>
              <a:ext cx="66028" cy="61313"/>
            </a:xfrm>
            <a:custGeom>
              <a:avLst/>
              <a:gdLst/>
              <a:ahLst/>
              <a:cxnLst>
                <a:cxn ang="0">
                  <a:pos x="wd2" y="hd2"/>
                </a:cxn>
                <a:cxn ang="5400000">
                  <a:pos x="wd2" y="hd2"/>
                </a:cxn>
                <a:cxn ang="10800000">
                  <a:pos x="wd2" y="hd2"/>
                </a:cxn>
                <a:cxn ang="16200000">
                  <a:pos x="wd2" y="hd2"/>
                </a:cxn>
              </a:cxnLst>
              <a:rect l="0" t="0" r="r" b="b"/>
              <a:pathLst>
                <a:path w="21600" h="21600" extrusionOk="0">
                  <a:moveTo>
                    <a:pt x="21600" y="9257"/>
                  </a:moveTo>
                  <a:cubicBezTo>
                    <a:pt x="21600" y="18514"/>
                    <a:pt x="16200" y="21600"/>
                    <a:pt x="10800" y="21600"/>
                  </a:cubicBezTo>
                  <a:cubicBezTo>
                    <a:pt x="5400" y="21600"/>
                    <a:pt x="0" y="18514"/>
                    <a:pt x="0" y="9257"/>
                  </a:cubicBezTo>
                  <a:cubicBezTo>
                    <a:pt x="0" y="3086"/>
                    <a:pt x="5400" y="0"/>
                    <a:pt x="10800" y="0"/>
                  </a:cubicBezTo>
                  <a:cubicBezTo>
                    <a:pt x="16200" y="0"/>
                    <a:pt x="21600" y="3086"/>
                    <a:pt x="21600" y="9257"/>
                  </a:cubicBezTo>
                  <a:close/>
                  <a:moveTo>
                    <a:pt x="21600" y="9257"/>
                  </a:moveTo>
                  <a:cubicBezTo>
                    <a:pt x="21600" y="9257"/>
                    <a:pt x="21600" y="9257"/>
                    <a:pt x="21600" y="9257"/>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32" name="Shape">
              <a:extLst>
                <a:ext uri="{FF2B5EF4-FFF2-40B4-BE49-F238E27FC236}">
                  <a16:creationId xmlns:a16="http://schemas.microsoft.com/office/drawing/2014/main" id="{F696F391-22E5-82F3-815C-C52E2FDE58A2}"/>
                </a:ext>
              </a:extLst>
            </p:cNvPr>
            <p:cNvSpPr/>
            <p:nvPr/>
          </p:nvSpPr>
          <p:spPr>
            <a:xfrm>
              <a:off x="155635" y="646119"/>
              <a:ext cx="61313" cy="66027"/>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200"/>
                    <a:pt x="18514" y="21600"/>
                    <a:pt x="12343" y="21600"/>
                  </a:cubicBezTo>
                  <a:cubicBezTo>
                    <a:pt x="6171" y="21600"/>
                    <a:pt x="0" y="16200"/>
                    <a:pt x="0" y="10800"/>
                  </a:cubicBezTo>
                  <a:cubicBezTo>
                    <a:pt x="0" y="5400"/>
                    <a:pt x="6171" y="0"/>
                    <a:pt x="12343" y="0"/>
                  </a:cubicBezTo>
                  <a:cubicBezTo>
                    <a:pt x="18514" y="0"/>
                    <a:pt x="21600" y="5400"/>
                    <a:pt x="21600" y="10800"/>
                  </a:cubicBezTo>
                  <a:close/>
                  <a:moveTo>
                    <a:pt x="21600" y="10800"/>
                  </a:moveTo>
                  <a:cubicBezTo>
                    <a:pt x="21600" y="10800"/>
                    <a:pt x="21600" y="10800"/>
                    <a:pt x="21600" y="1080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33" name="Shape">
              <a:extLst>
                <a:ext uri="{FF2B5EF4-FFF2-40B4-BE49-F238E27FC236}">
                  <a16:creationId xmlns:a16="http://schemas.microsoft.com/office/drawing/2014/main" id="{0EF7E261-1346-6A3B-4506-50B933F97B77}"/>
                </a:ext>
              </a:extLst>
            </p:cNvPr>
            <p:cNvSpPr/>
            <p:nvPr/>
          </p:nvSpPr>
          <p:spPr>
            <a:xfrm>
              <a:off x="155635" y="358430"/>
              <a:ext cx="61313" cy="70745"/>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200"/>
                    <a:pt x="18514" y="21600"/>
                    <a:pt x="12343" y="21600"/>
                  </a:cubicBezTo>
                  <a:cubicBezTo>
                    <a:pt x="6171" y="21600"/>
                    <a:pt x="0" y="16200"/>
                    <a:pt x="0" y="10800"/>
                  </a:cubicBezTo>
                  <a:cubicBezTo>
                    <a:pt x="0" y="5400"/>
                    <a:pt x="6171" y="0"/>
                    <a:pt x="12343" y="0"/>
                  </a:cubicBezTo>
                  <a:cubicBezTo>
                    <a:pt x="18514" y="0"/>
                    <a:pt x="21600" y="5400"/>
                    <a:pt x="21600" y="10800"/>
                  </a:cubicBezTo>
                  <a:close/>
                  <a:moveTo>
                    <a:pt x="21600" y="10800"/>
                  </a:moveTo>
                  <a:cubicBezTo>
                    <a:pt x="21600" y="10800"/>
                    <a:pt x="21600" y="10800"/>
                    <a:pt x="21600" y="1080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34" name="Shape">
              <a:extLst>
                <a:ext uri="{FF2B5EF4-FFF2-40B4-BE49-F238E27FC236}">
                  <a16:creationId xmlns:a16="http://schemas.microsoft.com/office/drawing/2014/main" id="{61433AD8-5EF3-9E09-061C-EBDDEF48B913}"/>
                </a:ext>
              </a:extLst>
            </p:cNvPr>
            <p:cNvSpPr/>
            <p:nvPr/>
          </p:nvSpPr>
          <p:spPr>
            <a:xfrm>
              <a:off x="433889" y="646119"/>
              <a:ext cx="66028" cy="66027"/>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200"/>
                    <a:pt x="16200" y="21600"/>
                    <a:pt x="10800" y="21600"/>
                  </a:cubicBezTo>
                  <a:cubicBezTo>
                    <a:pt x="5400" y="21600"/>
                    <a:pt x="0" y="16200"/>
                    <a:pt x="0" y="10800"/>
                  </a:cubicBezTo>
                  <a:cubicBezTo>
                    <a:pt x="0" y="5400"/>
                    <a:pt x="5400" y="0"/>
                    <a:pt x="10800" y="0"/>
                  </a:cubicBezTo>
                  <a:cubicBezTo>
                    <a:pt x="16200" y="0"/>
                    <a:pt x="21600" y="5400"/>
                    <a:pt x="21600" y="10800"/>
                  </a:cubicBezTo>
                  <a:close/>
                  <a:moveTo>
                    <a:pt x="21600" y="10800"/>
                  </a:moveTo>
                  <a:cubicBezTo>
                    <a:pt x="21600" y="10800"/>
                    <a:pt x="21600" y="10800"/>
                    <a:pt x="21600" y="1080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35" name="Shape">
              <a:extLst>
                <a:ext uri="{FF2B5EF4-FFF2-40B4-BE49-F238E27FC236}">
                  <a16:creationId xmlns:a16="http://schemas.microsoft.com/office/drawing/2014/main" id="{F521E898-91D8-1BA0-0958-3796C7B79180}"/>
                </a:ext>
              </a:extLst>
            </p:cNvPr>
            <p:cNvSpPr/>
            <p:nvPr/>
          </p:nvSpPr>
          <p:spPr>
            <a:xfrm>
              <a:off x="-1" y="-1"/>
              <a:ext cx="726295" cy="1070578"/>
            </a:xfrm>
            <a:custGeom>
              <a:avLst/>
              <a:gdLst/>
              <a:ahLst/>
              <a:cxnLst>
                <a:cxn ang="0">
                  <a:pos x="wd2" y="hd2"/>
                </a:cxn>
                <a:cxn ang="5400000">
                  <a:pos x="wd2" y="hd2"/>
                </a:cxn>
                <a:cxn ang="10800000">
                  <a:pos x="wd2" y="hd2"/>
                </a:cxn>
                <a:cxn ang="16200000">
                  <a:pos x="wd2" y="hd2"/>
                </a:cxn>
              </a:cxnLst>
              <a:rect l="0" t="0" r="r" b="b"/>
              <a:pathLst>
                <a:path w="21600" h="21600" extrusionOk="0">
                  <a:moveTo>
                    <a:pt x="19543" y="9483"/>
                  </a:moveTo>
                  <a:cubicBezTo>
                    <a:pt x="19543" y="9483"/>
                    <a:pt x="19543" y="9483"/>
                    <a:pt x="19543" y="9483"/>
                  </a:cubicBezTo>
                  <a:cubicBezTo>
                    <a:pt x="19029" y="8254"/>
                    <a:pt x="18257" y="7200"/>
                    <a:pt x="17229" y="6322"/>
                  </a:cubicBezTo>
                  <a:cubicBezTo>
                    <a:pt x="15686" y="1054"/>
                    <a:pt x="15686" y="1054"/>
                    <a:pt x="15686" y="1054"/>
                  </a:cubicBezTo>
                  <a:cubicBezTo>
                    <a:pt x="15686" y="527"/>
                    <a:pt x="14657" y="0"/>
                    <a:pt x="13886" y="0"/>
                  </a:cubicBezTo>
                  <a:cubicBezTo>
                    <a:pt x="5914" y="0"/>
                    <a:pt x="5914" y="0"/>
                    <a:pt x="5914" y="0"/>
                  </a:cubicBezTo>
                  <a:cubicBezTo>
                    <a:pt x="4886" y="0"/>
                    <a:pt x="4114" y="527"/>
                    <a:pt x="3857" y="1054"/>
                  </a:cubicBezTo>
                  <a:cubicBezTo>
                    <a:pt x="2571" y="6146"/>
                    <a:pt x="2571" y="6146"/>
                    <a:pt x="2571" y="6146"/>
                  </a:cubicBezTo>
                  <a:cubicBezTo>
                    <a:pt x="1029" y="7376"/>
                    <a:pt x="0" y="8956"/>
                    <a:pt x="0" y="10712"/>
                  </a:cubicBezTo>
                  <a:cubicBezTo>
                    <a:pt x="0" y="12468"/>
                    <a:pt x="771" y="14049"/>
                    <a:pt x="2571" y="15278"/>
                  </a:cubicBezTo>
                  <a:cubicBezTo>
                    <a:pt x="3857" y="20546"/>
                    <a:pt x="3857" y="20546"/>
                    <a:pt x="3857" y="20546"/>
                  </a:cubicBezTo>
                  <a:cubicBezTo>
                    <a:pt x="4114" y="21073"/>
                    <a:pt x="4886" y="21600"/>
                    <a:pt x="5914" y="21600"/>
                  </a:cubicBezTo>
                  <a:cubicBezTo>
                    <a:pt x="13629" y="21600"/>
                    <a:pt x="13629" y="21600"/>
                    <a:pt x="13629" y="21600"/>
                  </a:cubicBezTo>
                  <a:cubicBezTo>
                    <a:pt x="14657" y="21600"/>
                    <a:pt x="15429" y="21073"/>
                    <a:pt x="15686" y="20546"/>
                  </a:cubicBezTo>
                  <a:cubicBezTo>
                    <a:pt x="16971" y="15278"/>
                    <a:pt x="16971" y="15278"/>
                    <a:pt x="16971" y="15278"/>
                  </a:cubicBezTo>
                  <a:cubicBezTo>
                    <a:pt x="18257" y="14400"/>
                    <a:pt x="19029" y="13346"/>
                    <a:pt x="19543" y="12117"/>
                  </a:cubicBezTo>
                  <a:cubicBezTo>
                    <a:pt x="19543" y="12117"/>
                    <a:pt x="19543" y="12117"/>
                    <a:pt x="19543" y="12117"/>
                  </a:cubicBezTo>
                  <a:cubicBezTo>
                    <a:pt x="20829" y="12117"/>
                    <a:pt x="21600" y="11590"/>
                    <a:pt x="21600" y="10712"/>
                  </a:cubicBezTo>
                  <a:cubicBezTo>
                    <a:pt x="21600" y="10010"/>
                    <a:pt x="20829" y="9483"/>
                    <a:pt x="19543" y="9483"/>
                  </a:cubicBezTo>
                  <a:close/>
                  <a:moveTo>
                    <a:pt x="5914" y="1405"/>
                  </a:moveTo>
                  <a:cubicBezTo>
                    <a:pt x="13886" y="1405"/>
                    <a:pt x="13886" y="1405"/>
                    <a:pt x="13886" y="1405"/>
                  </a:cubicBezTo>
                  <a:cubicBezTo>
                    <a:pt x="14914" y="4917"/>
                    <a:pt x="14914" y="4917"/>
                    <a:pt x="14914" y="4917"/>
                  </a:cubicBezTo>
                  <a:cubicBezTo>
                    <a:pt x="13371" y="4390"/>
                    <a:pt x="11571" y="4039"/>
                    <a:pt x="9771" y="4039"/>
                  </a:cubicBezTo>
                  <a:cubicBezTo>
                    <a:pt x="7971" y="4039"/>
                    <a:pt x="6429" y="4390"/>
                    <a:pt x="4886" y="4917"/>
                  </a:cubicBezTo>
                  <a:lnTo>
                    <a:pt x="5914" y="1405"/>
                  </a:lnTo>
                  <a:close/>
                  <a:moveTo>
                    <a:pt x="13629" y="20195"/>
                  </a:moveTo>
                  <a:cubicBezTo>
                    <a:pt x="5914" y="20195"/>
                    <a:pt x="5914" y="20195"/>
                    <a:pt x="5914" y="20195"/>
                  </a:cubicBezTo>
                  <a:cubicBezTo>
                    <a:pt x="4886" y="16683"/>
                    <a:pt x="4886" y="16683"/>
                    <a:pt x="4886" y="16683"/>
                  </a:cubicBezTo>
                  <a:cubicBezTo>
                    <a:pt x="6171" y="17210"/>
                    <a:pt x="7971" y="17561"/>
                    <a:pt x="9771" y="17561"/>
                  </a:cubicBezTo>
                  <a:cubicBezTo>
                    <a:pt x="11571" y="17561"/>
                    <a:pt x="13114" y="17210"/>
                    <a:pt x="14657" y="16683"/>
                  </a:cubicBezTo>
                  <a:lnTo>
                    <a:pt x="13629" y="20195"/>
                  </a:lnTo>
                  <a:close/>
                  <a:moveTo>
                    <a:pt x="9771" y="16156"/>
                  </a:moveTo>
                  <a:cubicBezTo>
                    <a:pt x="5400" y="16156"/>
                    <a:pt x="1800" y="13698"/>
                    <a:pt x="1800" y="10712"/>
                  </a:cubicBezTo>
                  <a:cubicBezTo>
                    <a:pt x="1800" y="7902"/>
                    <a:pt x="5400" y="5444"/>
                    <a:pt x="9771" y="5444"/>
                  </a:cubicBezTo>
                  <a:cubicBezTo>
                    <a:pt x="14143" y="5444"/>
                    <a:pt x="17743" y="7902"/>
                    <a:pt x="17743" y="10712"/>
                  </a:cubicBezTo>
                  <a:cubicBezTo>
                    <a:pt x="17743" y="13698"/>
                    <a:pt x="14143" y="16156"/>
                    <a:pt x="9771" y="16156"/>
                  </a:cubicBezTo>
                  <a:close/>
                  <a:moveTo>
                    <a:pt x="9771" y="16156"/>
                  </a:moveTo>
                  <a:cubicBezTo>
                    <a:pt x="9771" y="16156"/>
                    <a:pt x="9771" y="16156"/>
                    <a:pt x="9771" y="16156"/>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36" name="Shape">
              <a:extLst>
                <a:ext uri="{FF2B5EF4-FFF2-40B4-BE49-F238E27FC236}">
                  <a16:creationId xmlns:a16="http://schemas.microsoft.com/office/drawing/2014/main" id="{50852C8C-3EE8-3EEC-2D24-9662672B4A0D}"/>
                </a:ext>
              </a:extLst>
            </p:cNvPr>
            <p:cNvSpPr/>
            <p:nvPr/>
          </p:nvSpPr>
          <p:spPr>
            <a:xfrm>
              <a:off x="292403" y="367862"/>
              <a:ext cx="202799" cy="19808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20661" y="0"/>
                    <a:pt x="20661" y="0"/>
                    <a:pt x="19722" y="0"/>
                  </a:cubicBezTo>
                  <a:cubicBezTo>
                    <a:pt x="939" y="15965"/>
                    <a:pt x="939" y="15965"/>
                    <a:pt x="939" y="15965"/>
                  </a:cubicBezTo>
                  <a:cubicBezTo>
                    <a:pt x="939" y="16904"/>
                    <a:pt x="0" y="16904"/>
                    <a:pt x="0" y="18783"/>
                  </a:cubicBezTo>
                  <a:cubicBezTo>
                    <a:pt x="0" y="19722"/>
                    <a:pt x="0" y="19722"/>
                    <a:pt x="939" y="20661"/>
                  </a:cubicBezTo>
                  <a:cubicBezTo>
                    <a:pt x="1878" y="21600"/>
                    <a:pt x="2817" y="21600"/>
                    <a:pt x="3757" y="21600"/>
                  </a:cubicBezTo>
                  <a:cubicBezTo>
                    <a:pt x="4696" y="21600"/>
                    <a:pt x="5635" y="21600"/>
                    <a:pt x="6574" y="20661"/>
                  </a:cubicBezTo>
                  <a:cubicBezTo>
                    <a:pt x="13148" y="13148"/>
                    <a:pt x="13148" y="13148"/>
                    <a:pt x="13148" y="13148"/>
                  </a:cubicBezTo>
                  <a:cubicBezTo>
                    <a:pt x="21600" y="1878"/>
                    <a:pt x="21600" y="1878"/>
                    <a:pt x="21600" y="1878"/>
                  </a:cubicBezTo>
                  <a:cubicBezTo>
                    <a:pt x="21600" y="1878"/>
                    <a:pt x="21600" y="939"/>
                    <a:pt x="21600" y="0"/>
                  </a:cubicBezTo>
                  <a:close/>
                  <a:moveTo>
                    <a:pt x="21600" y="0"/>
                  </a:moveTo>
                  <a:cubicBezTo>
                    <a:pt x="21600" y="0"/>
                    <a:pt x="21600" y="0"/>
                    <a:pt x="21600" y="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grpSp>
      <p:sp>
        <p:nvSpPr>
          <p:cNvPr id="137" name="Shape">
            <a:extLst>
              <a:ext uri="{FF2B5EF4-FFF2-40B4-BE49-F238E27FC236}">
                <a16:creationId xmlns:a16="http://schemas.microsoft.com/office/drawing/2014/main" id="{8E2ED31B-0486-5612-479E-B0D53A53BC09}"/>
              </a:ext>
            </a:extLst>
          </p:cNvPr>
          <p:cNvSpPr/>
          <p:nvPr/>
        </p:nvSpPr>
        <p:spPr>
          <a:xfrm>
            <a:off x="6965385" y="2031081"/>
            <a:ext cx="520546" cy="356332"/>
          </a:xfrm>
          <a:custGeom>
            <a:avLst/>
            <a:gdLst/>
            <a:ahLst/>
            <a:cxnLst>
              <a:cxn ang="0">
                <a:pos x="wd2" y="hd2"/>
              </a:cxn>
              <a:cxn ang="5400000">
                <a:pos x="wd2" y="hd2"/>
              </a:cxn>
              <a:cxn ang="10800000">
                <a:pos x="wd2" y="hd2"/>
              </a:cxn>
              <a:cxn ang="16200000">
                <a:pos x="wd2" y="hd2"/>
              </a:cxn>
            </a:cxnLst>
            <a:rect l="0" t="0" r="r" b="b"/>
            <a:pathLst>
              <a:path w="21600" h="21600" extrusionOk="0">
                <a:moveTo>
                  <a:pt x="17561" y="7766"/>
                </a:moveTo>
                <a:cubicBezTo>
                  <a:pt x="17210" y="3398"/>
                  <a:pt x="14576" y="0"/>
                  <a:pt x="11415" y="0"/>
                </a:cubicBezTo>
                <a:cubicBezTo>
                  <a:pt x="8956" y="0"/>
                  <a:pt x="7024" y="2184"/>
                  <a:pt x="5971" y="4854"/>
                </a:cubicBezTo>
                <a:cubicBezTo>
                  <a:pt x="5620" y="4854"/>
                  <a:pt x="5444" y="4854"/>
                  <a:pt x="5093" y="4854"/>
                </a:cubicBezTo>
                <a:cubicBezTo>
                  <a:pt x="3337" y="4854"/>
                  <a:pt x="2107" y="6553"/>
                  <a:pt x="2107" y="8980"/>
                </a:cubicBezTo>
                <a:cubicBezTo>
                  <a:pt x="2107" y="9465"/>
                  <a:pt x="2107" y="9708"/>
                  <a:pt x="2283" y="10193"/>
                </a:cubicBezTo>
                <a:cubicBezTo>
                  <a:pt x="878" y="11407"/>
                  <a:pt x="0" y="13106"/>
                  <a:pt x="0" y="15533"/>
                </a:cubicBezTo>
                <a:cubicBezTo>
                  <a:pt x="0" y="18688"/>
                  <a:pt x="1932" y="21600"/>
                  <a:pt x="4390" y="21600"/>
                </a:cubicBezTo>
                <a:cubicBezTo>
                  <a:pt x="16507" y="21600"/>
                  <a:pt x="16507" y="21600"/>
                  <a:pt x="16507" y="21600"/>
                </a:cubicBezTo>
                <a:cubicBezTo>
                  <a:pt x="19317" y="21600"/>
                  <a:pt x="21600" y="18445"/>
                  <a:pt x="21600" y="14562"/>
                </a:cubicBezTo>
                <a:cubicBezTo>
                  <a:pt x="21600" y="11164"/>
                  <a:pt x="19844" y="8252"/>
                  <a:pt x="17561" y="7766"/>
                </a:cubicBezTo>
                <a:close/>
                <a:moveTo>
                  <a:pt x="16507" y="19658"/>
                </a:moveTo>
                <a:cubicBezTo>
                  <a:pt x="16507" y="19658"/>
                  <a:pt x="16507" y="19658"/>
                  <a:pt x="16507" y="19658"/>
                </a:cubicBezTo>
                <a:cubicBezTo>
                  <a:pt x="4390" y="19658"/>
                  <a:pt x="4390" y="19658"/>
                  <a:pt x="4390" y="19658"/>
                </a:cubicBezTo>
                <a:cubicBezTo>
                  <a:pt x="2810" y="19658"/>
                  <a:pt x="1405" y="17717"/>
                  <a:pt x="1405" y="15533"/>
                </a:cubicBezTo>
                <a:cubicBezTo>
                  <a:pt x="1405" y="14076"/>
                  <a:pt x="1932" y="12620"/>
                  <a:pt x="2810" y="11892"/>
                </a:cubicBezTo>
                <a:cubicBezTo>
                  <a:pt x="3863" y="11164"/>
                  <a:pt x="3863" y="10921"/>
                  <a:pt x="3512" y="9708"/>
                </a:cubicBezTo>
                <a:cubicBezTo>
                  <a:pt x="3512" y="9465"/>
                  <a:pt x="3337" y="9222"/>
                  <a:pt x="3337" y="8980"/>
                </a:cubicBezTo>
                <a:cubicBezTo>
                  <a:pt x="3337" y="7766"/>
                  <a:pt x="4215" y="6553"/>
                  <a:pt x="5093" y="6553"/>
                </a:cubicBezTo>
                <a:cubicBezTo>
                  <a:pt x="5093" y="6553"/>
                  <a:pt x="5444" y="6553"/>
                  <a:pt x="5971" y="6796"/>
                </a:cubicBezTo>
                <a:cubicBezTo>
                  <a:pt x="6849" y="7281"/>
                  <a:pt x="6849" y="6796"/>
                  <a:pt x="7200" y="5825"/>
                </a:cubicBezTo>
                <a:cubicBezTo>
                  <a:pt x="8078" y="3398"/>
                  <a:pt x="9659" y="1942"/>
                  <a:pt x="11415" y="1942"/>
                </a:cubicBezTo>
                <a:cubicBezTo>
                  <a:pt x="13873" y="1942"/>
                  <a:pt x="15980" y="4369"/>
                  <a:pt x="16156" y="7766"/>
                </a:cubicBezTo>
                <a:cubicBezTo>
                  <a:pt x="16156" y="9222"/>
                  <a:pt x="16156" y="9222"/>
                  <a:pt x="17210" y="9465"/>
                </a:cubicBezTo>
                <a:cubicBezTo>
                  <a:pt x="18966" y="9951"/>
                  <a:pt x="20195" y="12135"/>
                  <a:pt x="20195" y="14562"/>
                </a:cubicBezTo>
                <a:cubicBezTo>
                  <a:pt x="20195" y="17231"/>
                  <a:pt x="18615" y="19658"/>
                  <a:pt x="16507" y="19658"/>
                </a:cubicBezTo>
                <a:close/>
                <a:moveTo>
                  <a:pt x="16507" y="19658"/>
                </a:moveTo>
                <a:cubicBezTo>
                  <a:pt x="16507" y="19658"/>
                  <a:pt x="16507" y="19658"/>
                  <a:pt x="16507" y="19658"/>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38" name="Shape">
            <a:extLst>
              <a:ext uri="{FF2B5EF4-FFF2-40B4-BE49-F238E27FC236}">
                <a16:creationId xmlns:a16="http://schemas.microsoft.com/office/drawing/2014/main" id="{495679BE-1270-9333-E589-CE0FD7DB3456}"/>
              </a:ext>
            </a:extLst>
          </p:cNvPr>
          <p:cNvSpPr/>
          <p:nvPr/>
        </p:nvSpPr>
        <p:spPr>
          <a:xfrm>
            <a:off x="7963267" y="1996223"/>
            <a:ext cx="520547" cy="424113"/>
          </a:xfrm>
          <a:custGeom>
            <a:avLst/>
            <a:gdLst/>
            <a:ahLst/>
            <a:cxnLst>
              <a:cxn ang="0">
                <a:pos x="wd2" y="hd2"/>
              </a:cxn>
              <a:cxn ang="5400000">
                <a:pos x="wd2" y="hd2"/>
              </a:cxn>
              <a:cxn ang="10800000">
                <a:pos x="wd2" y="hd2"/>
              </a:cxn>
              <a:cxn ang="16200000">
                <a:pos x="wd2" y="hd2"/>
              </a:cxn>
            </a:cxnLst>
            <a:rect l="0" t="0" r="r" b="b"/>
            <a:pathLst>
              <a:path w="21600" h="21600" extrusionOk="0">
                <a:moveTo>
                  <a:pt x="21600" y="20187"/>
                </a:moveTo>
                <a:cubicBezTo>
                  <a:pt x="21600" y="20994"/>
                  <a:pt x="20898" y="21600"/>
                  <a:pt x="20195" y="21600"/>
                </a:cubicBezTo>
                <a:cubicBezTo>
                  <a:pt x="19493" y="21600"/>
                  <a:pt x="18790" y="20994"/>
                  <a:pt x="18790" y="20187"/>
                </a:cubicBezTo>
                <a:cubicBezTo>
                  <a:pt x="18790" y="19178"/>
                  <a:pt x="19493" y="16957"/>
                  <a:pt x="20195" y="16957"/>
                </a:cubicBezTo>
                <a:cubicBezTo>
                  <a:pt x="20898" y="16957"/>
                  <a:pt x="21600" y="19178"/>
                  <a:pt x="21600" y="20187"/>
                </a:cubicBezTo>
                <a:close/>
                <a:moveTo>
                  <a:pt x="19493" y="8479"/>
                </a:moveTo>
                <a:cubicBezTo>
                  <a:pt x="19493" y="15544"/>
                  <a:pt x="19493" y="15544"/>
                  <a:pt x="19493" y="15544"/>
                </a:cubicBezTo>
                <a:cubicBezTo>
                  <a:pt x="19493" y="15948"/>
                  <a:pt x="19844" y="16150"/>
                  <a:pt x="20195" y="16150"/>
                </a:cubicBezTo>
                <a:cubicBezTo>
                  <a:pt x="20546" y="16150"/>
                  <a:pt x="20898" y="15948"/>
                  <a:pt x="20898" y="15544"/>
                </a:cubicBezTo>
                <a:cubicBezTo>
                  <a:pt x="20898" y="8479"/>
                  <a:pt x="20898" y="8479"/>
                  <a:pt x="20898" y="8479"/>
                </a:cubicBezTo>
                <a:cubicBezTo>
                  <a:pt x="20898" y="8075"/>
                  <a:pt x="20546" y="7671"/>
                  <a:pt x="20195" y="7671"/>
                </a:cubicBezTo>
                <a:cubicBezTo>
                  <a:pt x="19844" y="7671"/>
                  <a:pt x="19493" y="8075"/>
                  <a:pt x="19493" y="8479"/>
                </a:cubicBezTo>
                <a:close/>
                <a:moveTo>
                  <a:pt x="20020" y="6864"/>
                </a:moveTo>
                <a:cubicBezTo>
                  <a:pt x="18263" y="7267"/>
                  <a:pt x="18263" y="7267"/>
                  <a:pt x="18263" y="7267"/>
                </a:cubicBezTo>
                <a:cubicBezTo>
                  <a:pt x="18263" y="13929"/>
                  <a:pt x="18263" y="13929"/>
                  <a:pt x="18263" y="13929"/>
                </a:cubicBezTo>
                <a:cubicBezTo>
                  <a:pt x="18263" y="15948"/>
                  <a:pt x="16156" y="17764"/>
                  <a:pt x="10712" y="17764"/>
                </a:cubicBezTo>
                <a:cubicBezTo>
                  <a:pt x="5444" y="17764"/>
                  <a:pt x="3337" y="15948"/>
                  <a:pt x="3337" y="13929"/>
                </a:cubicBezTo>
                <a:cubicBezTo>
                  <a:pt x="3337" y="7267"/>
                  <a:pt x="3337" y="7267"/>
                  <a:pt x="3337" y="7267"/>
                </a:cubicBezTo>
                <a:cubicBezTo>
                  <a:pt x="1580" y="6864"/>
                  <a:pt x="1580" y="6864"/>
                  <a:pt x="1580" y="6864"/>
                </a:cubicBezTo>
                <a:cubicBezTo>
                  <a:pt x="702" y="6662"/>
                  <a:pt x="0" y="5652"/>
                  <a:pt x="0" y="4643"/>
                </a:cubicBezTo>
                <a:cubicBezTo>
                  <a:pt x="0" y="3432"/>
                  <a:pt x="702" y="2624"/>
                  <a:pt x="1580" y="2422"/>
                </a:cubicBezTo>
                <a:cubicBezTo>
                  <a:pt x="10361" y="0"/>
                  <a:pt x="10361" y="0"/>
                  <a:pt x="10361" y="0"/>
                </a:cubicBezTo>
                <a:cubicBezTo>
                  <a:pt x="10537" y="0"/>
                  <a:pt x="10712" y="0"/>
                  <a:pt x="10712" y="0"/>
                </a:cubicBezTo>
                <a:cubicBezTo>
                  <a:pt x="10888" y="0"/>
                  <a:pt x="11063" y="0"/>
                  <a:pt x="11239" y="0"/>
                </a:cubicBezTo>
                <a:cubicBezTo>
                  <a:pt x="20020" y="2422"/>
                  <a:pt x="20020" y="2422"/>
                  <a:pt x="20020" y="2422"/>
                </a:cubicBezTo>
                <a:cubicBezTo>
                  <a:pt x="20898" y="2624"/>
                  <a:pt x="21600" y="3432"/>
                  <a:pt x="21600" y="4643"/>
                </a:cubicBezTo>
                <a:cubicBezTo>
                  <a:pt x="21600" y="5652"/>
                  <a:pt x="20898" y="6662"/>
                  <a:pt x="20020" y="6864"/>
                </a:cubicBezTo>
                <a:close/>
                <a:moveTo>
                  <a:pt x="16859" y="7671"/>
                </a:moveTo>
                <a:cubicBezTo>
                  <a:pt x="11239" y="9286"/>
                  <a:pt x="11239" y="9286"/>
                  <a:pt x="11239" y="9286"/>
                </a:cubicBezTo>
                <a:cubicBezTo>
                  <a:pt x="11063" y="9286"/>
                  <a:pt x="10888" y="9286"/>
                  <a:pt x="10712" y="9286"/>
                </a:cubicBezTo>
                <a:cubicBezTo>
                  <a:pt x="10712" y="9286"/>
                  <a:pt x="10537" y="9286"/>
                  <a:pt x="10361" y="9286"/>
                </a:cubicBezTo>
                <a:cubicBezTo>
                  <a:pt x="4741" y="7671"/>
                  <a:pt x="4741" y="7671"/>
                  <a:pt x="4741" y="7671"/>
                </a:cubicBezTo>
                <a:cubicBezTo>
                  <a:pt x="4741" y="13929"/>
                  <a:pt x="4741" y="13929"/>
                  <a:pt x="4741" y="13929"/>
                </a:cubicBezTo>
                <a:cubicBezTo>
                  <a:pt x="4741" y="14736"/>
                  <a:pt x="6673" y="16150"/>
                  <a:pt x="10712" y="16150"/>
                </a:cubicBezTo>
                <a:cubicBezTo>
                  <a:pt x="14751" y="16150"/>
                  <a:pt x="16859" y="14736"/>
                  <a:pt x="16859" y="13929"/>
                </a:cubicBezTo>
                <a:lnTo>
                  <a:pt x="16859" y="7671"/>
                </a:lnTo>
                <a:close/>
                <a:moveTo>
                  <a:pt x="19668" y="5450"/>
                </a:moveTo>
                <a:cubicBezTo>
                  <a:pt x="20020" y="5249"/>
                  <a:pt x="20195" y="5047"/>
                  <a:pt x="20195" y="4643"/>
                </a:cubicBezTo>
                <a:cubicBezTo>
                  <a:pt x="20195" y="4239"/>
                  <a:pt x="20020" y="3836"/>
                  <a:pt x="19668" y="3836"/>
                </a:cubicBezTo>
                <a:cubicBezTo>
                  <a:pt x="10888" y="1615"/>
                  <a:pt x="10888" y="1615"/>
                  <a:pt x="10888" y="1615"/>
                </a:cubicBezTo>
                <a:cubicBezTo>
                  <a:pt x="10712" y="1413"/>
                  <a:pt x="10712" y="1413"/>
                  <a:pt x="10712" y="1413"/>
                </a:cubicBezTo>
                <a:cubicBezTo>
                  <a:pt x="10712" y="1615"/>
                  <a:pt x="10712" y="1615"/>
                  <a:pt x="10712" y="1615"/>
                </a:cubicBezTo>
                <a:cubicBezTo>
                  <a:pt x="1932" y="3836"/>
                  <a:pt x="1932" y="3836"/>
                  <a:pt x="1932" y="3836"/>
                </a:cubicBezTo>
                <a:cubicBezTo>
                  <a:pt x="1580" y="3836"/>
                  <a:pt x="1405" y="4239"/>
                  <a:pt x="1405" y="4643"/>
                </a:cubicBezTo>
                <a:cubicBezTo>
                  <a:pt x="1405" y="5047"/>
                  <a:pt x="1580" y="5249"/>
                  <a:pt x="1932" y="5450"/>
                </a:cubicBezTo>
                <a:cubicBezTo>
                  <a:pt x="10712" y="7671"/>
                  <a:pt x="10712" y="7671"/>
                  <a:pt x="10712" y="7671"/>
                </a:cubicBezTo>
                <a:cubicBezTo>
                  <a:pt x="10712" y="7671"/>
                  <a:pt x="10712" y="7671"/>
                  <a:pt x="10712" y="7671"/>
                </a:cubicBezTo>
                <a:cubicBezTo>
                  <a:pt x="10888" y="7671"/>
                  <a:pt x="10888" y="7671"/>
                  <a:pt x="10888" y="7671"/>
                </a:cubicBezTo>
                <a:lnTo>
                  <a:pt x="19668" y="5450"/>
                </a:lnTo>
                <a:close/>
                <a:moveTo>
                  <a:pt x="19668" y="5450"/>
                </a:moveTo>
                <a:cubicBezTo>
                  <a:pt x="19668" y="5450"/>
                  <a:pt x="19668" y="5450"/>
                  <a:pt x="19668" y="5450"/>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39" name="Shape">
            <a:extLst>
              <a:ext uri="{FF2B5EF4-FFF2-40B4-BE49-F238E27FC236}">
                <a16:creationId xmlns:a16="http://schemas.microsoft.com/office/drawing/2014/main" id="{BAAA4FAE-1939-A10E-D75B-E2AF7039DA68}"/>
              </a:ext>
            </a:extLst>
          </p:cNvPr>
          <p:cNvSpPr/>
          <p:nvPr/>
        </p:nvSpPr>
        <p:spPr>
          <a:xfrm>
            <a:off x="8963717" y="1978794"/>
            <a:ext cx="480364" cy="455098"/>
          </a:xfrm>
          <a:custGeom>
            <a:avLst/>
            <a:gdLst/>
            <a:ahLst/>
            <a:cxnLst>
              <a:cxn ang="0">
                <a:pos x="wd2" y="hd2"/>
              </a:cxn>
              <a:cxn ang="5400000">
                <a:pos x="wd2" y="hd2"/>
              </a:cxn>
              <a:cxn ang="10800000">
                <a:pos x="wd2" y="hd2"/>
              </a:cxn>
              <a:cxn ang="16200000">
                <a:pos x="wd2" y="hd2"/>
              </a:cxn>
            </a:cxnLst>
            <a:rect l="0" t="0" r="r" b="b"/>
            <a:pathLst>
              <a:path w="21368" h="21600" extrusionOk="0">
                <a:moveTo>
                  <a:pt x="20735" y="19137"/>
                </a:moveTo>
                <a:cubicBezTo>
                  <a:pt x="20547" y="19137"/>
                  <a:pt x="18105" y="17432"/>
                  <a:pt x="14536" y="16674"/>
                </a:cubicBezTo>
                <a:cubicBezTo>
                  <a:pt x="15851" y="14968"/>
                  <a:pt x="16790" y="12695"/>
                  <a:pt x="17166" y="11179"/>
                </a:cubicBezTo>
                <a:cubicBezTo>
                  <a:pt x="17542" y="9095"/>
                  <a:pt x="17354" y="4926"/>
                  <a:pt x="15476" y="2274"/>
                </a:cubicBezTo>
                <a:cubicBezTo>
                  <a:pt x="14161" y="758"/>
                  <a:pt x="12658" y="0"/>
                  <a:pt x="10592" y="0"/>
                </a:cubicBezTo>
                <a:cubicBezTo>
                  <a:pt x="8714" y="0"/>
                  <a:pt x="7023" y="758"/>
                  <a:pt x="5896" y="2274"/>
                </a:cubicBezTo>
                <a:cubicBezTo>
                  <a:pt x="3830" y="4926"/>
                  <a:pt x="3643" y="9095"/>
                  <a:pt x="4206" y="11179"/>
                </a:cubicBezTo>
                <a:cubicBezTo>
                  <a:pt x="4582" y="12695"/>
                  <a:pt x="5333" y="14968"/>
                  <a:pt x="6648" y="16674"/>
                </a:cubicBezTo>
                <a:cubicBezTo>
                  <a:pt x="3079" y="17432"/>
                  <a:pt x="637" y="19137"/>
                  <a:pt x="449" y="19137"/>
                </a:cubicBezTo>
                <a:cubicBezTo>
                  <a:pt x="74" y="19516"/>
                  <a:pt x="-114" y="20084"/>
                  <a:pt x="74" y="20653"/>
                </a:cubicBezTo>
                <a:cubicBezTo>
                  <a:pt x="74" y="21221"/>
                  <a:pt x="637" y="21600"/>
                  <a:pt x="1201" y="21600"/>
                </a:cubicBezTo>
                <a:cubicBezTo>
                  <a:pt x="19983" y="21600"/>
                  <a:pt x="19983" y="21600"/>
                  <a:pt x="19983" y="21600"/>
                </a:cubicBezTo>
                <a:cubicBezTo>
                  <a:pt x="20547" y="21600"/>
                  <a:pt x="21110" y="21221"/>
                  <a:pt x="21298" y="20653"/>
                </a:cubicBezTo>
                <a:cubicBezTo>
                  <a:pt x="21486" y="20084"/>
                  <a:pt x="21298" y="19516"/>
                  <a:pt x="20735" y="19137"/>
                </a:cubicBezTo>
                <a:close/>
                <a:moveTo>
                  <a:pt x="5333" y="7200"/>
                </a:moveTo>
                <a:cubicBezTo>
                  <a:pt x="5709" y="4358"/>
                  <a:pt x="7399" y="1326"/>
                  <a:pt x="10592" y="1326"/>
                </a:cubicBezTo>
                <a:cubicBezTo>
                  <a:pt x="13973" y="1326"/>
                  <a:pt x="15476" y="4358"/>
                  <a:pt x="15851" y="7200"/>
                </a:cubicBezTo>
                <a:cubicBezTo>
                  <a:pt x="16227" y="10232"/>
                  <a:pt x="15288" y="13453"/>
                  <a:pt x="13409" y="15726"/>
                </a:cubicBezTo>
                <a:cubicBezTo>
                  <a:pt x="13222" y="16105"/>
                  <a:pt x="13222" y="16105"/>
                  <a:pt x="13222" y="16105"/>
                </a:cubicBezTo>
                <a:cubicBezTo>
                  <a:pt x="11719" y="18000"/>
                  <a:pt x="9653" y="18000"/>
                  <a:pt x="7963" y="16105"/>
                </a:cubicBezTo>
                <a:cubicBezTo>
                  <a:pt x="7775" y="15726"/>
                  <a:pt x="7775" y="15726"/>
                  <a:pt x="7775" y="15726"/>
                </a:cubicBezTo>
                <a:cubicBezTo>
                  <a:pt x="5896" y="13453"/>
                  <a:pt x="4957" y="10232"/>
                  <a:pt x="5333" y="7200"/>
                </a:cubicBezTo>
                <a:close/>
                <a:moveTo>
                  <a:pt x="1201" y="20274"/>
                </a:moveTo>
                <a:cubicBezTo>
                  <a:pt x="1389" y="20274"/>
                  <a:pt x="3643" y="18758"/>
                  <a:pt x="7023" y="18000"/>
                </a:cubicBezTo>
                <a:cubicBezTo>
                  <a:pt x="8714" y="17621"/>
                  <a:pt x="8714" y="17621"/>
                  <a:pt x="8714" y="17621"/>
                </a:cubicBezTo>
                <a:cubicBezTo>
                  <a:pt x="9277" y="18000"/>
                  <a:pt x="9841" y="18189"/>
                  <a:pt x="10592" y="18189"/>
                </a:cubicBezTo>
                <a:cubicBezTo>
                  <a:pt x="11343" y="18189"/>
                  <a:pt x="12095" y="18000"/>
                  <a:pt x="12658" y="17621"/>
                </a:cubicBezTo>
                <a:cubicBezTo>
                  <a:pt x="14349" y="18000"/>
                  <a:pt x="14349" y="18000"/>
                  <a:pt x="14349" y="18000"/>
                </a:cubicBezTo>
                <a:cubicBezTo>
                  <a:pt x="17542" y="18758"/>
                  <a:pt x="19983" y="20084"/>
                  <a:pt x="19983" y="20274"/>
                </a:cubicBezTo>
                <a:lnTo>
                  <a:pt x="1201" y="20274"/>
                </a:lnTo>
                <a:close/>
                <a:moveTo>
                  <a:pt x="1201" y="20274"/>
                </a:moveTo>
                <a:cubicBezTo>
                  <a:pt x="1201" y="20274"/>
                  <a:pt x="1201" y="20274"/>
                  <a:pt x="1201" y="20274"/>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40" name="Shape">
            <a:extLst>
              <a:ext uri="{FF2B5EF4-FFF2-40B4-BE49-F238E27FC236}">
                <a16:creationId xmlns:a16="http://schemas.microsoft.com/office/drawing/2014/main" id="{C47E4AF9-7A65-A860-BBA1-F0590C63A014}"/>
              </a:ext>
            </a:extLst>
          </p:cNvPr>
          <p:cNvSpPr/>
          <p:nvPr/>
        </p:nvSpPr>
        <p:spPr>
          <a:xfrm>
            <a:off x="9927807" y="1972984"/>
            <a:ext cx="516865" cy="470592"/>
          </a:xfrm>
          <a:custGeom>
            <a:avLst/>
            <a:gdLst/>
            <a:ahLst/>
            <a:cxnLst>
              <a:cxn ang="0">
                <a:pos x="wd2" y="hd2"/>
              </a:cxn>
              <a:cxn ang="5400000">
                <a:pos x="wd2" y="hd2"/>
              </a:cxn>
              <a:cxn ang="10800000">
                <a:pos x="wd2" y="hd2"/>
              </a:cxn>
              <a:cxn ang="16200000">
                <a:pos x="wd2" y="hd2"/>
              </a:cxn>
            </a:cxnLst>
            <a:rect l="0" t="0" r="r" b="b"/>
            <a:pathLst>
              <a:path w="21363" h="21600" extrusionOk="0">
                <a:moveTo>
                  <a:pt x="21182" y="8054"/>
                </a:moveTo>
                <a:cubicBezTo>
                  <a:pt x="21007" y="7505"/>
                  <a:pt x="20659" y="7139"/>
                  <a:pt x="19962" y="6956"/>
                </a:cubicBezTo>
                <a:cubicBezTo>
                  <a:pt x="14388" y="6041"/>
                  <a:pt x="14388" y="6041"/>
                  <a:pt x="14388" y="6041"/>
                </a:cubicBezTo>
                <a:cubicBezTo>
                  <a:pt x="12124" y="915"/>
                  <a:pt x="12124" y="915"/>
                  <a:pt x="12124" y="915"/>
                </a:cubicBezTo>
                <a:cubicBezTo>
                  <a:pt x="11775" y="183"/>
                  <a:pt x="11253" y="0"/>
                  <a:pt x="10730" y="0"/>
                </a:cubicBezTo>
                <a:cubicBezTo>
                  <a:pt x="10033" y="0"/>
                  <a:pt x="9511" y="183"/>
                  <a:pt x="9336" y="915"/>
                </a:cubicBezTo>
                <a:cubicBezTo>
                  <a:pt x="6898" y="6041"/>
                  <a:pt x="6898" y="6041"/>
                  <a:pt x="6898" y="6041"/>
                </a:cubicBezTo>
                <a:cubicBezTo>
                  <a:pt x="1324" y="6956"/>
                  <a:pt x="1324" y="6956"/>
                  <a:pt x="1324" y="6956"/>
                </a:cubicBezTo>
                <a:cubicBezTo>
                  <a:pt x="627" y="7139"/>
                  <a:pt x="278" y="7505"/>
                  <a:pt x="104" y="8054"/>
                </a:cubicBezTo>
                <a:cubicBezTo>
                  <a:pt x="-70" y="8603"/>
                  <a:pt x="-70" y="9153"/>
                  <a:pt x="453" y="9702"/>
                </a:cubicBezTo>
                <a:cubicBezTo>
                  <a:pt x="4459" y="13912"/>
                  <a:pt x="4459" y="13912"/>
                  <a:pt x="4459" y="13912"/>
                </a:cubicBezTo>
                <a:cubicBezTo>
                  <a:pt x="3588" y="19769"/>
                  <a:pt x="3588" y="19769"/>
                  <a:pt x="3588" y="19769"/>
                </a:cubicBezTo>
                <a:cubicBezTo>
                  <a:pt x="3414" y="20502"/>
                  <a:pt x="3762" y="21051"/>
                  <a:pt x="4111" y="21417"/>
                </a:cubicBezTo>
                <a:cubicBezTo>
                  <a:pt x="4459" y="21600"/>
                  <a:pt x="4807" y="21600"/>
                  <a:pt x="4982" y="21600"/>
                </a:cubicBezTo>
                <a:cubicBezTo>
                  <a:pt x="5330" y="21600"/>
                  <a:pt x="5504" y="21600"/>
                  <a:pt x="5853" y="21417"/>
                </a:cubicBezTo>
                <a:cubicBezTo>
                  <a:pt x="10730" y="18671"/>
                  <a:pt x="10730" y="18671"/>
                  <a:pt x="10730" y="18671"/>
                </a:cubicBezTo>
                <a:cubicBezTo>
                  <a:pt x="15433" y="21417"/>
                  <a:pt x="15433" y="21417"/>
                  <a:pt x="15433" y="21417"/>
                </a:cubicBezTo>
                <a:cubicBezTo>
                  <a:pt x="15782" y="21600"/>
                  <a:pt x="15956" y="21600"/>
                  <a:pt x="16304" y="21600"/>
                </a:cubicBezTo>
                <a:cubicBezTo>
                  <a:pt x="16653" y="21600"/>
                  <a:pt x="16827" y="21600"/>
                  <a:pt x="17175" y="21417"/>
                </a:cubicBezTo>
                <a:cubicBezTo>
                  <a:pt x="17698" y="21051"/>
                  <a:pt x="17872" y="20502"/>
                  <a:pt x="17698" y="19769"/>
                </a:cubicBezTo>
                <a:cubicBezTo>
                  <a:pt x="16827" y="13912"/>
                  <a:pt x="16827" y="13912"/>
                  <a:pt x="16827" y="13912"/>
                </a:cubicBezTo>
                <a:cubicBezTo>
                  <a:pt x="20833" y="9702"/>
                  <a:pt x="20833" y="9702"/>
                  <a:pt x="20833" y="9702"/>
                </a:cubicBezTo>
                <a:cubicBezTo>
                  <a:pt x="21356" y="9153"/>
                  <a:pt x="21530" y="8603"/>
                  <a:pt x="21182" y="8054"/>
                </a:cubicBezTo>
                <a:close/>
                <a:moveTo>
                  <a:pt x="15782" y="12814"/>
                </a:moveTo>
                <a:cubicBezTo>
                  <a:pt x="15433" y="13180"/>
                  <a:pt x="15259" y="13729"/>
                  <a:pt x="15259" y="14095"/>
                </a:cubicBezTo>
                <a:cubicBezTo>
                  <a:pt x="16304" y="20136"/>
                  <a:pt x="16304" y="20136"/>
                  <a:pt x="16304" y="20136"/>
                </a:cubicBezTo>
                <a:cubicBezTo>
                  <a:pt x="11427" y="17390"/>
                  <a:pt x="11427" y="17390"/>
                  <a:pt x="11427" y="17390"/>
                </a:cubicBezTo>
                <a:cubicBezTo>
                  <a:pt x="11253" y="17207"/>
                  <a:pt x="10904" y="17207"/>
                  <a:pt x="10730" y="17207"/>
                </a:cubicBezTo>
                <a:cubicBezTo>
                  <a:pt x="10382" y="17207"/>
                  <a:pt x="10207" y="17207"/>
                  <a:pt x="9859" y="17390"/>
                </a:cubicBezTo>
                <a:cubicBezTo>
                  <a:pt x="4982" y="20136"/>
                  <a:pt x="4982" y="20136"/>
                  <a:pt x="4982" y="20136"/>
                </a:cubicBezTo>
                <a:cubicBezTo>
                  <a:pt x="6027" y="14095"/>
                  <a:pt x="6027" y="14095"/>
                  <a:pt x="6027" y="14095"/>
                </a:cubicBezTo>
                <a:cubicBezTo>
                  <a:pt x="6027" y="13729"/>
                  <a:pt x="5853" y="13180"/>
                  <a:pt x="5504" y="12814"/>
                </a:cubicBezTo>
                <a:cubicBezTo>
                  <a:pt x="1498" y="8603"/>
                  <a:pt x="1498" y="8603"/>
                  <a:pt x="1498" y="8603"/>
                </a:cubicBezTo>
                <a:cubicBezTo>
                  <a:pt x="7072" y="7688"/>
                  <a:pt x="7072" y="7688"/>
                  <a:pt x="7072" y="7688"/>
                </a:cubicBezTo>
                <a:cubicBezTo>
                  <a:pt x="7595" y="7505"/>
                  <a:pt x="7943" y="7322"/>
                  <a:pt x="8291" y="6773"/>
                </a:cubicBezTo>
                <a:cubicBezTo>
                  <a:pt x="10730" y="1464"/>
                  <a:pt x="10730" y="1464"/>
                  <a:pt x="10730" y="1464"/>
                </a:cubicBezTo>
                <a:cubicBezTo>
                  <a:pt x="12995" y="6773"/>
                  <a:pt x="12995" y="6773"/>
                  <a:pt x="12995" y="6773"/>
                </a:cubicBezTo>
                <a:cubicBezTo>
                  <a:pt x="13343" y="7322"/>
                  <a:pt x="13691" y="7505"/>
                  <a:pt x="14214" y="7688"/>
                </a:cubicBezTo>
                <a:cubicBezTo>
                  <a:pt x="19788" y="8603"/>
                  <a:pt x="19788" y="8603"/>
                  <a:pt x="19788" y="8603"/>
                </a:cubicBezTo>
                <a:lnTo>
                  <a:pt x="15782" y="12814"/>
                </a:lnTo>
                <a:close/>
                <a:moveTo>
                  <a:pt x="15782" y="12814"/>
                </a:moveTo>
                <a:cubicBezTo>
                  <a:pt x="15782" y="12814"/>
                  <a:pt x="15782" y="12814"/>
                  <a:pt x="15782" y="12814"/>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grpSp>
        <p:nvGrpSpPr>
          <p:cNvPr id="141" name="Group">
            <a:extLst>
              <a:ext uri="{FF2B5EF4-FFF2-40B4-BE49-F238E27FC236}">
                <a16:creationId xmlns:a16="http://schemas.microsoft.com/office/drawing/2014/main" id="{9044C6C0-9A8F-DEB9-3784-D23CFD2E9F4A}"/>
              </a:ext>
            </a:extLst>
          </p:cNvPr>
          <p:cNvGrpSpPr/>
          <p:nvPr/>
        </p:nvGrpSpPr>
        <p:grpSpPr>
          <a:xfrm>
            <a:off x="10926004" y="1996105"/>
            <a:ext cx="520324" cy="425024"/>
            <a:chOff x="0" y="0"/>
            <a:chExt cx="1070576" cy="929090"/>
          </a:xfrm>
          <a:solidFill>
            <a:schemeClr val="tx1"/>
          </a:solidFill>
        </p:grpSpPr>
        <p:sp>
          <p:nvSpPr>
            <p:cNvPr id="142" name="Shape">
              <a:extLst>
                <a:ext uri="{FF2B5EF4-FFF2-40B4-BE49-F238E27FC236}">
                  <a16:creationId xmlns:a16="http://schemas.microsoft.com/office/drawing/2014/main" id="{DD1E67ED-4275-0762-ADE9-723F29142C50}"/>
                </a:ext>
              </a:extLst>
            </p:cNvPr>
            <p:cNvSpPr/>
            <p:nvPr/>
          </p:nvSpPr>
          <p:spPr>
            <a:xfrm>
              <a:off x="174497" y="165065"/>
              <a:ext cx="382014" cy="249960"/>
            </a:xfrm>
            <a:custGeom>
              <a:avLst/>
              <a:gdLst/>
              <a:ahLst/>
              <a:cxnLst>
                <a:cxn ang="0">
                  <a:pos x="wd2" y="hd2"/>
                </a:cxn>
                <a:cxn ang="5400000">
                  <a:pos x="wd2" y="hd2"/>
                </a:cxn>
                <a:cxn ang="10800000">
                  <a:pos x="wd2" y="hd2"/>
                </a:cxn>
                <a:cxn ang="16200000">
                  <a:pos x="wd2" y="hd2"/>
                </a:cxn>
              </a:cxnLst>
              <a:rect l="0" t="0" r="r" b="b"/>
              <a:pathLst>
                <a:path w="21600" h="21600" extrusionOk="0">
                  <a:moveTo>
                    <a:pt x="20618" y="0"/>
                  </a:moveTo>
                  <a:cubicBezTo>
                    <a:pt x="9327" y="0"/>
                    <a:pt x="0" y="8938"/>
                    <a:pt x="0" y="20110"/>
                  </a:cubicBezTo>
                  <a:cubicBezTo>
                    <a:pt x="0" y="20855"/>
                    <a:pt x="0" y="21600"/>
                    <a:pt x="491" y="21600"/>
                  </a:cubicBezTo>
                  <a:cubicBezTo>
                    <a:pt x="1473" y="21600"/>
                    <a:pt x="1473" y="20855"/>
                    <a:pt x="1473" y="20110"/>
                  </a:cubicBezTo>
                  <a:cubicBezTo>
                    <a:pt x="1473" y="11172"/>
                    <a:pt x="10309" y="2979"/>
                    <a:pt x="20618" y="2979"/>
                  </a:cubicBezTo>
                  <a:cubicBezTo>
                    <a:pt x="21109" y="2979"/>
                    <a:pt x="21600" y="2234"/>
                    <a:pt x="21600" y="1490"/>
                  </a:cubicBezTo>
                  <a:cubicBezTo>
                    <a:pt x="21600" y="745"/>
                    <a:pt x="21109" y="0"/>
                    <a:pt x="20618" y="0"/>
                  </a:cubicBezTo>
                  <a:close/>
                  <a:moveTo>
                    <a:pt x="20618" y="0"/>
                  </a:moveTo>
                  <a:cubicBezTo>
                    <a:pt x="20618" y="0"/>
                    <a:pt x="20618" y="0"/>
                    <a:pt x="20618" y="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43" name="Shape">
              <a:extLst>
                <a:ext uri="{FF2B5EF4-FFF2-40B4-BE49-F238E27FC236}">
                  <a16:creationId xmlns:a16="http://schemas.microsoft.com/office/drawing/2014/main" id="{EFF40B71-4301-ED07-4007-D84900500A2D}"/>
                </a:ext>
              </a:extLst>
            </p:cNvPr>
            <p:cNvSpPr/>
            <p:nvPr/>
          </p:nvSpPr>
          <p:spPr>
            <a:xfrm>
              <a:off x="-1" y="0"/>
              <a:ext cx="1070578" cy="929091"/>
            </a:xfrm>
            <a:custGeom>
              <a:avLst/>
              <a:gdLst/>
              <a:ahLst/>
              <a:cxnLst>
                <a:cxn ang="0">
                  <a:pos x="wd2" y="hd2"/>
                </a:cxn>
                <a:cxn ang="5400000">
                  <a:pos x="wd2" y="hd2"/>
                </a:cxn>
                <a:cxn ang="10800000">
                  <a:pos x="wd2" y="hd2"/>
                </a:cxn>
                <a:cxn ang="16200000">
                  <a:pos x="wd2" y="hd2"/>
                </a:cxn>
              </a:cxnLst>
              <a:rect l="0" t="0" r="r" b="b"/>
              <a:pathLst>
                <a:path w="21600" h="21600" extrusionOk="0">
                  <a:moveTo>
                    <a:pt x="10888" y="0"/>
                  </a:moveTo>
                  <a:cubicBezTo>
                    <a:pt x="4917" y="0"/>
                    <a:pt x="0" y="4037"/>
                    <a:pt x="0" y="9286"/>
                  </a:cubicBezTo>
                  <a:cubicBezTo>
                    <a:pt x="0" y="12516"/>
                    <a:pt x="1932" y="15342"/>
                    <a:pt x="4741" y="16957"/>
                  </a:cubicBezTo>
                  <a:cubicBezTo>
                    <a:pt x="4741" y="16957"/>
                    <a:pt x="4741" y="16957"/>
                    <a:pt x="4741" y="16957"/>
                  </a:cubicBezTo>
                  <a:cubicBezTo>
                    <a:pt x="4741" y="18370"/>
                    <a:pt x="3863" y="19783"/>
                    <a:pt x="3512" y="20591"/>
                  </a:cubicBezTo>
                  <a:cubicBezTo>
                    <a:pt x="3512" y="20793"/>
                    <a:pt x="3512" y="20793"/>
                    <a:pt x="3512" y="20994"/>
                  </a:cubicBezTo>
                  <a:cubicBezTo>
                    <a:pt x="3512" y="21398"/>
                    <a:pt x="3688" y="21600"/>
                    <a:pt x="4039" y="21600"/>
                  </a:cubicBezTo>
                  <a:cubicBezTo>
                    <a:pt x="4039" y="21600"/>
                    <a:pt x="4215" y="21600"/>
                    <a:pt x="4215" y="21600"/>
                  </a:cubicBezTo>
                  <a:cubicBezTo>
                    <a:pt x="6322" y="21196"/>
                    <a:pt x="8254" y="18976"/>
                    <a:pt x="8780" y="18370"/>
                  </a:cubicBezTo>
                  <a:cubicBezTo>
                    <a:pt x="9483" y="18572"/>
                    <a:pt x="10185" y="18572"/>
                    <a:pt x="10888" y="18572"/>
                  </a:cubicBezTo>
                  <a:cubicBezTo>
                    <a:pt x="16859" y="18572"/>
                    <a:pt x="21600" y="14333"/>
                    <a:pt x="21600" y="9286"/>
                  </a:cubicBezTo>
                  <a:cubicBezTo>
                    <a:pt x="21600" y="4037"/>
                    <a:pt x="16859" y="0"/>
                    <a:pt x="10888" y="0"/>
                  </a:cubicBezTo>
                  <a:close/>
                  <a:moveTo>
                    <a:pt x="10888" y="16957"/>
                  </a:moveTo>
                  <a:cubicBezTo>
                    <a:pt x="10185" y="16957"/>
                    <a:pt x="9659" y="16957"/>
                    <a:pt x="8956" y="16755"/>
                  </a:cubicBezTo>
                  <a:cubicBezTo>
                    <a:pt x="8956" y="16755"/>
                    <a:pt x="8780" y="16755"/>
                    <a:pt x="8780" y="16755"/>
                  </a:cubicBezTo>
                  <a:cubicBezTo>
                    <a:pt x="8429" y="16755"/>
                    <a:pt x="7902" y="16957"/>
                    <a:pt x="7727" y="17361"/>
                  </a:cubicBezTo>
                  <a:cubicBezTo>
                    <a:pt x="7376" y="17764"/>
                    <a:pt x="6673" y="18774"/>
                    <a:pt x="5620" y="19379"/>
                  </a:cubicBezTo>
                  <a:cubicBezTo>
                    <a:pt x="5971" y="18572"/>
                    <a:pt x="6146" y="17966"/>
                    <a:pt x="6146" y="17159"/>
                  </a:cubicBezTo>
                  <a:cubicBezTo>
                    <a:pt x="6146" y="16957"/>
                    <a:pt x="6146" y="16957"/>
                    <a:pt x="6146" y="16957"/>
                  </a:cubicBezTo>
                  <a:cubicBezTo>
                    <a:pt x="6146" y="16351"/>
                    <a:pt x="5795" y="15746"/>
                    <a:pt x="5444" y="15544"/>
                  </a:cubicBezTo>
                  <a:cubicBezTo>
                    <a:pt x="2985" y="14131"/>
                    <a:pt x="1405" y="11708"/>
                    <a:pt x="1405" y="9286"/>
                  </a:cubicBezTo>
                  <a:cubicBezTo>
                    <a:pt x="1405" y="5047"/>
                    <a:pt x="5620" y="1413"/>
                    <a:pt x="10888" y="1413"/>
                  </a:cubicBezTo>
                  <a:cubicBezTo>
                    <a:pt x="15980" y="1413"/>
                    <a:pt x="20195" y="5047"/>
                    <a:pt x="20195" y="9286"/>
                  </a:cubicBezTo>
                  <a:cubicBezTo>
                    <a:pt x="20195" y="13525"/>
                    <a:pt x="15980" y="16957"/>
                    <a:pt x="10888" y="16957"/>
                  </a:cubicBezTo>
                  <a:close/>
                  <a:moveTo>
                    <a:pt x="10888" y="16957"/>
                  </a:moveTo>
                  <a:cubicBezTo>
                    <a:pt x="10888" y="16957"/>
                    <a:pt x="10888" y="16957"/>
                    <a:pt x="10888" y="16957"/>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grpSp>
      <p:sp>
        <p:nvSpPr>
          <p:cNvPr id="144" name="Shape">
            <a:extLst>
              <a:ext uri="{FF2B5EF4-FFF2-40B4-BE49-F238E27FC236}">
                <a16:creationId xmlns:a16="http://schemas.microsoft.com/office/drawing/2014/main" id="{48A9A018-5EFA-6475-AEDC-ED82E0373F1C}"/>
              </a:ext>
            </a:extLst>
          </p:cNvPr>
          <p:cNvSpPr/>
          <p:nvPr/>
        </p:nvSpPr>
        <p:spPr>
          <a:xfrm>
            <a:off x="10092772" y="5290358"/>
            <a:ext cx="452649" cy="489956"/>
          </a:xfrm>
          <a:custGeom>
            <a:avLst/>
            <a:gdLst/>
            <a:ahLst/>
            <a:cxnLst>
              <a:cxn ang="0">
                <a:pos x="wd2" y="hd2"/>
              </a:cxn>
              <a:cxn ang="5400000">
                <a:pos x="wd2" y="hd2"/>
              </a:cxn>
              <a:cxn ang="10800000">
                <a:pos x="wd2" y="hd2"/>
              </a:cxn>
              <a:cxn ang="16200000">
                <a:pos x="wd2" y="hd2"/>
              </a:cxn>
            </a:cxnLst>
            <a:rect l="0" t="0" r="r" b="b"/>
            <a:pathLst>
              <a:path w="21600" h="21600" extrusionOk="0">
                <a:moveTo>
                  <a:pt x="10699" y="0"/>
                </a:moveTo>
                <a:cubicBezTo>
                  <a:pt x="5450" y="0"/>
                  <a:pt x="0" y="1405"/>
                  <a:pt x="0" y="4390"/>
                </a:cubicBezTo>
                <a:cubicBezTo>
                  <a:pt x="0" y="17210"/>
                  <a:pt x="0" y="17210"/>
                  <a:pt x="0" y="17210"/>
                </a:cubicBezTo>
                <a:cubicBezTo>
                  <a:pt x="0" y="20195"/>
                  <a:pt x="5450" y="21600"/>
                  <a:pt x="10699" y="21600"/>
                </a:cubicBezTo>
                <a:cubicBezTo>
                  <a:pt x="15948" y="21600"/>
                  <a:pt x="21600" y="20195"/>
                  <a:pt x="21600" y="17210"/>
                </a:cubicBezTo>
                <a:cubicBezTo>
                  <a:pt x="21600" y="4390"/>
                  <a:pt x="21600" y="4390"/>
                  <a:pt x="21600" y="4390"/>
                </a:cubicBezTo>
                <a:cubicBezTo>
                  <a:pt x="21600" y="1405"/>
                  <a:pt x="15948" y="0"/>
                  <a:pt x="10699" y="0"/>
                </a:cubicBezTo>
                <a:close/>
                <a:moveTo>
                  <a:pt x="19985" y="17210"/>
                </a:moveTo>
                <a:cubicBezTo>
                  <a:pt x="19985" y="18790"/>
                  <a:pt x="15948" y="20195"/>
                  <a:pt x="10699" y="20195"/>
                </a:cubicBezTo>
                <a:cubicBezTo>
                  <a:pt x="5652" y="20195"/>
                  <a:pt x="1413" y="18790"/>
                  <a:pt x="1413" y="17210"/>
                </a:cubicBezTo>
                <a:cubicBezTo>
                  <a:pt x="1413" y="14576"/>
                  <a:pt x="1413" y="14576"/>
                  <a:pt x="1413" y="14576"/>
                </a:cubicBezTo>
                <a:cubicBezTo>
                  <a:pt x="3028" y="16156"/>
                  <a:pt x="6864" y="16859"/>
                  <a:pt x="10699" y="16859"/>
                </a:cubicBezTo>
                <a:cubicBezTo>
                  <a:pt x="14535" y="16859"/>
                  <a:pt x="18370" y="16156"/>
                  <a:pt x="19985" y="14576"/>
                </a:cubicBezTo>
                <a:lnTo>
                  <a:pt x="19985" y="17210"/>
                </a:lnTo>
                <a:close/>
                <a:moveTo>
                  <a:pt x="19985" y="13171"/>
                </a:moveTo>
                <a:cubicBezTo>
                  <a:pt x="19985" y="13171"/>
                  <a:pt x="19985" y="13171"/>
                  <a:pt x="19985" y="13171"/>
                </a:cubicBezTo>
                <a:cubicBezTo>
                  <a:pt x="19985" y="13171"/>
                  <a:pt x="19985" y="13171"/>
                  <a:pt x="19985" y="13171"/>
                </a:cubicBezTo>
                <a:cubicBezTo>
                  <a:pt x="19985" y="14751"/>
                  <a:pt x="15948" y="16156"/>
                  <a:pt x="10699" y="16156"/>
                </a:cubicBezTo>
                <a:cubicBezTo>
                  <a:pt x="5652" y="16156"/>
                  <a:pt x="1413" y="14751"/>
                  <a:pt x="1413" y="13171"/>
                </a:cubicBezTo>
                <a:cubicBezTo>
                  <a:pt x="1413" y="13171"/>
                  <a:pt x="1413" y="13171"/>
                  <a:pt x="1413" y="13171"/>
                </a:cubicBezTo>
                <a:cubicBezTo>
                  <a:pt x="1413" y="10537"/>
                  <a:pt x="1413" y="10537"/>
                  <a:pt x="1413" y="10537"/>
                </a:cubicBezTo>
                <a:cubicBezTo>
                  <a:pt x="3028" y="12117"/>
                  <a:pt x="6864" y="12820"/>
                  <a:pt x="10699" y="12820"/>
                </a:cubicBezTo>
                <a:cubicBezTo>
                  <a:pt x="14535" y="12820"/>
                  <a:pt x="18370" y="12117"/>
                  <a:pt x="19985" y="10537"/>
                </a:cubicBezTo>
                <a:lnTo>
                  <a:pt x="19985" y="13171"/>
                </a:lnTo>
                <a:close/>
                <a:moveTo>
                  <a:pt x="19985" y="9132"/>
                </a:moveTo>
                <a:cubicBezTo>
                  <a:pt x="19985" y="9132"/>
                  <a:pt x="19985" y="9132"/>
                  <a:pt x="19985" y="9132"/>
                </a:cubicBezTo>
                <a:cubicBezTo>
                  <a:pt x="19985" y="9132"/>
                  <a:pt x="19985" y="9132"/>
                  <a:pt x="19985" y="9132"/>
                </a:cubicBezTo>
                <a:cubicBezTo>
                  <a:pt x="19985" y="10712"/>
                  <a:pt x="15948" y="12117"/>
                  <a:pt x="10699" y="12117"/>
                </a:cubicBezTo>
                <a:cubicBezTo>
                  <a:pt x="5652" y="12117"/>
                  <a:pt x="1413" y="10712"/>
                  <a:pt x="1413" y="9132"/>
                </a:cubicBezTo>
                <a:cubicBezTo>
                  <a:pt x="1413" y="9132"/>
                  <a:pt x="1413" y="9132"/>
                  <a:pt x="1413" y="9132"/>
                </a:cubicBezTo>
                <a:cubicBezTo>
                  <a:pt x="1413" y="6849"/>
                  <a:pt x="1413" y="6849"/>
                  <a:pt x="1413" y="6849"/>
                </a:cubicBezTo>
                <a:cubicBezTo>
                  <a:pt x="3432" y="8078"/>
                  <a:pt x="7267" y="8780"/>
                  <a:pt x="10699" y="8780"/>
                </a:cubicBezTo>
                <a:cubicBezTo>
                  <a:pt x="14333" y="8780"/>
                  <a:pt x="17966" y="8078"/>
                  <a:pt x="19985" y="6849"/>
                </a:cubicBezTo>
                <a:lnTo>
                  <a:pt x="19985" y="9132"/>
                </a:lnTo>
                <a:close/>
                <a:moveTo>
                  <a:pt x="10699" y="7376"/>
                </a:moveTo>
                <a:cubicBezTo>
                  <a:pt x="5652" y="7376"/>
                  <a:pt x="1413" y="5971"/>
                  <a:pt x="1413" y="4390"/>
                </a:cubicBezTo>
                <a:cubicBezTo>
                  <a:pt x="1413" y="2634"/>
                  <a:pt x="5652" y="1405"/>
                  <a:pt x="10699" y="1405"/>
                </a:cubicBezTo>
                <a:cubicBezTo>
                  <a:pt x="15948" y="1405"/>
                  <a:pt x="19985" y="2634"/>
                  <a:pt x="19985" y="4390"/>
                </a:cubicBezTo>
                <a:cubicBezTo>
                  <a:pt x="19985" y="5971"/>
                  <a:pt x="15948" y="7376"/>
                  <a:pt x="10699" y="7376"/>
                </a:cubicBezTo>
                <a:close/>
                <a:moveTo>
                  <a:pt x="10699" y="7376"/>
                </a:moveTo>
                <a:cubicBezTo>
                  <a:pt x="10699" y="7376"/>
                  <a:pt x="10699" y="7376"/>
                  <a:pt x="10699" y="7376"/>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grpSp>
        <p:nvGrpSpPr>
          <p:cNvPr id="145" name="Group">
            <a:extLst>
              <a:ext uri="{FF2B5EF4-FFF2-40B4-BE49-F238E27FC236}">
                <a16:creationId xmlns:a16="http://schemas.microsoft.com/office/drawing/2014/main" id="{8E90D396-D55F-5117-71C0-449B49C870EF}"/>
              </a:ext>
            </a:extLst>
          </p:cNvPr>
          <p:cNvGrpSpPr/>
          <p:nvPr/>
        </p:nvGrpSpPr>
        <p:grpSpPr>
          <a:xfrm>
            <a:off x="9678291" y="5491209"/>
            <a:ext cx="34384" cy="213591"/>
            <a:chOff x="0" y="0"/>
            <a:chExt cx="70744" cy="466903"/>
          </a:xfrm>
          <a:solidFill>
            <a:schemeClr val="tx1"/>
          </a:solidFill>
        </p:grpSpPr>
        <p:sp>
          <p:nvSpPr>
            <p:cNvPr id="146" name="Shape">
              <a:extLst>
                <a:ext uri="{FF2B5EF4-FFF2-40B4-BE49-F238E27FC236}">
                  <a16:creationId xmlns:a16="http://schemas.microsoft.com/office/drawing/2014/main" id="{9BA0D3EF-091F-23A1-C85E-A2B5833EFC74}"/>
                </a:ext>
              </a:extLst>
            </p:cNvPr>
            <p:cNvSpPr/>
            <p:nvPr/>
          </p:nvSpPr>
          <p:spPr>
            <a:xfrm>
              <a:off x="-1" y="396159"/>
              <a:ext cx="70746" cy="70745"/>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200"/>
                    <a:pt x="16200" y="21600"/>
                    <a:pt x="10800" y="21600"/>
                  </a:cubicBezTo>
                  <a:cubicBezTo>
                    <a:pt x="5400" y="21600"/>
                    <a:pt x="0" y="16200"/>
                    <a:pt x="0" y="10800"/>
                  </a:cubicBezTo>
                  <a:cubicBezTo>
                    <a:pt x="0" y="5400"/>
                    <a:pt x="5400" y="0"/>
                    <a:pt x="10800" y="0"/>
                  </a:cubicBezTo>
                  <a:cubicBezTo>
                    <a:pt x="16200" y="0"/>
                    <a:pt x="21600" y="5400"/>
                    <a:pt x="21600" y="10800"/>
                  </a:cubicBezTo>
                  <a:close/>
                  <a:moveTo>
                    <a:pt x="21600" y="10800"/>
                  </a:moveTo>
                  <a:cubicBezTo>
                    <a:pt x="21600" y="10800"/>
                    <a:pt x="21600" y="10800"/>
                    <a:pt x="21600" y="1080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47" name="Shape">
              <a:extLst>
                <a:ext uri="{FF2B5EF4-FFF2-40B4-BE49-F238E27FC236}">
                  <a16:creationId xmlns:a16="http://schemas.microsoft.com/office/drawing/2014/main" id="{024FCE2C-5F9C-985D-D343-45DE0157EC85}"/>
                </a:ext>
              </a:extLst>
            </p:cNvPr>
            <p:cNvSpPr/>
            <p:nvPr/>
          </p:nvSpPr>
          <p:spPr>
            <a:xfrm>
              <a:off x="-1" y="198079"/>
              <a:ext cx="70746" cy="70746"/>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200"/>
                    <a:pt x="16200" y="21600"/>
                    <a:pt x="10800" y="21600"/>
                  </a:cubicBezTo>
                  <a:cubicBezTo>
                    <a:pt x="5400" y="21600"/>
                    <a:pt x="0" y="16200"/>
                    <a:pt x="0" y="10800"/>
                  </a:cubicBezTo>
                  <a:cubicBezTo>
                    <a:pt x="0" y="5400"/>
                    <a:pt x="5400" y="0"/>
                    <a:pt x="10800" y="0"/>
                  </a:cubicBezTo>
                  <a:cubicBezTo>
                    <a:pt x="16200" y="0"/>
                    <a:pt x="21600" y="5400"/>
                    <a:pt x="21600" y="10800"/>
                  </a:cubicBezTo>
                  <a:close/>
                  <a:moveTo>
                    <a:pt x="21600" y="10800"/>
                  </a:moveTo>
                  <a:cubicBezTo>
                    <a:pt x="21600" y="10800"/>
                    <a:pt x="21600" y="10800"/>
                    <a:pt x="21600" y="1080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48" name="Shape">
              <a:extLst>
                <a:ext uri="{FF2B5EF4-FFF2-40B4-BE49-F238E27FC236}">
                  <a16:creationId xmlns:a16="http://schemas.microsoft.com/office/drawing/2014/main" id="{AAA89EEB-BBC9-2A25-13F1-BC3EEBCD8561}"/>
                </a:ext>
              </a:extLst>
            </p:cNvPr>
            <p:cNvSpPr/>
            <p:nvPr/>
          </p:nvSpPr>
          <p:spPr>
            <a:xfrm>
              <a:off x="-1" y="0"/>
              <a:ext cx="70746" cy="66027"/>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200"/>
                    <a:pt x="16200" y="21600"/>
                    <a:pt x="10800" y="21600"/>
                  </a:cubicBezTo>
                  <a:cubicBezTo>
                    <a:pt x="5400" y="21600"/>
                    <a:pt x="0" y="16200"/>
                    <a:pt x="0" y="10800"/>
                  </a:cubicBezTo>
                  <a:cubicBezTo>
                    <a:pt x="0" y="5400"/>
                    <a:pt x="5400" y="0"/>
                    <a:pt x="10800" y="0"/>
                  </a:cubicBezTo>
                  <a:cubicBezTo>
                    <a:pt x="16200" y="0"/>
                    <a:pt x="21600" y="5400"/>
                    <a:pt x="21600" y="10800"/>
                  </a:cubicBezTo>
                  <a:close/>
                  <a:moveTo>
                    <a:pt x="21600" y="10800"/>
                  </a:moveTo>
                  <a:cubicBezTo>
                    <a:pt x="21600" y="10800"/>
                    <a:pt x="21600" y="10800"/>
                    <a:pt x="21600" y="1080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grpSp>
      <p:grpSp>
        <p:nvGrpSpPr>
          <p:cNvPr id="149" name="Group">
            <a:extLst>
              <a:ext uri="{FF2B5EF4-FFF2-40B4-BE49-F238E27FC236}">
                <a16:creationId xmlns:a16="http://schemas.microsoft.com/office/drawing/2014/main" id="{D6D93F23-A9D2-3A75-949D-F90A95F75D53}"/>
              </a:ext>
            </a:extLst>
          </p:cNvPr>
          <p:cNvGrpSpPr/>
          <p:nvPr/>
        </p:nvGrpSpPr>
        <p:grpSpPr>
          <a:xfrm>
            <a:off x="7867710" y="5316954"/>
            <a:ext cx="517277" cy="428171"/>
            <a:chOff x="0" y="0"/>
            <a:chExt cx="1064309" cy="935969"/>
          </a:xfrm>
          <a:solidFill>
            <a:schemeClr val="tx1"/>
          </a:solidFill>
        </p:grpSpPr>
        <p:sp>
          <p:nvSpPr>
            <p:cNvPr id="150" name="Shape">
              <a:extLst>
                <a:ext uri="{FF2B5EF4-FFF2-40B4-BE49-F238E27FC236}">
                  <a16:creationId xmlns:a16="http://schemas.microsoft.com/office/drawing/2014/main" id="{9A96A218-75BA-299D-7BEC-EA46E0D44BA1}"/>
                </a:ext>
              </a:extLst>
            </p:cNvPr>
            <p:cNvSpPr/>
            <p:nvPr/>
          </p:nvSpPr>
          <p:spPr>
            <a:xfrm>
              <a:off x="0" y="0"/>
              <a:ext cx="1064310" cy="935970"/>
            </a:xfrm>
            <a:custGeom>
              <a:avLst/>
              <a:gdLst/>
              <a:ahLst/>
              <a:cxnLst>
                <a:cxn ang="0">
                  <a:pos x="wd2" y="hd2"/>
                </a:cxn>
                <a:cxn ang="5400000">
                  <a:pos x="wd2" y="hd2"/>
                </a:cxn>
                <a:cxn ang="10800000">
                  <a:pos x="wd2" y="hd2"/>
                </a:cxn>
                <a:cxn ang="16200000">
                  <a:pos x="wd2" y="hd2"/>
                </a:cxn>
              </a:cxnLst>
              <a:rect l="0" t="0" r="r" b="b"/>
              <a:pathLst>
                <a:path w="20395" h="20709" extrusionOk="0">
                  <a:moveTo>
                    <a:pt x="18526" y="2050"/>
                  </a:moveTo>
                  <a:cubicBezTo>
                    <a:pt x="16200" y="-650"/>
                    <a:pt x="12544" y="-650"/>
                    <a:pt x="10218" y="1857"/>
                  </a:cubicBezTo>
                  <a:cubicBezTo>
                    <a:pt x="7726" y="-650"/>
                    <a:pt x="4070" y="-650"/>
                    <a:pt x="1744" y="2050"/>
                  </a:cubicBezTo>
                  <a:cubicBezTo>
                    <a:pt x="-582" y="4750"/>
                    <a:pt x="-582" y="9186"/>
                    <a:pt x="1744" y="11886"/>
                  </a:cubicBezTo>
                  <a:cubicBezTo>
                    <a:pt x="2409" y="12657"/>
                    <a:pt x="8723" y="19986"/>
                    <a:pt x="8723" y="19986"/>
                  </a:cubicBezTo>
                  <a:cubicBezTo>
                    <a:pt x="9553" y="20950"/>
                    <a:pt x="10716" y="20950"/>
                    <a:pt x="11547" y="19986"/>
                  </a:cubicBezTo>
                  <a:cubicBezTo>
                    <a:pt x="11547" y="19986"/>
                    <a:pt x="18526" y="12079"/>
                    <a:pt x="18526" y="11886"/>
                  </a:cubicBezTo>
                  <a:cubicBezTo>
                    <a:pt x="21018" y="9186"/>
                    <a:pt x="21018" y="4750"/>
                    <a:pt x="18526" y="2050"/>
                  </a:cubicBezTo>
                  <a:close/>
                  <a:moveTo>
                    <a:pt x="17695" y="10921"/>
                  </a:moveTo>
                  <a:cubicBezTo>
                    <a:pt x="10550" y="19021"/>
                    <a:pt x="10550" y="19021"/>
                    <a:pt x="10550" y="19021"/>
                  </a:cubicBezTo>
                  <a:cubicBezTo>
                    <a:pt x="10384" y="19214"/>
                    <a:pt x="9886" y="19214"/>
                    <a:pt x="9720" y="19021"/>
                  </a:cubicBezTo>
                  <a:cubicBezTo>
                    <a:pt x="2741" y="10921"/>
                    <a:pt x="2741" y="10921"/>
                    <a:pt x="2741" y="10921"/>
                  </a:cubicBezTo>
                  <a:cubicBezTo>
                    <a:pt x="747" y="8800"/>
                    <a:pt x="747" y="5136"/>
                    <a:pt x="2741" y="3014"/>
                  </a:cubicBezTo>
                  <a:cubicBezTo>
                    <a:pt x="4403" y="893"/>
                    <a:pt x="7393" y="893"/>
                    <a:pt x="9221" y="2821"/>
                  </a:cubicBezTo>
                  <a:cubicBezTo>
                    <a:pt x="10218" y="3786"/>
                    <a:pt x="10218" y="3786"/>
                    <a:pt x="10218" y="3786"/>
                  </a:cubicBezTo>
                  <a:cubicBezTo>
                    <a:pt x="11049" y="2821"/>
                    <a:pt x="11049" y="2821"/>
                    <a:pt x="11049" y="2821"/>
                  </a:cubicBezTo>
                  <a:cubicBezTo>
                    <a:pt x="12876" y="893"/>
                    <a:pt x="15867" y="893"/>
                    <a:pt x="17695" y="3014"/>
                  </a:cubicBezTo>
                  <a:cubicBezTo>
                    <a:pt x="19523" y="5136"/>
                    <a:pt x="19523" y="8800"/>
                    <a:pt x="17695" y="10921"/>
                  </a:cubicBezTo>
                  <a:close/>
                  <a:moveTo>
                    <a:pt x="17695" y="10921"/>
                  </a:moveTo>
                  <a:cubicBezTo>
                    <a:pt x="17695" y="10921"/>
                    <a:pt x="17695" y="10921"/>
                    <a:pt x="17695" y="10921"/>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51" name="Shape">
              <a:extLst>
                <a:ext uri="{FF2B5EF4-FFF2-40B4-BE49-F238E27FC236}">
                  <a16:creationId xmlns:a16="http://schemas.microsoft.com/office/drawing/2014/main" id="{02F15E7D-41DA-8B39-9EE6-F9F1C6752A3C}"/>
                </a:ext>
              </a:extLst>
            </p:cNvPr>
            <p:cNvSpPr/>
            <p:nvPr/>
          </p:nvSpPr>
          <p:spPr>
            <a:xfrm>
              <a:off x="158300" y="159259"/>
              <a:ext cx="165069" cy="165069"/>
            </a:xfrm>
            <a:custGeom>
              <a:avLst/>
              <a:gdLst/>
              <a:ahLst/>
              <a:cxnLst>
                <a:cxn ang="0">
                  <a:pos x="wd2" y="hd2"/>
                </a:cxn>
                <a:cxn ang="5400000">
                  <a:pos x="wd2" y="hd2"/>
                </a:cxn>
                <a:cxn ang="10800000">
                  <a:pos x="wd2" y="hd2"/>
                </a:cxn>
                <a:cxn ang="16200000">
                  <a:pos x="wd2" y="hd2"/>
                </a:cxn>
              </a:cxnLst>
              <a:rect l="0" t="0" r="r" b="b"/>
              <a:pathLst>
                <a:path w="21600" h="21600" extrusionOk="0">
                  <a:moveTo>
                    <a:pt x="19326" y="0"/>
                  </a:moveTo>
                  <a:cubicBezTo>
                    <a:pt x="19326" y="0"/>
                    <a:pt x="19326" y="0"/>
                    <a:pt x="19326" y="0"/>
                  </a:cubicBezTo>
                  <a:cubicBezTo>
                    <a:pt x="9095" y="0"/>
                    <a:pt x="0" y="9095"/>
                    <a:pt x="0" y="19326"/>
                  </a:cubicBezTo>
                  <a:cubicBezTo>
                    <a:pt x="0" y="20463"/>
                    <a:pt x="1137" y="21600"/>
                    <a:pt x="2274" y="21600"/>
                  </a:cubicBezTo>
                  <a:cubicBezTo>
                    <a:pt x="3411" y="21600"/>
                    <a:pt x="4547" y="20463"/>
                    <a:pt x="4547" y="19326"/>
                  </a:cubicBezTo>
                  <a:cubicBezTo>
                    <a:pt x="4547" y="11368"/>
                    <a:pt x="11368" y="4547"/>
                    <a:pt x="19326" y="4547"/>
                  </a:cubicBezTo>
                  <a:cubicBezTo>
                    <a:pt x="20463" y="4547"/>
                    <a:pt x="21600" y="3411"/>
                    <a:pt x="21600" y="2274"/>
                  </a:cubicBezTo>
                  <a:cubicBezTo>
                    <a:pt x="21600" y="1137"/>
                    <a:pt x="20463" y="0"/>
                    <a:pt x="19326" y="0"/>
                  </a:cubicBezTo>
                  <a:close/>
                  <a:moveTo>
                    <a:pt x="19326" y="0"/>
                  </a:moveTo>
                  <a:cubicBezTo>
                    <a:pt x="19326" y="0"/>
                    <a:pt x="19326" y="0"/>
                    <a:pt x="19326" y="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grpSp>
      <p:grpSp>
        <p:nvGrpSpPr>
          <p:cNvPr id="152" name="Group">
            <a:extLst>
              <a:ext uri="{FF2B5EF4-FFF2-40B4-BE49-F238E27FC236}">
                <a16:creationId xmlns:a16="http://schemas.microsoft.com/office/drawing/2014/main" id="{E04C84BD-F61F-9C4D-9A1F-6635137DED49}"/>
              </a:ext>
            </a:extLst>
          </p:cNvPr>
          <p:cNvGrpSpPr/>
          <p:nvPr/>
        </p:nvGrpSpPr>
        <p:grpSpPr>
          <a:xfrm>
            <a:off x="638747" y="2928134"/>
            <a:ext cx="515740" cy="457385"/>
            <a:chOff x="0" y="0"/>
            <a:chExt cx="1061143" cy="999832"/>
          </a:xfrm>
          <a:solidFill>
            <a:schemeClr val="tx1"/>
          </a:solidFill>
        </p:grpSpPr>
        <p:sp>
          <p:nvSpPr>
            <p:cNvPr id="153" name="Shape">
              <a:extLst>
                <a:ext uri="{FF2B5EF4-FFF2-40B4-BE49-F238E27FC236}">
                  <a16:creationId xmlns:a16="http://schemas.microsoft.com/office/drawing/2014/main" id="{038DFC54-B566-B4B8-FBE1-924AD163C62C}"/>
                </a:ext>
              </a:extLst>
            </p:cNvPr>
            <p:cNvSpPr/>
            <p:nvPr/>
          </p:nvSpPr>
          <p:spPr>
            <a:xfrm>
              <a:off x="0" y="-1"/>
              <a:ext cx="1061145" cy="999834"/>
            </a:xfrm>
            <a:custGeom>
              <a:avLst/>
              <a:gdLst/>
              <a:ahLst/>
              <a:cxnLst>
                <a:cxn ang="0">
                  <a:pos x="wd2" y="hd2"/>
                </a:cxn>
                <a:cxn ang="5400000">
                  <a:pos x="wd2" y="hd2"/>
                </a:cxn>
                <a:cxn ang="10800000">
                  <a:pos x="wd2" y="hd2"/>
                </a:cxn>
                <a:cxn ang="16200000">
                  <a:pos x="wd2" y="hd2"/>
                </a:cxn>
              </a:cxnLst>
              <a:rect l="0" t="0" r="r" b="b"/>
              <a:pathLst>
                <a:path w="21600" h="21600" extrusionOk="0">
                  <a:moveTo>
                    <a:pt x="21246" y="4696"/>
                  </a:moveTo>
                  <a:cubicBezTo>
                    <a:pt x="17174" y="376"/>
                    <a:pt x="17174" y="376"/>
                    <a:pt x="17174" y="376"/>
                  </a:cubicBezTo>
                  <a:cubicBezTo>
                    <a:pt x="16997" y="0"/>
                    <a:pt x="16643" y="0"/>
                    <a:pt x="16289" y="0"/>
                  </a:cubicBezTo>
                  <a:cubicBezTo>
                    <a:pt x="1948" y="0"/>
                    <a:pt x="1948" y="0"/>
                    <a:pt x="1948" y="0"/>
                  </a:cubicBezTo>
                  <a:cubicBezTo>
                    <a:pt x="885" y="0"/>
                    <a:pt x="0" y="939"/>
                    <a:pt x="0" y="2066"/>
                  </a:cubicBezTo>
                  <a:cubicBezTo>
                    <a:pt x="0" y="19346"/>
                    <a:pt x="0" y="19346"/>
                    <a:pt x="0" y="19346"/>
                  </a:cubicBezTo>
                  <a:cubicBezTo>
                    <a:pt x="0" y="20661"/>
                    <a:pt x="885" y="21600"/>
                    <a:pt x="1948" y="21600"/>
                  </a:cubicBezTo>
                  <a:cubicBezTo>
                    <a:pt x="19652" y="21600"/>
                    <a:pt x="19652" y="21600"/>
                    <a:pt x="19652" y="21600"/>
                  </a:cubicBezTo>
                  <a:cubicBezTo>
                    <a:pt x="20715" y="21600"/>
                    <a:pt x="21600" y="20661"/>
                    <a:pt x="21600" y="19346"/>
                  </a:cubicBezTo>
                  <a:cubicBezTo>
                    <a:pt x="21600" y="5635"/>
                    <a:pt x="21600" y="5635"/>
                    <a:pt x="21600" y="5635"/>
                  </a:cubicBezTo>
                  <a:cubicBezTo>
                    <a:pt x="21600" y="5259"/>
                    <a:pt x="21600" y="4883"/>
                    <a:pt x="21246" y="4696"/>
                  </a:cubicBezTo>
                  <a:close/>
                  <a:moveTo>
                    <a:pt x="20361" y="19346"/>
                  </a:moveTo>
                  <a:cubicBezTo>
                    <a:pt x="20361" y="19722"/>
                    <a:pt x="20007" y="20097"/>
                    <a:pt x="19652" y="20097"/>
                  </a:cubicBezTo>
                  <a:cubicBezTo>
                    <a:pt x="1948" y="20097"/>
                    <a:pt x="1948" y="20097"/>
                    <a:pt x="1948" y="20097"/>
                  </a:cubicBezTo>
                  <a:cubicBezTo>
                    <a:pt x="1593" y="20097"/>
                    <a:pt x="1239" y="19722"/>
                    <a:pt x="1239" y="19346"/>
                  </a:cubicBezTo>
                  <a:cubicBezTo>
                    <a:pt x="1239" y="2066"/>
                    <a:pt x="1239" y="2066"/>
                    <a:pt x="1239" y="2066"/>
                  </a:cubicBezTo>
                  <a:cubicBezTo>
                    <a:pt x="1239" y="1690"/>
                    <a:pt x="1593" y="1315"/>
                    <a:pt x="1948" y="1315"/>
                  </a:cubicBezTo>
                  <a:cubicBezTo>
                    <a:pt x="15580" y="1315"/>
                    <a:pt x="15580" y="1315"/>
                    <a:pt x="15580" y="1315"/>
                  </a:cubicBezTo>
                  <a:cubicBezTo>
                    <a:pt x="15580" y="4320"/>
                    <a:pt x="15580" y="4320"/>
                    <a:pt x="15580" y="4320"/>
                  </a:cubicBezTo>
                  <a:cubicBezTo>
                    <a:pt x="15580" y="5447"/>
                    <a:pt x="16466" y="6386"/>
                    <a:pt x="17528" y="6386"/>
                  </a:cubicBezTo>
                  <a:cubicBezTo>
                    <a:pt x="20361" y="6386"/>
                    <a:pt x="20361" y="6386"/>
                    <a:pt x="20361" y="6386"/>
                  </a:cubicBezTo>
                  <a:lnTo>
                    <a:pt x="20361" y="19346"/>
                  </a:lnTo>
                  <a:close/>
                  <a:moveTo>
                    <a:pt x="18236" y="5635"/>
                  </a:moveTo>
                  <a:cubicBezTo>
                    <a:pt x="17528" y="5635"/>
                    <a:pt x="17528" y="5635"/>
                    <a:pt x="17528" y="5635"/>
                  </a:cubicBezTo>
                  <a:cubicBezTo>
                    <a:pt x="16820" y="5635"/>
                    <a:pt x="16289" y="5071"/>
                    <a:pt x="16289" y="4320"/>
                  </a:cubicBezTo>
                  <a:cubicBezTo>
                    <a:pt x="16289" y="1315"/>
                    <a:pt x="16289" y="1315"/>
                    <a:pt x="16289" y="1315"/>
                  </a:cubicBezTo>
                  <a:cubicBezTo>
                    <a:pt x="20361" y="5635"/>
                    <a:pt x="20361" y="5635"/>
                    <a:pt x="20361" y="5635"/>
                  </a:cubicBezTo>
                  <a:lnTo>
                    <a:pt x="18236" y="5635"/>
                  </a:lnTo>
                  <a:close/>
                  <a:moveTo>
                    <a:pt x="18236" y="5635"/>
                  </a:moveTo>
                  <a:cubicBezTo>
                    <a:pt x="18236" y="5635"/>
                    <a:pt x="18236" y="5635"/>
                    <a:pt x="18236" y="5635"/>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54" name="Shape">
              <a:extLst>
                <a:ext uri="{FF2B5EF4-FFF2-40B4-BE49-F238E27FC236}">
                  <a16:creationId xmlns:a16="http://schemas.microsoft.com/office/drawing/2014/main" id="{B9D86FC2-0AD2-7F63-2412-378989F59124}"/>
                </a:ext>
              </a:extLst>
            </p:cNvPr>
            <p:cNvSpPr/>
            <p:nvPr/>
          </p:nvSpPr>
          <p:spPr>
            <a:xfrm>
              <a:off x="495201" y="202368"/>
              <a:ext cx="198081" cy="33868"/>
            </a:xfrm>
            <a:custGeom>
              <a:avLst/>
              <a:gdLst/>
              <a:ahLst/>
              <a:cxnLst>
                <a:cxn ang="0">
                  <a:pos x="wd2" y="hd2"/>
                </a:cxn>
                <a:cxn ang="5400000">
                  <a:pos x="wd2" y="hd2"/>
                </a:cxn>
                <a:cxn ang="10800000">
                  <a:pos x="wd2" y="hd2"/>
                </a:cxn>
                <a:cxn ang="16200000">
                  <a:pos x="wd2" y="hd2"/>
                </a:cxn>
              </a:cxnLst>
              <a:rect l="0" t="0" r="r" b="b"/>
              <a:pathLst>
                <a:path w="21600" h="21600" extrusionOk="0">
                  <a:moveTo>
                    <a:pt x="1878" y="21600"/>
                  </a:moveTo>
                  <a:cubicBezTo>
                    <a:pt x="19722" y="21600"/>
                    <a:pt x="19722" y="21600"/>
                    <a:pt x="19722" y="21600"/>
                  </a:cubicBezTo>
                  <a:cubicBezTo>
                    <a:pt x="20661" y="21600"/>
                    <a:pt x="21600" y="16200"/>
                    <a:pt x="21600" y="10800"/>
                  </a:cubicBezTo>
                  <a:cubicBezTo>
                    <a:pt x="21600" y="5400"/>
                    <a:pt x="20661" y="0"/>
                    <a:pt x="19722" y="0"/>
                  </a:cubicBezTo>
                  <a:cubicBezTo>
                    <a:pt x="1878" y="0"/>
                    <a:pt x="1878" y="0"/>
                    <a:pt x="1878" y="0"/>
                  </a:cubicBezTo>
                  <a:cubicBezTo>
                    <a:pt x="939" y="0"/>
                    <a:pt x="0" y="5400"/>
                    <a:pt x="0" y="10800"/>
                  </a:cubicBezTo>
                  <a:cubicBezTo>
                    <a:pt x="0" y="16200"/>
                    <a:pt x="939" y="21600"/>
                    <a:pt x="1878" y="21600"/>
                  </a:cubicBezTo>
                  <a:close/>
                  <a:moveTo>
                    <a:pt x="1878" y="21600"/>
                  </a:moveTo>
                  <a:cubicBezTo>
                    <a:pt x="1878" y="21600"/>
                    <a:pt x="1878" y="21600"/>
                    <a:pt x="1878" y="2160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55" name="Shape">
              <a:extLst>
                <a:ext uri="{FF2B5EF4-FFF2-40B4-BE49-F238E27FC236}">
                  <a16:creationId xmlns:a16="http://schemas.microsoft.com/office/drawing/2014/main" id="{50848962-14B6-A4C7-EA9A-BD70D78B7AB5}"/>
                </a:ext>
              </a:extLst>
            </p:cNvPr>
            <p:cNvSpPr/>
            <p:nvPr/>
          </p:nvSpPr>
          <p:spPr>
            <a:xfrm>
              <a:off x="495201" y="296692"/>
              <a:ext cx="198081" cy="33868"/>
            </a:xfrm>
            <a:custGeom>
              <a:avLst/>
              <a:gdLst/>
              <a:ahLst/>
              <a:cxnLst>
                <a:cxn ang="0">
                  <a:pos x="wd2" y="hd2"/>
                </a:cxn>
                <a:cxn ang="5400000">
                  <a:pos x="wd2" y="hd2"/>
                </a:cxn>
                <a:cxn ang="10800000">
                  <a:pos x="wd2" y="hd2"/>
                </a:cxn>
                <a:cxn ang="16200000">
                  <a:pos x="wd2" y="hd2"/>
                </a:cxn>
              </a:cxnLst>
              <a:rect l="0" t="0" r="r" b="b"/>
              <a:pathLst>
                <a:path w="21600" h="21600" extrusionOk="0">
                  <a:moveTo>
                    <a:pt x="1878" y="21600"/>
                  </a:moveTo>
                  <a:cubicBezTo>
                    <a:pt x="19722" y="21600"/>
                    <a:pt x="19722" y="21600"/>
                    <a:pt x="19722" y="21600"/>
                  </a:cubicBezTo>
                  <a:cubicBezTo>
                    <a:pt x="20661" y="21600"/>
                    <a:pt x="21600" y="16200"/>
                    <a:pt x="21600" y="10800"/>
                  </a:cubicBezTo>
                  <a:cubicBezTo>
                    <a:pt x="21600" y="5400"/>
                    <a:pt x="20661" y="0"/>
                    <a:pt x="19722" y="0"/>
                  </a:cubicBezTo>
                  <a:cubicBezTo>
                    <a:pt x="1878" y="0"/>
                    <a:pt x="1878" y="0"/>
                    <a:pt x="1878" y="0"/>
                  </a:cubicBezTo>
                  <a:cubicBezTo>
                    <a:pt x="939" y="0"/>
                    <a:pt x="0" y="5400"/>
                    <a:pt x="0" y="10800"/>
                  </a:cubicBezTo>
                  <a:cubicBezTo>
                    <a:pt x="0" y="16200"/>
                    <a:pt x="939" y="21600"/>
                    <a:pt x="1878" y="21600"/>
                  </a:cubicBezTo>
                  <a:close/>
                  <a:moveTo>
                    <a:pt x="1878" y="21600"/>
                  </a:moveTo>
                  <a:cubicBezTo>
                    <a:pt x="1878" y="21600"/>
                    <a:pt x="1878" y="21600"/>
                    <a:pt x="1878" y="2160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56" name="Shape">
              <a:extLst>
                <a:ext uri="{FF2B5EF4-FFF2-40B4-BE49-F238E27FC236}">
                  <a16:creationId xmlns:a16="http://schemas.microsoft.com/office/drawing/2014/main" id="{3D78CC27-302E-56B8-DC65-0CCC3AC366A8}"/>
                </a:ext>
              </a:extLst>
            </p:cNvPr>
            <p:cNvSpPr/>
            <p:nvPr/>
          </p:nvSpPr>
          <p:spPr>
            <a:xfrm>
              <a:off x="495201" y="400448"/>
              <a:ext cx="433890" cy="33868"/>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200"/>
                    <a:pt x="432" y="21600"/>
                    <a:pt x="864" y="21600"/>
                  </a:cubicBezTo>
                  <a:cubicBezTo>
                    <a:pt x="20736" y="21600"/>
                    <a:pt x="20736" y="21600"/>
                    <a:pt x="20736" y="21600"/>
                  </a:cubicBezTo>
                  <a:cubicBezTo>
                    <a:pt x="21168" y="21600"/>
                    <a:pt x="21600" y="16200"/>
                    <a:pt x="21600" y="10800"/>
                  </a:cubicBezTo>
                  <a:cubicBezTo>
                    <a:pt x="21600" y="5400"/>
                    <a:pt x="21168" y="0"/>
                    <a:pt x="20736" y="0"/>
                  </a:cubicBezTo>
                  <a:cubicBezTo>
                    <a:pt x="864" y="0"/>
                    <a:pt x="864" y="0"/>
                    <a:pt x="864" y="0"/>
                  </a:cubicBezTo>
                  <a:cubicBezTo>
                    <a:pt x="432" y="0"/>
                    <a:pt x="0" y="5400"/>
                    <a:pt x="0" y="10800"/>
                  </a:cubicBezTo>
                  <a:close/>
                  <a:moveTo>
                    <a:pt x="0" y="10800"/>
                  </a:moveTo>
                  <a:cubicBezTo>
                    <a:pt x="0" y="10800"/>
                    <a:pt x="0" y="10800"/>
                    <a:pt x="0" y="1080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57" name="Shape">
              <a:extLst>
                <a:ext uri="{FF2B5EF4-FFF2-40B4-BE49-F238E27FC236}">
                  <a16:creationId xmlns:a16="http://schemas.microsoft.com/office/drawing/2014/main" id="{59689648-9EA8-529B-A9B2-30DAAA974D60}"/>
                </a:ext>
              </a:extLst>
            </p:cNvPr>
            <p:cNvSpPr/>
            <p:nvPr/>
          </p:nvSpPr>
          <p:spPr>
            <a:xfrm>
              <a:off x="132053" y="598954"/>
              <a:ext cx="797038" cy="37730"/>
            </a:xfrm>
            <a:custGeom>
              <a:avLst/>
              <a:gdLst/>
              <a:ahLst/>
              <a:cxnLst>
                <a:cxn ang="0">
                  <a:pos x="wd2" y="hd2"/>
                </a:cxn>
                <a:cxn ang="5400000">
                  <a:pos x="wd2" y="hd2"/>
                </a:cxn>
                <a:cxn ang="10800000">
                  <a:pos x="wd2" y="hd2"/>
                </a:cxn>
                <a:cxn ang="16200000">
                  <a:pos x="wd2" y="hd2"/>
                </a:cxn>
              </a:cxnLst>
              <a:rect l="0" t="0" r="r" b="b"/>
              <a:pathLst>
                <a:path w="21600" h="21600" extrusionOk="0">
                  <a:moveTo>
                    <a:pt x="21130" y="0"/>
                  </a:moveTo>
                  <a:cubicBezTo>
                    <a:pt x="470" y="0"/>
                    <a:pt x="470" y="0"/>
                    <a:pt x="470" y="0"/>
                  </a:cubicBezTo>
                  <a:cubicBezTo>
                    <a:pt x="235" y="0"/>
                    <a:pt x="0" y="5400"/>
                    <a:pt x="0" y="10800"/>
                  </a:cubicBezTo>
                  <a:cubicBezTo>
                    <a:pt x="0" y="16200"/>
                    <a:pt x="235" y="21600"/>
                    <a:pt x="470" y="21600"/>
                  </a:cubicBezTo>
                  <a:cubicBezTo>
                    <a:pt x="21130" y="21600"/>
                    <a:pt x="21130" y="21600"/>
                    <a:pt x="21130" y="21600"/>
                  </a:cubicBezTo>
                  <a:cubicBezTo>
                    <a:pt x="21365" y="21600"/>
                    <a:pt x="21600" y="16200"/>
                    <a:pt x="21600" y="10800"/>
                  </a:cubicBezTo>
                  <a:cubicBezTo>
                    <a:pt x="21600" y="5400"/>
                    <a:pt x="21365" y="0"/>
                    <a:pt x="21130" y="0"/>
                  </a:cubicBezTo>
                  <a:close/>
                  <a:moveTo>
                    <a:pt x="21130" y="0"/>
                  </a:moveTo>
                  <a:cubicBezTo>
                    <a:pt x="21130" y="0"/>
                    <a:pt x="21130" y="0"/>
                    <a:pt x="21130" y="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58" name="Shape">
              <a:extLst>
                <a:ext uri="{FF2B5EF4-FFF2-40B4-BE49-F238E27FC236}">
                  <a16:creationId xmlns:a16="http://schemas.microsoft.com/office/drawing/2014/main" id="{1AE6718A-7AA5-0645-F5FD-FA5EC27D6EC1}"/>
                </a:ext>
              </a:extLst>
            </p:cNvPr>
            <p:cNvSpPr/>
            <p:nvPr/>
          </p:nvSpPr>
          <p:spPr>
            <a:xfrm>
              <a:off x="132053" y="697570"/>
              <a:ext cx="797038" cy="33867"/>
            </a:xfrm>
            <a:custGeom>
              <a:avLst/>
              <a:gdLst/>
              <a:ahLst/>
              <a:cxnLst>
                <a:cxn ang="0">
                  <a:pos x="wd2" y="hd2"/>
                </a:cxn>
                <a:cxn ang="5400000">
                  <a:pos x="wd2" y="hd2"/>
                </a:cxn>
                <a:cxn ang="10800000">
                  <a:pos x="wd2" y="hd2"/>
                </a:cxn>
                <a:cxn ang="16200000">
                  <a:pos x="wd2" y="hd2"/>
                </a:cxn>
              </a:cxnLst>
              <a:rect l="0" t="0" r="r" b="b"/>
              <a:pathLst>
                <a:path w="21600" h="21600" extrusionOk="0">
                  <a:moveTo>
                    <a:pt x="21130" y="0"/>
                  </a:moveTo>
                  <a:cubicBezTo>
                    <a:pt x="470" y="0"/>
                    <a:pt x="470" y="0"/>
                    <a:pt x="470" y="0"/>
                  </a:cubicBezTo>
                  <a:cubicBezTo>
                    <a:pt x="235" y="0"/>
                    <a:pt x="0" y="5400"/>
                    <a:pt x="0" y="10800"/>
                  </a:cubicBezTo>
                  <a:cubicBezTo>
                    <a:pt x="0" y="16200"/>
                    <a:pt x="235" y="21600"/>
                    <a:pt x="470" y="21600"/>
                  </a:cubicBezTo>
                  <a:cubicBezTo>
                    <a:pt x="21130" y="21600"/>
                    <a:pt x="21130" y="21600"/>
                    <a:pt x="21130" y="21600"/>
                  </a:cubicBezTo>
                  <a:cubicBezTo>
                    <a:pt x="21365" y="21600"/>
                    <a:pt x="21600" y="16200"/>
                    <a:pt x="21600" y="10800"/>
                  </a:cubicBezTo>
                  <a:cubicBezTo>
                    <a:pt x="21600" y="5400"/>
                    <a:pt x="21365" y="0"/>
                    <a:pt x="21130" y="0"/>
                  </a:cubicBezTo>
                  <a:close/>
                  <a:moveTo>
                    <a:pt x="21130" y="0"/>
                  </a:moveTo>
                  <a:cubicBezTo>
                    <a:pt x="21130" y="0"/>
                    <a:pt x="21130" y="0"/>
                    <a:pt x="21130" y="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59" name="Shape">
              <a:extLst>
                <a:ext uri="{FF2B5EF4-FFF2-40B4-BE49-F238E27FC236}">
                  <a16:creationId xmlns:a16="http://schemas.microsoft.com/office/drawing/2014/main" id="{6E79964D-C35B-9D16-588C-BD15EAA49BD6}"/>
                </a:ext>
              </a:extLst>
            </p:cNvPr>
            <p:cNvSpPr/>
            <p:nvPr/>
          </p:nvSpPr>
          <p:spPr>
            <a:xfrm>
              <a:off x="132053" y="801326"/>
              <a:ext cx="797038" cy="33867"/>
            </a:xfrm>
            <a:custGeom>
              <a:avLst/>
              <a:gdLst/>
              <a:ahLst/>
              <a:cxnLst>
                <a:cxn ang="0">
                  <a:pos x="wd2" y="hd2"/>
                </a:cxn>
                <a:cxn ang="5400000">
                  <a:pos x="wd2" y="hd2"/>
                </a:cxn>
                <a:cxn ang="10800000">
                  <a:pos x="wd2" y="hd2"/>
                </a:cxn>
                <a:cxn ang="16200000">
                  <a:pos x="wd2" y="hd2"/>
                </a:cxn>
              </a:cxnLst>
              <a:rect l="0" t="0" r="r" b="b"/>
              <a:pathLst>
                <a:path w="21600" h="21600" extrusionOk="0">
                  <a:moveTo>
                    <a:pt x="21130" y="0"/>
                  </a:moveTo>
                  <a:cubicBezTo>
                    <a:pt x="470" y="0"/>
                    <a:pt x="470" y="0"/>
                    <a:pt x="470" y="0"/>
                  </a:cubicBezTo>
                  <a:cubicBezTo>
                    <a:pt x="235" y="0"/>
                    <a:pt x="0" y="5400"/>
                    <a:pt x="0" y="10800"/>
                  </a:cubicBezTo>
                  <a:cubicBezTo>
                    <a:pt x="0" y="16200"/>
                    <a:pt x="235" y="21600"/>
                    <a:pt x="470" y="21600"/>
                  </a:cubicBezTo>
                  <a:cubicBezTo>
                    <a:pt x="21130" y="21600"/>
                    <a:pt x="21130" y="21600"/>
                    <a:pt x="21130" y="21600"/>
                  </a:cubicBezTo>
                  <a:cubicBezTo>
                    <a:pt x="21365" y="21600"/>
                    <a:pt x="21600" y="16200"/>
                    <a:pt x="21600" y="10800"/>
                  </a:cubicBezTo>
                  <a:cubicBezTo>
                    <a:pt x="21600" y="5400"/>
                    <a:pt x="21365" y="0"/>
                    <a:pt x="21130" y="0"/>
                  </a:cubicBezTo>
                  <a:close/>
                  <a:moveTo>
                    <a:pt x="21130" y="0"/>
                  </a:moveTo>
                  <a:cubicBezTo>
                    <a:pt x="21130" y="0"/>
                    <a:pt x="21130" y="0"/>
                    <a:pt x="21130" y="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60" name="Shape">
              <a:extLst>
                <a:ext uri="{FF2B5EF4-FFF2-40B4-BE49-F238E27FC236}">
                  <a16:creationId xmlns:a16="http://schemas.microsoft.com/office/drawing/2014/main" id="{B1318307-96AA-82DD-40A2-E3DC11B810D1}"/>
                </a:ext>
              </a:extLst>
            </p:cNvPr>
            <p:cNvSpPr/>
            <p:nvPr/>
          </p:nvSpPr>
          <p:spPr>
            <a:xfrm>
              <a:off x="132053" y="495198"/>
              <a:ext cx="797038" cy="37730"/>
            </a:xfrm>
            <a:custGeom>
              <a:avLst/>
              <a:gdLst/>
              <a:ahLst/>
              <a:cxnLst>
                <a:cxn ang="0">
                  <a:pos x="wd2" y="hd2"/>
                </a:cxn>
                <a:cxn ang="5400000">
                  <a:pos x="wd2" y="hd2"/>
                </a:cxn>
                <a:cxn ang="10800000">
                  <a:pos x="wd2" y="hd2"/>
                </a:cxn>
                <a:cxn ang="16200000">
                  <a:pos x="wd2" y="hd2"/>
                </a:cxn>
              </a:cxnLst>
              <a:rect l="0" t="0" r="r" b="b"/>
              <a:pathLst>
                <a:path w="21600" h="21600" extrusionOk="0">
                  <a:moveTo>
                    <a:pt x="21130" y="0"/>
                  </a:moveTo>
                  <a:cubicBezTo>
                    <a:pt x="470" y="0"/>
                    <a:pt x="470" y="0"/>
                    <a:pt x="470" y="0"/>
                  </a:cubicBezTo>
                  <a:cubicBezTo>
                    <a:pt x="235" y="0"/>
                    <a:pt x="0" y="5400"/>
                    <a:pt x="0" y="10800"/>
                  </a:cubicBezTo>
                  <a:cubicBezTo>
                    <a:pt x="0" y="16200"/>
                    <a:pt x="235" y="21600"/>
                    <a:pt x="470" y="21600"/>
                  </a:cubicBezTo>
                  <a:cubicBezTo>
                    <a:pt x="21130" y="21600"/>
                    <a:pt x="21130" y="21600"/>
                    <a:pt x="21130" y="21600"/>
                  </a:cubicBezTo>
                  <a:cubicBezTo>
                    <a:pt x="21365" y="21600"/>
                    <a:pt x="21600" y="16200"/>
                    <a:pt x="21600" y="10800"/>
                  </a:cubicBezTo>
                  <a:cubicBezTo>
                    <a:pt x="21600" y="5400"/>
                    <a:pt x="21365" y="0"/>
                    <a:pt x="21130" y="0"/>
                  </a:cubicBezTo>
                  <a:close/>
                  <a:moveTo>
                    <a:pt x="21130" y="0"/>
                  </a:moveTo>
                  <a:cubicBezTo>
                    <a:pt x="21130" y="0"/>
                    <a:pt x="21130" y="0"/>
                    <a:pt x="21130" y="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61" name="Shape">
              <a:extLst>
                <a:ext uri="{FF2B5EF4-FFF2-40B4-BE49-F238E27FC236}">
                  <a16:creationId xmlns:a16="http://schemas.microsoft.com/office/drawing/2014/main" id="{E350814A-07D3-B95D-8B10-AB4FD925DAF4}"/>
                </a:ext>
              </a:extLst>
            </p:cNvPr>
            <p:cNvSpPr/>
            <p:nvPr/>
          </p:nvSpPr>
          <p:spPr>
            <a:xfrm>
              <a:off x="132053" y="165065"/>
              <a:ext cx="301837" cy="268825"/>
            </a:xfrm>
            <a:custGeom>
              <a:avLst/>
              <a:gdLst/>
              <a:ahLst/>
              <a:cxnLst>
                <a:cxn ang="0">
                  <a:pos x="wd2" y="hd2"/>
                </a:cxn>
                <a:cxn ang="5400000">
                  <a:pos x="wd2" y="hd2"/>
                </a:cxn>
                <a:cxn ang="10800000">
                  <a:pos x="wd2" y="hd2"/>
                </a:cxn>
                <a:cxn ang="16200000">
                  <a:pos x="wd2" y="hd2"/>
                </a:cxn>
              </a:cxnLst>
              <a:rect l="0" t="0" r="r" b="b"/>
              <a:pathLst>
                <a:path w="21600" h="21600" extrusionOk="0">
                  <a:moveTo>
                    <a:pt x="2469" y="21600"/>
                  </a:moveTo>
                  <a:cubicBezTo>
                    <a:pt x="19131" y="21600"/>
                    <a:pt x="19131" y="21600"/>
                    <a:pt x="19131" y="21600"/>
                  </a:cubicBezTo>
                  <a:cubicBezTo>
                    <a:pt x="20366" y="21600"/>
                    <a:pt x="21600" y="20206"/>
                    <a:pt x="21600" y="18813"/>
                  </a:cubicBezTo>
                  <a:cubicBezTo>
                    <a:pt x="21600" y="2787"/>
                    <a:pt x="21600" y="2787"/>
                    <a:pt x="21600" y="2787"/>
                  </a:cubicBezTo>
                  <a:cubicBezTo>
                    <a:pt x="21600" y="1394"/>
                    <a:pt x="20366" y="0"/>
                    <a:pt x="19131" y="0"/>
                  </a:cubicBezTo>
                  <a:cubicBezTo>
                    <a:pt x="2469" y="0"/>
                    <a:pt x="2469" y="0"/>
                    <a:pt x="2469" y="0"/>
                  </a:cubicBezTo>
                  <a:cubicBezTo>
                    <a:pt x="1234" y="0"/>
                    <a:pt x="0" y="1394"/>
                    <a:pt x="0" y="2787"/>
                  </a:cubicBezTo>
                  <a:cubicBezTo>
                    <a:pt x="0" y="18813"/>
                    <a:pt x="0" y="18813"/>
                    <a:pt x="0" y="18813"/>
                  </a:cubicBezTo>
                  <a:cubicBezTo>
                    <a:pt x="0" y="20206"/>
                    <a:pt x="1234" y="21600"/>
                    <a:pt x="2469" y="21600"/>
                  </a:cubicBezTo>
                  <a:close/>
                  <a:moveTo>
                    <a:pt x="4937" y="5574"/>
                  </a:moveTo>
                  <a:cubicBezTo>
                    <a:pt x="16663" y="5574"/>
                    <a:pt x="16663" y="5574"/>
                    <a:pt x="16663" y="5574"/>
                  </a:cubicBezTo>
                  <a:cubicBezTo>
                    <a:pt x="16663" y="16026"/>
                    <a:pt x="16663" y="16026"/>
                    <a:pt x="16663" y="16026"/>
                  </a:cubicBezTo>
                  <a:cubicBezTo>
                    <a:pt x="4937" y="16026"/>
                    <a:pt x="4937" y="16026"/>
                    <a:pt x="4937" y="16026"/>
                  </a:cubicBezTo>
                  <a:lnTo>
                    <a:pt x="4937" y="5574"/>
                  </a:lnTo>
                  <a:close/>
                  <a:moveTo>
                    <a:pt x="4937" y="5574"/>
                  </a:moveTo>
                  <a:cubicBezTo>
                    <a:pt x="4937" y="5574"/>
                    <a:pt x="4937" y="5574"/>
                    <a:pt x="4937" y="5574"/>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grpSp>
      <p:grpSp>
        <p:nvGrpSpPr>
          <p:cNvPr id="162" name="Group">
            <a:extLst>
              <a:ext uri="{FF2B5EF4-FFF2-40B4-BE49-F238E27FC236}">
                <a16:creationId xmlns:a16="http://schemas.microsoft.com/office/drawing/2014/main" id="{1811E1D7-FAF4-9AC7-8595-0A21305648E6}"/>
              </a:ext>
            </a:extLst>
          </p:cNvPr>
          <p:cNvGrpSpPr/>
          <p:nvPr/>
        </p:nvGrpSpPr>
        <p:grpSpPr>
          <a:xfrm>
            <a:off x="1582078" y="2913030"/>
            <a:ext cx="515472" cy="489749"/>
            <a:chOff x="0" y="0"/>
            <a:chExt cx="1060592" cy="1070576"/>
          </a:xfrm>
          <a:solidFill>
            <a:schemeClr val="tx1"/>
          </a:solidFill>
        </p:grpSpPr>
        <p:sp>
          <p:nvSpPr>
            <p:cNvPr id="163" name="Shape">
              <a:extLst>
                <a:ext uri="{FF2B5EF4-FFF2-40B4-BE49-F238E27FC236}">
                  <a16:creationId xmlns:a16="http://schemas.microsoft.com/office/drawing/2014/main" id="{5A31192C-2F96-574D-64EE-8A808AF595CC}"/>
                </a:ext>
              </a:extLst>
            </p:cNvPr>
            <p:cNvSpPr/>
            <p:nvPr/>
          </p:nvSpPr>
          <p:spPr>
            <a:xfrm>
              <a:off x="0" y="400877"/>
              <a:ext cx="1060593" cy="669700"/>
            </a:xfrm>
            <a:custGeom>
              <a:avLst/>
              <a:gdLst/>
              <a:ahLst/>
              <a:cxnLst>
                <a:cxn ang="0">
                  <a:pos x="wd2" y="hd2"/>
                </a:cxn>
                <a:cxn ang="5400000">
                  <a:pos x="wd2" y="hd2"/>
                </a:cxn>
                <a:cxn ang="10800000">
                  <a:pos x="wd2" y="hd2"/>
                </a:cxn>
                <a:cxn ang="16200000">
                  <a:pos x="wd2" y="hd2"/>
                </a:cxn>
              </a:cxnLst>
              <a:rect l="0" t="0" r="r" b="b"/>
              <a:pathLst>
                <a:path w="21493" h="21600" extrusionOk="0">
                  <a:moveTo>
                    <a:pt x="19844" y="9538"/>
                  </a:moveTo>
                  <a:cubicBezTo>
                    <a:pt x="17912" y="9538"/>
                    <a:pt x="17912" y="9538"/>
                    <a:pt x="17912" y="9538"/>
                  </a:cubicBezTo>
                  <a:cubicBezTo>
                    <a:pt x="17912" y="9257"/>
                    <a:pt x="17912" y="9257"/>
                    <a:pt x="17912" y="8977"/>
                  </a:cubicBezTo>
                  <a:cubicBezTo>
                    <a:pt x="21073" y="6171"/>
                    <a:pt x="21073" y="6171"/>
                    <a:pt x="21073" y="6171"/>
                  </a:cubicBezTo>
                  <a:cubicBezTo>
                    <a:pt x="21424" y="6171"/>
                    <a:pt x="21600" y="5330"/>
                    <a:pt x="21424" y="4769"/>
                  </a:cubicBezTo>
                  <a:cubicBezTo>
                    <a:pt x="21249" y="4208"/>
                    <a:pt x="20898" y="4208"/>
                    <a:pt x="20546" y="4488"/>
                  </a:cubicBezTo>
                  <a:cubicBezTo>
                    <a:pt x="17385" y="6732"/>
                    <a:pt x="17385" y="6732"/>
                    <a:pt x="17385" y="6732"/>
                  </a:cubicBezTo>
                  <a:cubicBezTo>
                    <a:pt x="16156" y="2805"/>
                    <a:pt x="13698" y="0"/>
                    <a:pt x="10712" y="0"/>
                  </a:cubicBezTo>
                  <a:cubicBezTo>
                    <a:pt x="7024" y="0"/>
                    <a:pt x="4039" y="4208"/>
                    <a:pt x="3337" y="9538"/>
                  </a:cubicBezTo>
                  <a:cubicBezTo>
                    <a:pt x="1580" y="9538"/>
                    <a:pt x="1580" y="9538"/>
                    <a:pt x="1580" y="9538"/>
                  </a:cubicBezTo>
                  <a:cubicBezTo>
                    <a:pt x="702" y="9538"/>
                    <a:pt x="0" y="10940"/>
                    <a:pt x="0" y="12343"/>
                  </a:cubicBezTo>
                  <a:cubicBezTo>
                    <a:pt x="0" y="12904"/>
                    <a:pt x="0" y="13465"/>
                    <a:pt x="176" y="13745"/>
                  </a:cubicBezTo>
                  <a:cubicBezTo>
                    <a:pt x="2634" y="17953"/>
                    <a:pt x="2634" y="17953"/>
                    <a:pt x="2634" y="17953"/>
                  </a:cubicBezTo>
                  <a:cubicBezTo>
                    <a:pt x="2634" y="18795"/>
                    <a:pt x="2634" y="18795"/>
                    <a:pt x="2634" y="18795"/>
                  </a:cubicBezTo>
                  <a:cubicBezTo>
                    <a:pt x="2634" y="20197"/>
                    <a:pt x="3337" y="21600"/>
                    <a:pt x="4215" y="21600"/>
                  </a:cubicBezTo>
                  <a:cubicBezTo>
                    <a:pt x="17034" y="21600"/>
                    <a:pt x="17034" y="21600"/>
                    <a:pt x="17034" y="21600"/>
                  </a:cubicBezTo>
                  <a:cubicBezTo>
                    <a:pt x="18088" y="21600"/>
                    <a:pt x="18790" y="20197"/>
                    <a:pt x="18790" y="18795"/>
                  </a:cubicBezTo>
                  <a:cubicBezTo>
                    <a:pt x="18790" y="17953"/>
                    <a:pt x="18790" y="17953"/>
                    <a:pt x="18790" y="17953"/>
                  </a:cubicBezTo>
                  <a:cubicBezTo>
                    <a:pt x="21073" y="13745"/>
                    <a:pt x="21073" y="13745"/>
                    <a:pt x="21073" y="13745"/>
                  </a:cubicBezTo>
                  <a:cubicBezTo>
                    <a:pt x="21424" y="13465"/>
                    <a:pt x="21424" y="12904"/>
                    <a:pt x="21424" y="12343"/>
                  </a:cubicBezTo>
                  <a:cubicBezTo>
                    <a:pt x="21424" y="10940"/>
                    <a:pt x="20722" y="9538"/>
                    <a:pt x="19844" y="9538"/>
                  </a:cubicBezTo>
                  <a:close/>
                  <a:moveTo>
                    <a:pt x="17210" y="9538"/>
                  </a:moveTo>
                  <a:cubicBezTo>
                    <a:pt x="16859" y="9538"/>
                    <a:pt x="16859" y="9538"/>
                    <a:pt x="16859" y="9538"/>
                  </a:cubicBezTo>
                  <a:cubicBezTo>
                    <a:pt x="17210" y="9257"/>
                    <a:pt x="17210" y="9257"/>
                    <a:pt x="17210" y="9257"/>
                  </a:cubicBezTo>
                  <a:cubicBezTo>
                    <a:pt x="17210" y="9538"/>
                    <a:pt x="17210" y="9538"/>
                    <a:pt x="17210" y="9538"/>
                  </a:cubicBezTo>
                  <a:close/>
                  <a:moveTo>
                    <a:pt x="10712" y="1122"/>
                  </a:moveTo>
                  <a:cubicBezTo>
                    <a:pt x="13346" y="1122"/>
                    <a:pt x="15805" y="3647"/>
                    <a:pt x="16859" y="7294"/>
                  </a:cubicBezTo>
                  <a:cubicBezTo>
                    <a:pt x="16156" y="7855"/>
                    <a:pt x="16156" y="7855"/>
                    <a:pt x="16156" y="7855"/>
                  </a:cubicBezTo>
                  <a:cubicBezTo>
                    <a:pt x="15278" y="4488"/>
                    <a:pt x="13171" y="2244"/>
                    <a:pt x="10712" y="2244"/>
                  </a:cubicBezTo>
                  <a:cubicBezTo>
                    <a:pt x="7727" y="2244"/>
                    <a:pt x="5444" y="5330"/>
                    <a:pt x="4741" y="9538"/>
                  </a:cubicBezTo>
                  <a:cubicBezTo>
                    <a:pt x="4039" y="9538"/>
                    <a:pt x="4039" y="9538"/>
                    <a:pt x="4039" y="9538"/>
                  </a:cubicBezTo>
                  <a:cubicBezTo>
                    <a:pt x="4741" y="4769"/>
                    <a:pt x="7376" y="1122"/>
                    <a:pt x="10712" y="1122"/>
                  </a:cubicBezTo>
                  <a:close/>
                  <a:moveTo>
                    <a:pt x="13698" y="9538"/>
                  </a:moveTo>
                  <a:cubicBezTo>
                    <a:pt x="13171" y="7855"/>
                    <a:pt x="12117" y="6452"/>
                    <a:pt x="10712" y="6452"/>
                  </a:cubicBezTo>
                  <a:cubicBezTo>
                    <a:pt x="9307" y="6452"/>
                    <a:pt x="8078" y="7855"/>
                    <a:pt x="7551" y="9538"/>
                  </a:cubicBezTo>
                  <a:cubicBezTo>
                    <a:pt x="6849" y="9538"/>
                    <a:pt x="6849" y="9538"/>
                    <a:pt x="6849" y="9538"/>
                  </a:cubicBezTo>
                  <a:cubicBezTo>
                    <a:pt x="7376" y="7013"/>
                    <a:pt x="8956" y="5330"/>
                    <a:pt x="10712" y="5330"/>
                  </a:cubicBezTo>
                  <a:cubicBezTo>
                    <a:pt x="12293" y="5330"/>
                    <a:pt x="13698" y="7013"/>
                    <a:pt x="14400" y="9257"/>
                  </a:cubicBezTo>
                  <a:cubicBezTo>
                    <a:pt x="13873" y="9538"/>
                    <a:pt x="13873" y="9538"/>
                    <a:pt x="13873" y="9538"/>
                  </a:cubicBezTo>
                  <a:lnTo>
                    <a:pt x="13698" y="9538"/>
                  </a:lnTo>
                  <a:close/>
                  <a:moveTo>
                    <a:pt x="10712" y="8696"/>
                  </a:moveTo>
                  <a:cubicBezTo>
                    <a:pt x="10010" y="8696"/>
                    <a:pt x="9483" y="8977"/>
                    <a:pt x="9132" y="9538"/>
                  </a:cubicBezTo>
                  <a:cubicBezTo>
                    <a:pt x="8429" y="9538"/>
                    <a:pt x="8429" y="9538"/>
                    <a:pt x="8429" y="9538"/>
                  </a:cubicBezTo>
                  <a:cubicBezTo>
                    <a:pt x="8780" y="8416"/>
                    <a:pt x="9659" y="7574"/>
                    <a:pt x="10712" y="7574"/>
                  </a:cubicBezTo>
                  <a:cubicBezTo>
                    <a:pt x="11766" y="7574"/>
                    <a:pt x="12468" y="8416"/>
                    <a:pt x="12995" y="9538"/>
                  </a:cubicBezTo>
                  <a:cubicBezTo>
                    <a:pt x="12117" y="9538"/>
                    <a:pt x="12117" y="9538"/>
                    <a:pt x="12117" y="9538"/>
                  </a:cubicBezTo>
                  <a:cubicBezTo>
                    <a:pt x="11766" y="8977"/>
                    <a:pt x="11239" y="8696"/>
                    <a:pt x="10712" y="8696"/>
                  </a:cubicBezTo>
                  <a:close/>
                  <a:moveTo>
                    <a:pt x="10712" y="4208"/>
                  </a:moveTo>
                  <a:cubicBezTo>
                    <a:pt x="8605" y="4208"/>
                    <a:pt x="6673" y="6452"/>
                    <a:pt x="6146" y="9538"/>
                  </a:cubicBezTo>
                  <a:cubicBezTo>
                    <a:pt x="5444" y="9538"/>
                    <a:pt x="5444" y="9538"/>
                    <a:pt x="5444" y="9538"/>
                  </a:cubicBezTo>
                  <a:cubicBezTo>
                    <a:pt x="6146" y="5891"/>
                    <a:pt x="8254" y="3086"/>
                    <a:pt x="10712" y="3086"/>
                  </a:cubicBezTo>
                  <a:cubicBezTo>
                    <a:pt x="12820" y="3086"/>
                    <a:pt x="14751" y="5330"/>
                    <a:pt x="15629" y="8416"/>
                  </a:cubicBezTo>
                  <a:cubicBezTo>
                    <a:pt x="14927" y="8696"/>
                    <a:pt x="14927" y="8696"/>
                    <a:pt x="14927" y="8696"/>
                  </a:cubicBezTo>
                  <a:cubicBezTo>
                    <a:pt x="14224" y="6171"/>
                    <a:pt x="12644" y="4208"/>
                    <a:pt x="10712" y="4208"/>
                  </a:cubicBezTo>
                  <a:close/>
                  <a:moveTo>
                    <a:pt x="17385" y="17112"/>
                  </a:moveTo>
                  <a:cubicBezTo>
                    <a:pt x="17385" y="18795"/>
                    <a:pt x="17385" y="18795"/>
                    <a:pt x="17385" y="18795"/>
                  </a:cubicBezTo>
                  <a:cubicBezTo>
                    <a:pt x="17385" y="19075"/>
                    <a:pt x="17210" y="19356"/>
                    <a:pt x="17034" y="19356"/>
                  </a:cubicBezTo>
                  <a:cubicBezTo>
                    <a:pt x="4215" y="19356"/>
                    <a:pt x="4215" y="19356"/>
                    <a:pt x="4215" y="19356"/>
                  </a:cubicBezTo>
                  <a:cubicBezTo>
                    <a:pt x="4039" y="19356"/>
                    <a:pt x="4039" y="19075"/>
                    <a:pt x="4039" y="18795"/>
                  </a:cubicBezTo>
                  <a:cubicBezTo>
                    <a:pt x="4039" y="17112"/>
                    <a:pt x="4039" y="17112"/>
                    <a:pt x="4039" y="17112"/>
                  </a:cubicBezTo>
                  <a:cubicBezTo>
                    <a:pt x="1229" y="12343"/>
                    <a:pt x="1229" y="12343"/>
                    <a:pt x="1229" y="12343"/>
                  </a:cubicBezTo>
                  <a:cubicBezTo>
                    <a:pt x="1229" y="12062"/>
                    <a:pt x="1405" y="11782"/>
                    <a:pt x="1580" y="11782"/>
                  </a:cubicBezTo>
                  <a:cubicBezTo>
                    <a:pt x="19844" y="11782"/>
                    <a:pt x="19844" y="11782"/>
                    <a:pt x="19844" y="11782"/>
                  </a:cubicBezTo>
                  <a:cubicBezTo>
                    <a:pt x="20020" y="11782"/>
                    <a:pt x="20195" y="12062"/>
                    <a:pt x="20195" y="12343"/>
                  </a:cubicBezTo>
                  <a:lnTo>
                    <a:pt x="17385" y="17112"/>
                  </a:lnTo>
                  <a:close/>
                  <a:moveTo>
                    <a:pt x="17385" y="17112"/>
                  </a:moveTo>
                  <a:cubicBezTo>
                    <a:pt x="17385" y="17112"/>
                    <a:pt x="17385" y="17112"/>
                    <a:pt x="17385" y="17112"/>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64" name="Shape">
              <a:extLst>
                <a:ext uri="{FF2B5EF4-FFF2-40B4-BE49-F238E27FC236}">
                  <a16:creationId xmlns:a16="http://schemas.microsoft.com/office/drawing/2014/main" id="{032092CC-94EF-51D9-8491-E18B4FBE79E9}"/>
                </a:ext>
              </a:extLst>
            </p:cNvPr>
            <p:cNvSpPr/>
            <p:nvPr/>
          </p:nvSpPr>
          <p:spPr>
            <a:xfrm>
              <a:off x="251075" y="146203"/>
              <a:ext cx="77945" cy="254675"/>
            </a:xfrm>
            <a:custGeom>
              <a:avLst/>
              <a:gdLst/>
              <a:ahLst/>
              <a:cxnLst>
                <a:cxn ang="0">
                  <a:pos x="wd2" y="hd2"/>
                </a:cxn>
                <a:cxn ang="5400000">
                  <a:pos x="wd2" y="hd2"/>
                </a:cxn>
                <a:cxn ang="10800000">
                  <a:pos x="wd2" y="hd2"/>
                </a:cxn>
                <a:cxn ang="16200000">
                  <a:pos x="wd2" y="hd2"/>
                </a:cxn>
              </a:cxnLst>
              <a:rect l="0" t="0" r="r" b="b"/>
              <a:pathLst>
                <a:path w="16999" h="21600" extrusionOk="0">
                  <a:moveTo>
                    <a:pt x="1626" y="20855"/>
                  </a:moveTo>
                  <a:cubicBezTo>
                    <a:pt x="1626" y="20855"/>
                    <a:pt x="1626" y="20855"/>
                    <a:pt x="1626" y="20855"/>
                  </a:cubicBezTo>
                  <a:cubicBezTo>
                    <a:pt x="1626" y="20855"/>
                    <a:pt x="1626" y="20855"/>
                    <a:pt x="1626" y="20855"/>
                  </a:cubicBezTo>
                  <a:cubicBezTo>
                    <a:pt x="1626" y="20855"/>
                    <a:pt x="3590" y="21600"/>
                    <a:pt x="5554" y="21600"/>
                  </a:cubicBezTo>
                  <a:cubicBezTo>
                    <a:pt x="7517" y="21600"/>
                    <a:pt x="9481" y="20855"/>
                    <a:pt x="9481" y="20110"/>
                  </a:cubicBezTo>
                  <a:cubicBezTo>
                    <a:pt x="9481" y="20110"/>
                    <a:pt x="9481" y="20110"/>
                    <a:pt x="9481" y="19366"/>
                  </a:cubicBezTo>
                  <a:cubicBezTo>
                    <a:pt x="9481" y="19366"/>
                    <a:pt x="9481" y="19366"/>
                    <a:pt x="9481" y="19366"/>
                  </a:cubicBezTo>
                  <a:cubicBezTo>
                    <a:pt x="5554" y="17131"/>
                    <a:pt x="9481" y="14152"/>
                    <a:pt x="11444" y="11172"/>
                  </a:cubicBezTo>
                  <a:cubicBezTo>
                    <a:pt x="15372" y="8193"/>
                    <a:pt x="19299" y="4469"/>
                    <a:pt x="15372" y="745"/>
                  </a:cubicBezTo>
                  <a:cubicBezTo>
                    <a:pt x="15372" y="745"/>
                    <a:pt x="13408" y="0"/>
                    <a:pt x="11444" y="0"/>
                  </a:cubicBezTo>
                  <a:cubicBezTo>
                    <a:pt x="9481" y="0"/>
                    <a:pt x="7517" y="745"/>
                    <a:pt x="7517" y="1490"/>
                  </a:cubicBezTo>
                  <a:cubicBezTo>
                    <a:pt x="7517" y="1490"/>
                    <a:pt x="7517" y="1490"/>
                    <a:pt x="7517" y="2234"/>
                  </a:cubicBezTo>
                  <a:cubicBezTo>
                    <a:pt x="7517" y="2234"/>
                    <a:pt x="7517" y="2234"/>
                    <a:pt x="7517" y="2234"/>
                  </a:cubicBezTo>
                  <a:cubicBezTo>
                    <a:pt x="7517" y="2234"/>
                    <a:pt x="7517" y="2234"/>
                    <a:pt x="7517" y="2234"/>
                  </a:cubicBezTo>
                  <a:cubicBezTo>
                    <a:pt x="7517" y="2234"/>
                    <a:pt x="7517" y="2234"/>
                    <a:pt x="7517" y="2234"/>
                  </a:cubicBezTo>
                  <a:cubicBezTo>
                    <a:pt x="11444" y="4469"/>
                    <a:pt x="9481" y="7448"/>
                    <a:pt x="5554" y="10428"/>
                  </a:cubicBezTo>
                  <a:cubicBezTo>
                    <a:pt x="1626" y="13407"/>
                    <a:pt x="-2301" y="17131"/>
                    <a:pt x="1626" y="20855"/>
                  </a:cubicBezTo>
                  <a:cubicBezTo>
                    <a:pt x="1626" y="20855"/>
                    <a:pt x="1626" y="20855"/>
                    <a:pt x="1626" y="20855"/>
                  </a:cubicBezTo>
                  <a:close/>
                  <a:moveTo>
                    <a:pt x="1626" y="20855"/>
                  </a:moveTo>
                  <a:cubicBezTo>
                    <a:pt x="1626" y="20855"/>
                    <a:pt x="1626" y="20855"/>
                    <a:pt x="1626" y="20855"/>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65" name="Shape">
              <a:extLst>
                <a:ext uri="{FF2B5EF4-FFF2-40B4-BE49-F238E27FC236}">
                  <a16:creationId xmlns:a16="http://schemas.microsoft.com/office/drawing/2014/main" id="{8175DC7A-5487-6511-4A6E-CA17B159CDC7}"/>
                </a:ext>
              </a:extLst>
            </p:cNvPr>
            <p:cNvSpPr/>
            <p:nvPr/>
          </p:nvSpPr>
          <p:spPr>
            <a:xfrm>
              <a:off x="660880" y="146203"/>
              <a:ext cx="74232" cy="245243"/>
            </a:xfrm>
            <a:custGeom>
              <a:avLst/>
              <a:gdLst/>
              <a:ahLst/>
              <a:cxnLst>
                <a:cxn ang="0">
                  <a:pos x="wd2" y="hd2"/>
                </a:cxn>
                <a:cxn ang="5400000">
                  <a:pos x="wd2" y="hd2"/>
                </a:cxn>
                <a:cxn ang="10800000">
                  <a:pos x="wd2" y="hd2"/>
                </a:cxn>
                <a:cxn ang="16200000">
                  <a:pos x="wd2" y="hd2"/>
                </a:cxn>
              </a:cxnLst>
              <a:rect l="0" t="0" r="r" b="b"/>
              <a:pathLst>
                <a:path w="16999" h="21600" extrusionOk="0">
                  <a:moveTo>
                    <a:pt x="1626" y="20829"/>
                  </a:moveTo>
                  <a:cubicBezTo>
                    <a:pt x="1626" y="20829"/>
                    <a:pt x="1626" y="20829"/>
                    <a:pt x="1626" y="20829"/>
                  </a:cubicBezTo>
                  <a:cubicBezTo>
                    <a:pt x="1626" y="20829"/>
                    <a:pt x="1626" y="20829"/>
                    <a:pt x="1626" y="20829"/>
                  </a:cubicBezTo>
                  <a:cubicBezTo>
                    <a:pt x="1626" y="21600"/>
                    <a:pt x="3590" y="21600"/>
                    <a:pt x="5554" y="21600"/>
                  </a:cubicBezTo>
                  <a:cubicBezTo>
                    <a:pt x="7517" y="21600"/>
                    <a:pt x="7517" y="20829"/>
                    <a:pt x="7517" y="20057"/>
                  </a:cubicBezTo>
                  <a:cubicBezTo>
                    <a:pt x="7517" y="20057"/>
                    <a:pt x="7517" y="20057"/>
                    <a:pt x="7517" y="20057"/>
                  </a:cubicBezTo>
                  <a:cubicBezTo>
                    <a:pt x="7517" y="20057"/>
                    <a:pt x="7517" y="20057"/>
                    <a:pt x="7517" y="20057"/>
                  </a:cubicBezTo>
                  <a:cubicBezTo>
                    <a:pt x="5554" y="16971"/>
                    <a:pt x="7517" y="14657"/>
                    <a:pt x="11444" y="11571"/>
                  </a:cubicBezTo>
                  <a:cubicBezTo>
                    <a:pt x="15372" y="7714"/>
                    <a:pt x="19299" y="4629"/>
                    <a:pt x="15372" y="771"/>
                  </a:cubicBezTo>
                  <a:cubicBezTo>
                    <a:pt x="13408" y="0"/>
                    <a:pt x="13408" y="0"/>
                    <a:pt x="11444" y="0"/>
                  </a:cubicBezTo>
                  <a:cubicBezTo>
                    <a:pt x="9481" y="0"/>
                    <a:pt x="7517" y="0"/>
                    <a:pt x="7517" y="771"/>
                  </a:cubicBezTo>
                  <a:cubicBezTo>
                    <a:pt x="7517" y="1543"/>
                    <a:pt x="7517" y="1543"/>
                    <a:pt x="7517" y="1543"/>
                  </a:cubicBezTo>
                  <a:cubicBezTo>
                    <a:pt x="7517" y="1543"/>
                    <a:pt x="7517" y="1543"/>
                    <a:pt x="7517" y="1543"/>
                  </a:cubicBezTo>
                  <a:cubicBezTo>
                    <a:pt x="7517" y="1543"/>
                    <a:pt x="7517" y="1543"/>
                    <a:pt x="7517" y="1543"/>
                  </a:cubicBezTo>
                  <a:cubicBezTo>
                    <a:pt x="7517" y="1543"/>
                    <a:pt x="7517" y="1543"/>
                    <a:pt x="7517" y="1543"/>
                  </a:cubicBezTo>
                  <a:cubicBezTo>
                    <a:pt x="11444" y="4629"/>
                    <a:pt x="7517" y="6943"/>
                    <a:pt x="5554" y="10029"/>
                  </a:cubicBezTo>
                  <a:cubicBezTo>
                    <a:pt x="1626" y="13886"/>
                    <a:pt x="-2301" y="16971"/>
                    <a:pt x="1626" y="20829"/>
                  </a:cubicBezTo>
                  <a:cubicBezTo>
                    <a:pt x="1626" y="20829"/>
                    <a:pt x="1626" y="20829"/>
                    <a:pt x="1626" y="20829"/>
                  </a:cubicBezTo>
                  <a:close/>
                  <a:moveTo>
                    <a:pt x="1626" y="20829"/>
                  </a:moveTo>
                  <a:cubicBezTo>
                    <a:pt x="1626" y="20829"/>
                    <a:pt x="1626" y="20829"/>
                    <a:pt x="1626" y="20829"/>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66" name="Shape">
              <a:extLst>
                <a:ext uri="{FF2B5EF4-FFF2-40B4-BE49-F238E27FC236}">
                  <a16:creationId xmlns:a16="http://schemas.microsoft.com/office/drawing/2014/main" id="{06A2971F-52DD-F53A-0398-357EF53C3921}"/>
                </a:ext>
              </a:extLst>
            </p:cNvPr>
            <p:cNvSpPr/>
            <p:nvPr/>
          </p:nvSpPr>
          <p:spPr>
            <a:xfrm>
              <a:off x="486382" y="0"/>
              <a:ext cx="74233" cy="249960"/>
            </a:xfrm>
            <a:custGeom>
              <a:avLst/>
              <a:gdLst/>
              <a:ahLst/>
              <a:cxnLst>
                <a:cxn ang="0">
                  <a:pos x="wd2" y="hd2"/>
                </a:cxn>
                <a:cxn ang="5400000">
                  <a:pos x="wd2" y="hd2"/>
                </a:cxn>
                <a:cxn ang="10800000">
                  <a:pos x="wd2" y="hd2"/>
                </a:cxn>
                <a:cxn ang="16200000">
                  <a:pos x="wd2" y="hd2"/>
                </a:cxn>
              </a:cxnLst>
              <a:rect l="0" t="0" r="r" b="b"/>
              <a:pathLst>
                <a:path w="16999" h="21600" extrusionOk="0">
                  <a:moveTo>
                    <a:pt x="1626" y="20110"/>
                  </a:moveTo>
                  <a:cubicBezTo>
                    <a:pt x="1626" y="20855"/>
                    <a:pt x="1626" y="20855"/>
                    <a:pt x="1626" y="20855"/>
                  </a:cubicBezTo>
                  <a:cubicBezTo>
                    <a:pt x="1626" y="20855"/>
                    <a:pt x="3590" y="21600"/>
                    <a:pt x="5554" y="21600"/>
                  </a:cubicBezTo>
                  <a:cubicBezTo>
                    <a:pt x="7517" y="21600"/>
                    <a:pt x="9481" y="20855"/>
                    <a:pt x="9481" y="20110"/>
                  </a:cubicBezTo>
                  <a:cubicBezTo>
                    <a:pt x="9481" y="20110"/>
                    <a:pt x="9481" y="19366"/>
                    <a:pt x="9481" y="19366"/>
                  </a:cubicBezTo>
                  <a:cubicBezTo>
                    <a:pt x="9481" y="19366"/>
                    <a:pt x="9481" y="19366"/>
                    <a:pt x="9481" y="19366"/>
                  </a:cubicBezTo>
                  <a:cubicBezTo>
                    <a:pt x="5554" y="17131"/>
                    <a:pt x="9481" y="14152"/>
                    <a:pt x="11444" y="11172"/>
                  </a:cubicBezTo>
                  <a:cubicBezTo>
                    <a:pt x="15372" y="8193"/>
                    <a:pt x="19299" y="4469"/>
                    <a:pt x="15372" y="745"/>
                  </a:cubicBezTo>
                  <a:cubicBezTo>
                    <a:pt x="15372" y="0"/>
                    <a:pt x="13408" y="0"/>
                    <a:pt x="11444" y="0"/>
                  </a:cubicBezTo>
                  <a:cubicBezTo>
                    <a:pt x="9481" y="0"/>
                    <a:pt x="7517" y="745"/>
                    <a:pt x="7517" y="1490"/>
                  </a:cubicBezTo>
                  <a:cubicBezTo>
                    <a:pt x="7517" y="1490"/>
                    <a:pt x="7517" y="1490"/>
                    <a:pt x="7517" y="1490"/>
                  </a:cubicBezTo>
                  <a:cubicBezTo>
                    <a:pt x="7517" y="1490"/>
                    <a:pt x="7517" y="1490"/>
                    <a:pt x="7517" y="1490"/>
                  </a:cubicBezTo>
                  <a:cubicBezTo>
                    <a:pt x="7517" y="1490"/>
                    <a:pt x="7517" y="1490"/>
                    <a:pt x="7517" y="1490"/>
                  </a:cubicBezTo>
                  <a:cubicBezTo>
                    <a:pt x="7517" y="1490"/>
                    <a:pt x="7517" y="1490"/>
                    <a:pt x="7517" y="1490"/>
                  </a:cubicBezTo>
                  <a:cubicBezTo>
                    <a:pt x="11444" y="4469"/>
                    <a:pt x="9481" y="7448"/>
                    <a:pt x="5554" y="10428"/>
                  </a:cubicBezTo>
                  <a:cubicBezTo>
                    <a:pt x="1626" y="13407"/>
                    <a:pt x="-2301" y="17131"/>
                    <a:pt x="1626" y="20110"/>
                  </a:cubicBezTo>
                  <a:cubicBezTo>
                    <a:pt x="1626" y="20110"/>
                    <a:pt x="1626" y="20110"/>
                    <a:pt x="1626" y="20110"/>
                  </a:cubicBezTo>
                  <a:close/>
                  <a:moveTo>
                    <a:pt x="1626" y="20110"/>
                  </a:moveTo>
                  <a:cubicBezTo>
                    <a:pt x="1626" y="20110"/>
                    <a:pt x="1626" y="20110"/>
                    <a:pt x="1626" y="2011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grpSp>
      <p:sp>
        <p:nvSpPr>
          <p:cNvPr id="167" name="Shape">
            <a:extLst>
              <a:ext uri="{FF2B5EF4-FFF2-40B4-BE49-F238E27FC236}">
                <a16:creationId xmlns:a16="http://schemas.microsoft.com/office/drawing/2014/main" id="{AA2768E4-B93B-C819-63A8-3E9279226674}"/>
              </a:ext>
            </a:extLst>
          </p:cNvPr>
          <p:cNvSpPr/>
          <p:nvPr/>
        </p:nvSpPr>
        <p:spPr>
          <a:xfrm>
            <a:off x="2527378" y="2908355"/>
            <a:ext cx="520547" cy="489956"/>
          </a:xfrm>
          <a:custGeom>
            <a:avLst/>
            <a:gdLst/>
            <a:ahLst/>
            <a:cxnLst>
              <a:cxn ang="0">
                <a:pos x="wd2" y="hd2"/>
              </a:cxn>
              <a:cxn ang="5400000">
                <a:pos x="wd2" y="hd2"/>
              </a:cxn>
              <a:cxn ang="10800000">
                <a:pos x="wd2" y="hd2"/>
              </a:cxn>
              <a:cxn ang="16200000">
                <a:pos x="wd2" y="hd2"/>
              </a:cxn>
            </a:cxnLst>
            <a:rect l="0" t="0" r="r" b="b"/>
            <a:pathLst>
              <a:path w="21600" h="21600" extrusionOk="0">
                <a:moveTo>
                  <a:pt x="21249" y="176"/>
                </a:moveTo>
                <a:cubicBezTo>
                  <a:pt x="21073" y="0"/>
                  <a:pt x="20898" y="0"/>
                  <a:pt x="20898" y="0"/>
                </a:cubicBezTo>
                <a:cubicBezTo>
                  <a:pt x="20722" y="0"/>
                  <a:pt x="20546" y="0"/>
                  <a:pt x="20546" y="176"/>
                </a:cubicBezTo>
                <a:cubicBezTo>
                  <a:pt x="351" y="13522"/>
                  <a:pt x="351" y="13522"/>
                  <a:pt x="351" y="13522"/>
                </a:cubicBezTo>
                <a:cubicBezTo>
                  <a:pt x="0" y="13698"/>
                  <a:pt x="0" y="13873"/>
                  <a:pt x="0" y="14224"/>
                </a:cubicBezTo>
                <a:cubicBezTo>
                  <a:pt x="0" y="14400"/>
                  <a:pt x="176" y="14576"/>
                  <a:pt x="351" y="14751"/>
                </a:cubicBezTo>
                <a:cubicBezTo>
                  <a:pt x="5620" y="16859"/>
                  <a:pt x="5620" y="16859"/>
                  <a:pt x="5620" y="16859"/>
                </a:cubicBezTo>
                <a:cubicBezTo>
                  <a:pt x="8078" y="21249"/>
                  <a:pt x="8078" y="21249"/>
                  <a:pt x="8078" y="21249"/>
                </a:cubicBezTo>
                <a:cubicBezTo>
                  <a:pt x="8254" y="21424"/>
                  <a:pt x="8429" y="21600"/>
                  <a:pt x="8780" y="21600"/>
                </a:cubicBezTo>
                <a:cubicBezTo>
                  <a:pt x="8780" y="21600"/>
                  <a:pt x="8780" y="21600"/>
                  <a:pt x="8780" y="21600"/>
                </a:cubicBezTo>
                <a:cubicBezTo>
                  <a:pt x="8956" y="21600"/>
                  <a:pt x="9132" y="21424"/>
                  <a:pt x="9307" y="21249"/>
                </a:cubicBezTo>
                <a:cubicBezTo>
                  <a:pt x="10712" y="18790"/>
                  <a:pt x="10712" y="18790"/>
                  <a:pt x="10712" y="18790"/>
                </a:cubicBezTo>
                <a:cubicBezTo>
                  <a:pt x="17210" y="21424"/>
                  <a:pt x="17210" y="21424"/>
                  <a:pt x="17210" y="21424"/>
                </a:cubicBezTo>
                <a:cubicBezTo>
                  <a:pt x="17385" y="21600"/>
                  <a:pt x="17385" y="21600"/>
                  <a:pt x="17561" y="21600"/>
                </a:cubicBezTo>
                <a:cubicBezTo>
                  <a:pt x="17561" y="21600"/>
                  <a:pt x="17737" y="21424"/>
                  <a:pt x="17737" y="21424"/>
                </a:cubicBezTo>
                <a:cubicBezTo>
                  <a:pt x="17912" y="21424"/>
                  <a:pt x="18088" y="21249"/>
                  <a:pt x="18088" y="20898"/>
                </a:cubicBezTo>
                <a:cubicBezTo>
                  <a:pt x="21600" y="702"/>
                  <a:pt x="21600" y="702"/>
                  <a:pt x="21600" y="702"/>
                </a:cubicBezTo>
                <a:cubicBezTo>
                  <a:pt x="21600" y="527"/>
                  <a:pt x="21424" y="176"/>
                  <a:pt x="21249" y="176"/>
                </a:cubicBezTo>
                <a:close/>
                <a:moveTo>
                  <a:pt x="2107" y="14049"/>
                </a:moveTo>
                <a:cubicBezTo>
                  <a:pt x="17737" y="3512"/>
                  <a:pt x="17737" y="3512"/>
                  <a:pt x="17737" y="3512"/>
                </a:cubicBezTo>
                <a:cubicBezTo>
                  <a:pt x="6322" y="15629"/>
                  <a:pt x="6322" y="15629"/>
                  <a:pt x="6322" y="15629"/>
                </a:cubicBezTo>
                <a:cubicBezTo>
                  <a:pt x="6322" y="15629"/>
                  <a:pt x="6146" y="15629"/>
                  <a:pt x="6146" y="15629"/>
                </a:cubicBezTo>
                <a:lnTo>
                  <a:pt x="2107" y="14049"/>
                </a:lnTo>
                <a:close/>
                <a:moveTo>
                  <a:pt x="6849" y="16156"/>
                </a:moveTo>
                <a:cubicBezTo>
                  <a:pt x="6849" y="16156"/>
                  <a:pt x="6849" y="16156"/>
                  <a:pt x="6849" y="16156"/>
                </a:cubicBezTo>
                <a:cubicBezTo>
                  <a:pt x="19668" y="2459"/>
                  <a:pt x="19668" y="2459"/>
                  <a:pt x="19668" y="2459"/>
                </a:cubicBezTo>
                <a:cubicBezTo>
                  <a:pt x="8780" y="19493"/>
                  <a:pt x="8780" y="19493"/>
                  <a:pt x="8780" y="19493"/>
                </a:cubicBezTo>
                <a:lnTo>
                  <a:pt x="6849" y="16156"/>
                </a:lnTo>
                <a:close/>
                <a:moveTo>
                  <a:pt x="17034" y="19844"/>
                </a:moveTo>
                <a:cubicBezTo>
                  <a:pt x="11239" y="17561"/>
                  <a:pt x="11239" y="17561"/>
                  <a:pt x="11239" y="17561"/>
                </a:cubicBezTo>
                <a:cubicBezTo>
                  <a:pt x="11063" y="17561"/>
                  <a:pt x="10888" y="17561"/>
                  <a:pt x="10712" y="17561"/>
                </a:cubicBezTo>
                <a:cubicBezTo>
                  <a:pt x="19668" y="3863"/>
                  <a:pt x="19668" y="3863"/>
                  <a:pt x="19668" y="3863"/>
                </a:cubicBezTo>
                <a:lnTo>
                  <a:pt x="17034" y="19844"/>
                </a:lnTo>
                <a:close/>
                <a:moveTo>
                  <a:pt x="17034" y="19844"/>
                </a:moveTo>
                <a:cubicBezTo>
                  <a:pt x="17034" y="19844"/>
                  <a:pt x="17034" y="19844"/>
                  <a:pt x="17034" y="19844"/>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grpSp>
        <p:nvGrpSpPr>
          <p:cNvPr id="168" name="Group">
            <a:extLst>
              <a:ext uri="{FF2B5EF4-FFF2-40B4-BE49-F238E27FC236}">
                <a16:creationId xmlns:a16="http://schemas.microsoft.com/office/drawing/2014/main" id="{C4FC631D-FADA-F4BE-50A8-B9E722093A28}"/>
              </a:ext>
            </a:extLst>
          </p:cNvPr>
          <p:cNvGrpSpPr/>
          <p:nvPr/>
        </p:nvGrpSpPr>
        <p:grpSpPr>
          <a:xfrm>
            <a:off x="3475618" y="2913030"/>
            <a:ext cx="485941" cy="489749"/>
            <a:chOff x="0" y="0"/>
            <a:chExt cx="999832" cy="1070576"/>
          </a:xfrm>
          <a:solidFill>
            <a:schemeClr val="tx1"/>
          </a:solidFill>
        </p:grpSpPr>
        <p:sp>
          <p:nvSpPr>
            <p:cNvPr id="169" name="Shape">
              <a:extLst>
                <a:ext uri="{FF2B5EF4-FFF2-40B4-BE49-F238E27FC236}">
                  <a16:creationId xmlns:a16="http://schemas.microsoft.com/office/drawing/2014/main" id="{856DF63B-CAD0-AD02-DB82-9D0927464A6D}"/>
                </a:ext>
              </a:extLst>
            </p:cNvPr>
            <p:cNvSpPr/>
            <p:nvPr/>
          </p:nvSpPr>
          <p:spPr>
            <a:xfrm>
              <a:off x="-1" y="-1"/>
              <a:ext cx="999834" cy="1070578"/>
            </a:xfrm>
            <a:custGeom>
              <a:avLst/>
              <a:gdLst/>
              <a:ahLst/>
              <a:cxnLst>
                <a:cxn ang="0">
                  <a:pos x="wd2" y="hd2"/>
                </a:cxn>
                <a:cxn ang="5400000">
                  <a:pos x="wd2" y="hd2"/>
                </a:cxn>
                <a:cxn ang="10800000">
                  <a:pos x="wd2" y="hd2"/>
                </a:cxn>
                <a:cxn ang="16200000">
                  <a:pos x="wd2" y="hd2"/>
                </a:cxn>
              </a:cxnLst>
              <a:rect l="0" t="0" r="r" b="b"/>
              <a:pathLst>
                <a:path w="21600" h="21600" extrusionOk="0">
                  <a:moveTo>
                    <a:pt x="18595" y="0"/>
                  </a:moveTo>
                  <a:cubicBezTo>
                    <a:pt x="2817" y="0"/>
                    <a:pt x="2817" y="0"/>
                    <a:pt x="2817" y="0"/>
                  </a:cubicBezTo>
                  <a:cubicBezTo>
                    <a:pt x="1315" y="0"/>
                    <a:pt x="0" y="1229"/>
                    <a:pt x="0" y="2634"/>
                  </a:cubicBezTo>
                  <a:cubicBezTo>
                    <a:pt x="0" y="18790"/>
                    <a:pt x="0" y="18790"/>
                    <a:pt x="0" y="18790"/>
                  </a:cubicBezTo>
                  <a:cubicBezTo>
                    <a:pt x="0" y="20371"/>
                    <a:pt x="1315" y="21600"/>
                    <a:pt x="2817" y="21600"/>
                  </a:cubicBezTo>
                  <a:cubicBezTo>
                    <a:pt x="18595" y="21600"/>
                    <a:pt x="18595" y="21600"/>
                    <a:pt x="18595" y="21600"/>
                  </a:cubicBezTo>
                  <a:cubicBezTo>
                    <a:pt x="20285" y="21600"/>
                    <a:pt x="21600" y="20371"/>
                    <a:pt x="21600" y="18790"/>
                  </a:cubicBezTo>
                  <a:cubicBezTo>
                    <a:pt x="21600" y="2634"/>
                    <a:pt x="21600" y="2634"/>
                    <a:pt x="21600" y="2634"/>
                  </a:cubicBezTo>
                  <a:cubicBezTo>
                    <a:pt x="21600" y="1229"/>
                    <a:pt x="20285" y="0"/>
                    <a:pt x="18595" y="0"/>
                  </a:cubicBezTo>
                  <a:close/>
                  <a:moveTo>
                    <a:pt x="20097" y="18790"/>
                  </a:moveTo>
                  <a:cubicBezTo>
                    <a:pt x="20097" y="19493"/>
                    <a:pt x="19534" y="20195"/>
                    <a:pt x="18595" y="20195"/>
                  </a:cubicBezTo>
                  <a:cubicBezTo>
                    <a:pt x="2817" y="20195"/>
                    <a:pt x="2817" y="20195"/>
                    <a:pt x="2817" y="20195"/>
                  </a:cubicBezTo>
                  <a:cubicBezTo>
                    <a:pt x="2066" y="20195"/>
                    <a:pt x="1315" y="19493"/>
                    <a:pt x="1315" y="18790"/>
                  </a:cubicBezTo>
                  <a:cubicBezTo>
                    <a:pt x="1315" y="2634"/>
                    <a:pt x="1315" y="2634"/>
                    <a:pt x="1315" y="2634"/>
                  </a:cubicBezTo>
                  <a:cubicBezTo>
                    <a:pt x="1315" y="1932"/>
                    <a:pt x="2066" y="1405"/>
                    <a:pt x="2817" y="1405"/>
                  </a:cubicBezTo>
                  <a:cubicBezTo>
                    <a:pt x="18595" y="1405"/>
                    <a:pt x="18595" y="1405"/>
                    <a:pt x="18595" y="1405"/>
                  </a:cubicBezTo>
                  <a:cubicBezTo>
                    <a:pt x="19534" y="1405"/>
                    <a:pt x="20097" y="1932"/>
                    <a:pt x="20097" y="2634"/>
                  </a:cubicBezTo>
                  <a:lnTo>
                    <a:pt x="20097" y="18790"/>
                  </a:lnTo>
                  <a:close/>
                  <a:moveTo>
                    <a:pt x="20097" y="18790"/>
                  </a:moveTo>
                  <a:cubicBezTo>
                    <a:pt x="20097" y="18790"/>
                    <a:pt x="20097" y="18790"/>
                    <a:pt x="20097" y="1879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70" name="Shape">
              <a:extLst>
                <a:ext uri="{FF2B5EF4-FFF2-40B4-BE49-F238E27FC236}">
                  <a16:creationId xmlns:a16="http://schemas.microsoft.com/office/drawing/2014/main" id="{AD21052E-F0A1-7A39-76BC-ABCB9ED7F59A}"/>
                </a:ext>
              </a:extLst>
            </p:cNvPr>
            <p:cNvSpPr/>
            <p:nvPr/>
          </p:nvSpPr>
          <p:spPr>
            <a:xfrm>
              <a:off x="132053" y="127338"/>
              <a:ext cx="731012" cy="674417"/>
            </a:xfrm>
            <a:custGeom>
              <a:avLst/>
              <a:gdLst/>
              <a:ahLst/>
              <a:cxnLst>
                <a:cxn ang="0">
                  <a:pos x="wd2" y="hd2"/>
                </a:cxn>
                <a:cxn ang="5400000">
                  <a:pos x="wd2" y="hd2"/>
                </a:cxn>
                <a:cxn ang="10800000">
                  <a:pos x="wd2" y="hd2"/>
                </a:cxn>
                <a:cxn ang="16200000">
                  <a:pos x="wd2" y="hd2"/>
                </a:cxn>
              </a:cxnLst>
              <a:rect l="0" t="0" r="r" b="b"/>
              <a:pathLst>
                <a:path w="21600" h="21600" extrusionOk="0">
                  <a:moveTo>
                    <a:pt x="20829" y="0"/>
                  </a:moveTo>
                  <a:cubicBezTo>
                    <a:pt x="1029" y="0"/>
                    <a:pt x="1029" y="0"/>
                    <a:pt x="1029" y="0"/>
                  </a:cubicBezTo>
                  <a:cubicBezTo>
                    <a:pt x="514" y="0"/>
                    <a:pt x="0" y="561"/>
                    <a:pt x="0" y="1122"/>
                  </a:cubicBezTo>
                  <a:cubicBezTo>
                    <a:pt x="0" y="20478"/>
                    <a:pt x="0" y="20478"/>
                    <a:pt x="0" y="20478"/>
                  </a:cubicBezTo>
                  <a:cubicBezTo>
                    <a:pt x="0" y="21039"/>
                    <a:pt x="514" y="21600"/>
                    <a:pt x="1029" y="21600"/>
                  </a:cubicBezTo>
                  <a:cubicBezTo>
                    <a:pt x="20829" y="21600"/>
                    <a:pt x="20829" y="21600"/>
                    <a:pt x="20829" y="21600"/>
                  </a:cubicBezTo>
                  <a:cubicBezTo>
                    <a:pt x="21343" y="21600"/>
                    <a:pt x="21600" y="21039"/>
                    <a:pt x="21600" y="20478"/>
                  </a:cubicBezTo>
                  <a:cubicBezTo>
                    <a:pt x="21600" y="1122"/>
                    <a:pt x="21600" y="1122"/>
                    <a:pt x="21600" y="1122"/>
                  </a:cubicBezTo>
                  <a:cubicBezTo>
                    <a:pt x="21600" y="561"/>
                    <a:pt x="21343" y="0"/>
                    <a:pt x="20829" y="0"/>
                  </a:cubicBezTo>
                  <a:close/>
                  <a:moveTo>
                    <a:pt x="20829" y="1122"/>
                  </a:moveTo>
                  <a:cubicBezTo>
                    <a:pt x="20829" y="15990"/>
                    <a:pt x="20829" y="15990"/>
                    <a:pt x="20829" y="15990"/>
                  </a:cubicBezTo>
                  <a:cubicBezTo>
                    <a:pt x="17486" y="12343"/>
                    <a:pt x="17486" y="12343"/>
                    <a:pt x="17486" y="12343"/>
                  </a:cubicBezTo>
                  <a:cubicBezTo>
                    <a:pt x="17229" y="12062"/>
                    <a:pt x="16971" y="11782"/>
                    <a:pt x="16714" y="11782"/>
                  </a:cubicBezTo>
                  <a:cubicBezTo>
                    <a:pt x="16457" y="11782"/>
                    <a:pt x="16200" y="12062"/>
                    <a:pt x="15943" y="12343"/>
                  </a:cubicBezTo>
                  <a:cubicBezTo>
                    <a:pt x="13371" y="15429"/>
                    <a:pt x="13371" y="15429"/>
                    <a:pt x="13371" y="15429"/>
                  </a:cubicBezTo>
                  <a:cubicBezTo>
                    <a:pt x="5657" y="5891"/>
                    <a:pt x="5657" y="5891"/>
                    <a:pt x="5657" y="5891"/>
                  </a:cubicBezTo>
                  <a:cubicBezTo>
                    <a:pt x="5400" y="5610"/>
                    <a:pt x="5143" y="5330"/>
                    <a:pt x="4886" y="5330"/>
                  </a:cubicBezTo>
                  <a:cubicBezTo>
                    <a:pt x="4629" y="5330"/>
                    <a:pt x="4371" y="5610"/>
                    <a:pt x="4114" y="5891"/>
                  </a:cubicBezTo>
                  <a:cubicBezTo>
                    <a:pt x="1029" y="9818"/>
                    <a:pt x="1029" y="9818"/>
                    <a:pt x="1029" y="9818"/>
                  </a:cubicBezTo>
                  <a:cubicBezTo>
                    <a:pt x="1029" y="1122"/>
                    <a:pt x="1029" y="1122"/>
                    <a:pt x="1029" y="1122"/>
                  </a:cubicBezTo>
                  <a:lnTo>
                    <a:pt x="20829" y="1122"/>
                  </a:lnTo>
                  <a:close/>
                  <a:moveTo>
                    <a:pt x="1029" y="11501"/>
                  </a:moveTo>
                  <a:cubicBezTo>
                    <a:pt x="4886" y="6452"/>
                    <a:pt x="4886" y="6452"/>
                    <a:pt x="4886" y="6452"/>
                  </a:cubicBezTo>
                  <a:cubicBezTo>
                    <a:pt x="12857" y="16270"/>
                    <a:pt x="12857" y="16270"/>
                    <a:pt x="12857" y="16270"/>
                  </a:cubicBezTo>
                  <a:cubicBezTo>
                    <a:pt x="13371" y="17112"/>
                    <a:pt x="13371" y="17112"/>
                    <a:pt x="13371" y="17112"/>
                  </a:cubicBezTo>
                  <a:cubicBezTo>
                    <a:pt x="16200" y="20478"/>
                    <a:pt x="16200" y="20478"/>
                    <a:pt x="16200" y="20478"/>
                  </a:cubicBezTo>
                  <a:cubicBezTo>
                    <a:pt x="1029" y="20478"/>
                    <a:pt x="1029" y="20478"/>
                    <a:pt x="1029" y="20478"/>
                  </a:cubicBezTo>
                  <a:lnTo>
                    <a:pt x="1029" y="11501"/>
                  </a:lnTo>
                  <a:close/>
                  <a:moveTo>
                    <a:pt x="17486" y="20478"/>
                  </a:moveTo>
                  <a:cubicBezTo>
                    <a:pt x="14143" y="16270"/>
                    <a:pt x="14143" y="16270"/>
                    <a:pt x="14143" y="16270"/>
                  </a:cubicBezTo>
                  <a:cubicBezTo>
                    <a:pt x="16714" y="12904"/>
                    <a:pt x="16714" y="12904"/>
                    <a:pt x="16714" y="12904"/>
                  </a:cubicBezTo>
                  <a:cubicBezTo>
                    <a:pt x="20829" y="17673"/>
                    <a:pt x="20829" y="17673"/>
                    <a:pt x="20829" y="17673"/>
                  </a:cubicBezTo>
                  <a:cubicBezTo>
                    <a:pt x="20829" y="20478"/>
                    <a:pt x="20829" y="20478"/>
                    <a:pt x="20829" y="20478"/>
                  </a:cubicBezTo>
                  <a:lnTo>
                    <a:pt x="17486" y="20478"/>
                  </a:lnTo>
                  <a:close/>
                  <a:moveTo>
                    <a:pt x="17486" y="20478"/>
                  </a:moveTo>
                  <a:cubicBezTo>
                    <a:pt x="17486" y="20478"/>
                    <a:pt x="17486" y="20478"/>
                    <a:pt x="17486" y="20478"/>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71" name="Shape">
              <a:extLst>
                <a:ext uri="{FF2B5EF4-FFF2-40B4-BE49-F238E27FC236}">
                  <a16:creationId xmlns:a16="http://schemas.microsoft.com/office/drawing/2014/main" id="{4E991694-1683-3C2D-F4CE-7548EB82A407}"/>
                </a:ext>
              </a:extLst>
            </p:cNvPr>
            <p:cNvSpPr/>
            <p:nvPr/>
          </p:nvSpPr>
          <p:spPr>
            <a:xfrm>
              <a:off x="532927" y="235809"/>
              <a:ext cx="198081" cy="198081"/>
            </a:xfrm>
            <a:custGeom>
              <a:avLst/>
              <a:gdLst/>
              <a:ahLst/>
              <a:cxnLst>
                <a:cxn ang="0">
                  <a:pos x="wd2" y="hd2"/>
                </a:cxn>
                <a:cxn ang="5400000">
                  <a:pos x="wd2" y="hd2"/>
                </a:cxn>
                <a:cxn ang="10800000">
                  <a:pos x="wd2" y="hd2"/>
                </a:cxn>
                <a:cxn ang="16200000">
                  <a:pos x="wd2" y="hd2"/>
                </a:cxn>
              </a:cxnLst>
              <a:rect l="0" t="0" r="r" b="b"/>
              <a:pathLst>
                <a:path w="21600" h="21600" extrusionOk="0">
                  <a:moveTo>
                    <a:pt x="11270" y="21600"/>
                  </a:moveTo>
                  <a:cubicBezTo>
                    <a:pt x="16904" y="21600"/>
                    <a:pt x="21600" y="16904"/>
                    <a:pt x="21600" y="10330"/>
                  </a:cubicBezTo>
                  <a:cubicBezTo>
                    <a:pt x="21600" y="4696"/>
                    <a:pt x="16904" y="0"/>
                    <a:pt x="11270" y="0"/>
                  </a:cubicBezTo>
                  <a:cubicBezTo>
                    <a:pt x="4696" y="0"/>
                    <a:pt x="0" y="4696"/>
                    <a:pt x="0" y="10330"/>
                  </a:cubicBezTo>
                  <a:cubicBezTo>
                    <a:pt x="0" y="16904"/>
                    <a:pt x="4696" y="21600"/>
                    <a:pt x="11270" y="21600"/>
                  </a:cubicBezTo>
                  <a:close/>
                  <a:moveTo>
                    <a:pt x="11270" y="3757"/>
                  </a:moveTo>
                  <a:cubicBezTo>
                    <a:pt x="15026" y="3757"/>
                    <a:pt x="17843" y="6574"/>
                    <a:pt x="17843" y="10330"/>
                  </a:cubicBezTo>
                  <a:cubicBezTo>
                    <a:pt x="17843" y="14087"/>
                    <a:pt x="15026" y="17843"/>
                    <a:pt x="11270" y="17843"/>
                  </a:cubicBezTo>
                  <a:cubicBezTo>
                    <a:pt x="6574" y="17843"/>
                    <a:pt x="3757" y="14087"/>
                    <a:pt x="3757" y="10330"/>
                  </a:cubicBezTo>
                  <a:cubicBezTo>
                    <a:pt x="3757" y="6574"/>
                    <a:pt x="6574" y="3757"/>
                    <a:pt x="11270" y="3757"/>
                  </a:cubicBezTo>
                  <a:close/>
                  <a:moveTo>
                    <a:pt x="11270" y="3757"/>
                  </a:moveTo>
                  <a:cubicBezTo>
                    <a:pt x="11270" y="3757"/>
                    <a:pt x="11270" y="3757"/>
                    <a:pt x="11270" y="3757"/>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grpSp>
      <p:grpSp>
        <p:nvGrpSpPr>
          <p:cNvPr id="172" name="Group">
            <a:extLst>
              <a:ext uri="{FF2B5EF4-FFF2-40B4-BE49-F238E27FC236}">
                <a16:creationId xmlns:a16="http://schemas.microsoft.com/office/drawing/2014/main" id="{B4F84148-D928-3F04-B640-02F4ACAF80DA}"/>
              </a:ext>
            </a:extLst>
          </p:cNvPr>
          <p:cNvGrpSpPr/>
          <p:nvPr/>
        </p:nvGrpSpPr>
        <p:grpSpPr>
          <a:xfrm>
            <a:off x="4389151" y="2913030"/>
            <a:ext cx="513447" cy="489749"/>
            <a:chOff x="0" y="0"/>
            <a:chExt cx="1056426" cy="1070576"/>
          </a:xfrm>
          <a:solidFill>
            <a:schemeClr val="tx1"/>
          </a:solidFill>
        </p:grpSpPr>
        <p:sp>
          <p:nvSpPr>
            <p:cNvPr id="173" name="Shape">
              <a:extLst>
                <a:ext uri="{FF2B5EF4-FFF2-40B4-BE49-F238E27FC236}">
                  <a16:creationId xmlns:a16="http://schemas.microsoft.com/office/drawing/2014/main" id="{AE49F195-7DC1-44B6-0A58-2776D8357BC7}"/>
                </a:ext>
              </a:extLst>
            </p:cNvPr>
            <p:cNvSpPr/>
            <p:nvPr/>
          </p:nvSpPr>
          <p:spPr>
            <a:xfrm>
              <a:off x="0" y="-1"/>
              <a:ext cx="1056427" cy="1070578"/>
            </a:xfrm>
            <a:custGeom>
              <a:avLst/>
              <a:gdLst/>
              <a:ahLst/>
              <a:cxnLst>
                <a:cxn ang="0">
                  <a:pos x="wd2" y="hd2"/>
                </a:cxn>
                <a:cxn ang="5400000">
                  <a:pos x="wd2" y="hd2"/>
                </a:cxn>
                <a:cxn ang="10800000">
                  <a:pos x="wd2" y="hd2"/>
                </a:cxn>
                <a:cxn ang="16200000">
                  <a:pos x="wd2" y="hd2"/>
                </a:cxn>
              </a:cxnLst>
              <a:rect l="0" t="0" r="r" b="b"/>
              <a:pathLst>
                <a:path w="21600" h="21600" extrusionOk="0">
                  <a:moveTo>
                    <a:pt x="14872" y="0"/>
                  </a:moveTo>
                  <a:cubicBezTo>
                    <a:pt x="11154" y="0"/>
                    <a:pt x="8144" y="2985"/>
                    <a:pt x="8144" y="6673"/>
                  </a:cubicBezTo>
                  <a:cubicBezTo>
                    <a:pt x="8144" y="7551"/>
                    <a:pt x="8321" y="8429"/>
                    <a:pt x="8498" y="9132"/>
                  </a:cubicBezTo>
                  <a:cubicBezTo>
                    <a:pt x="354" y="17385"/>
                    <a:pt x="354" y="17385"/>
                    <a:pt x="354" y="17385"/>
                  </a:cubicBezTo>
                  <a:cubicBezTo>
                    <a:pt x="177" y="17561"/>
                    <a:pt x="0" y="17737"/>
                    <a:pt x="0" y="18088"/>
                  </a:cubicBezTo>
                  <a:cubicBezTo>
                    <a:pt x="0" y="20195"/>
                    <a:pt x="0" y="20195"/>
                    <a:pt x="0" y="20195"/>
                  </a:cubicBezTo>
                  <a:cubicBezTo>
                    <a:pt x="0" y="20898"/>
                    <a:pt x="531" y="21600"/>
                    <a:pt x="1239" y="21600"/>
                  </a:cubicBezTo>
                  <a:cubicBezTo>
                    <a:pt x="3364" y="21600"/>
                    <a:pt x="3364" y="21600"/>
                    <a:pt x="3364" y="21600"/>
                  </a:cubicBezTo>
                  <a:cubicBezTo>
                    <a:pt x="3718" y="21600"/>
                    <a:pt x="3895" y="21424"/>
                    <a:pt x="4249" y="21073"/>
                  </a:cubicBezTo>
                  <a:cubicBezTo>
                    <a:pt x="5134" y="20195"/>
                    <a:pt x="5134" y="20195"/>
                    <a:pt x="5134" y="20195"/>
                  </a:cubicBezTo>
                  <a:cubicBezTo>
                    <a:pt x="6728" y="20195"/>
                    <a:pt x="6728" y="20195"/>
                    <a:pt x="6728" y="20195"/>
                  </a:cubicBezTo>
                  <a:cubicBezTo>
                    <a:pt x="7436" y="20195"/>
                    <a:pt x="8144" y="19493"/>
                    <a:pt x="8144" y="18790"/>
                  </a:cubicBezTo>
                  <a:cubicBezTo>
                    <a:pt x="8144" y="17561"/>
                    <a:pt x="8144" y="17561"/>
                    <a:pt x="8144" y="17561"/>
                  </a:cubicBezTo>
                  <a:cubicBezTo>
                    <a:pt x="9384" y="17561"/>
                    <a:pt x="9384" y="17561"/>
                    <a:pt x="9384" y="17561"/>
                  </a:cubicBezTo>
                  <a:cubicBezTo>
                    <a:pt x="10269" y="17561"/>
                    <a:pt x="10800" y="16859"/>
                    <a:pt x="10800" y="16156"/>
                  </a:cubicBezTo>
                  <a:cubicBezTo>
                    <a:pt x="10800" y="14576"/>
                    <a:pt x="10800" y="14576"/>
                    <a:pt x="10800" y="14576"/>
                  </a:cubicBezTo>
                  <a:cubicBezTo>
                    <a:pt x="12393" y="12995"/>
                    <a:pt x="12393" y="12995"/>
                    <a:pt x="12393" y="12995"/>
                  </a:cubicBezTo>
                  <a:cubicBezTo>
                    <a:pt x="13102" y="13346"/>
                    <a:pt x="13987" y="13522"/>
                    <a:pt x="14872" y="13522"/>
                  </a:cubicBezTo>
                  <a:cubicBezTo>
                    <a:pt x="18590" y="13522"/>
                    <a:pt x="21600" y="10361"/>
                    <a:pt x="21600" y="6673"/>
                  </a:cubicBezTo>
                  <a:cubicBezTo>
                    <a:pt x="21600" y="2985"/>
                    <a:pt x="18590" y="0"/>
                    <a:pt x="14872" y="0"/>
                  </a:cubicBezTo>
                  <a:close/>
                  <a:moveTo>
                    <a:pt x="14872" y="12117"/>
                  </a:moveTo>
                  <a:cubicBezTo>
                    <a:pt x="13810" y="12117"/>
                    <a:pt x="12925" y="11766"/>
                    <a:pt x="12216" y="11415"/>
                  </a:cubicBezTo>
                  <a:cubicBezTo>
                    <a:pt x="11862" y="11590"/>
                    <a:pt x="11862" y="11590"/>
                    <a:pt x="11862" y="11590"/>
                  </a:cubicBezTo>
                  <a:cubicBezTo>
                    <a:pt x="11154" y="12293"/>
                    <a:pt x="11154" y="12293"/>
                    <a:pt x="11154" y="12293"/>
                  </a:cubicBezTo>
                  <a:cubicBezTo>
                    <a:pt x="9915" y="13522"/>
                    <a:pt x="9915" y="13522"/>
                    <a:pt x="9915" y="13522"/>
                  </a:cubicBezTo>
                  <a:cubicBezTo>
                    <a:pt x="9561" y="13873"/>
                    <a:pt x="9384" y="14224"/>
                    <a:pt x="9384" y="14576"/>
                  </a:cubicBezTo>
                  <a:cubicBezTo>
                    <a:pt x="9384" y="16156"/>
                    <a:pt x="9384" y="16156"/>
                    <a:pt x="9384" y="16156"/>
                  </a:cubicBezTo>
                  <a:cubicBezTo>
                    <a:pt x="8144" y="16156"/>
                    <a:pt x="8144" y="16156"/>
                    <a:pt x="8144" y="16156"/>
                  </a:cubicBezTo>
                  <a:cubicBezTo>
                    <a:pt x="7259" y="16156"/>
                    <a:pt x="6728" y="16683"/>
                    <a:pt x="6728" y="17561"/>
                  </a:cubicBezTo>
                  <a:cubicBezTo>
                    <a:pt x="6728" y="18790"/>
                    <a:pt x="6728" y="18790"/>
                    <a:pt x="6728" y="18790"/>
                  </a:cubicBezTo>
                  <a:cubicBezTo>
                    <a:pt x="5134" y="18790"/>
                    <a:pt x="5134" y="18790"/>
                    <a:pt x="5134" y="18790"/>
                  </a:cubicBezTo>
                  <a:cubicBezTo>
                    <a:pt x="4780" y="18790"/>
                    <a:pt x="4426" y="18966"/>
                    <a:pt x="4249" y="19141"/>
                  </a:cubicBezTo>
                  <a:cubicBezTo>
                    <a:pt x="3187" y="20195"/>
                    <a:pt x="3187" y="20195"/>
                    <a:pt x="3187" y="20195"/>
                  </a:cubicBezTo>
                  <a:cubicBezTo>
                    <a:pt x="1239" y="20195"/>
                    <a:pt x="1239" y="20195"/>
                    <a:pt x="1239" y="20195"/>
                  </a:cubicBezTo>
                  <a:cubicBezTo>
                    <a:pt x="1239" y="18263"/>
                    <a:pt x="1239" y="18263"/>
                    <a:pt x="1239" y="18263"/>
                  </a:cubicBezTo>
                  <a:cubicBezTo>
                    <a:pt x="9207" y="10361"/>
                    <a:pt x="9207" y="10361"/>
                    <a:pt x="9207" y="10361"/>
                  </a:cubicBezTo>
                  <a:cubicBezTo>
                    <a:pt x="9207" y="10361"/>
                    <a:pt x="9207" y="10361"/>
                    <a:pt x="9207" y="10361"/>
                  </a:cubicBezTo>
                  <a:cubicBezTo>
                    <a:pt x="10269" y="9483"/>
                    <a:pt x="10269" y="9483"/>
                    <a:pt x="10269" y="9483"/>
                  </a:cubicBezTo>
                  <a:cubicBezTo>
                    <a:pt x="9738" y="8605"/>
                    <a:pt x="9384" y="7727"/>
                    <a:pt x="9384" y="6673"/>
                  </a:cubicBezTo>
                  <a:cubicBezTo>
                    <a:pt x="9384" y="3688"/>
                    <a:pt x="11862" y="1229"/>
                    <a:pt x="14872" y="1229"/>
                  </a:cubicBezTo>
                  <a:cubicBezTo>
                    <a:pt x="17882" y="1229"/>
                    <a:pt x="20361" y="3688"/>
                    <a:pt x="20361" y="6673"/>
                  </a:cubicBezTo>
                  <a:cubicBezTo>
                    <a:pt x="20361" y="9659"/>
                    <a:pt x="17882" y="12117"/>
                    <a:pt x="14872" y="12117"/>
                  </a:cubicBezTo>
                  <a:close/>
                  <a:moveTo>
                    <a:pt x="14872" y="12117"/>
                  </a:moveTo>
                  <a:cubicBezTo>
                    <a:pt x="14872" y="12117"/>
                    <a:pt x="14872" y="12117"/>
                    <a:pt x="14872" y="12117"/>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74" name="Shape">
              <a:extLst>
                <a:ext uri="{FF2B5EF4-FFF2-40B4-BE49-F238E27FC236}">
                  <a16:creationId xmlns:a16="http://schemas.microsoft.com/office/drawing/2014/main" id="{A6CA1568-3AD4-EA0D-3565-31AA719CEFDD}"/>
                </a:ext>
              </a:extLst>
            </p:cNvPr>
            <p:cNvSpPr/>
            <p:nvPr/>
          </p:nvSpPr>
          <p:spPr>
            <a:xfrm>
              <a:off x="660266" y="127338"/>
              <a:ext cx="268826" cy="273540"/>
            </a:xfrm>
            <a:custGeom>
              <a:avLst/>
              <a:gdLst/>
              <a:ahLst/>
              <a:cxnLst>
                <a:cxn ang="0">
                  <a:pos x="wd2" y="hd2"/>
                </a:cxn>
                <a:cxn ang="5400000">
                  <a:pos x="wd2" y="hd2"/>
                </a:cxn>
                <a:cxn ang="10800000">
                  <a:pos x="wd2" y="hd2"/>
                </a:cxn>
                <a:cxn ang="16200000">
                  <a:pos x="wd2" y="hd2"/>
                </a:cxn>
              </a:cxnLst>
              <a:rect l="0" t="0" r="r" b="b"/>
              <a:pathLst>
                <a:path w="21600" h="21600" extrusionOk="0">
                  <a:moveTo>
                    <a:pt x="20903" y="11148"/>
                  </a:moveTo>
                  <a:cubicBezTo>
                    <a:pt x="18116" y="6968"/>
                    <a:pt x="14632" y="3484"/>
                    <a:pt x="10452" y="697"/>
                  </a:cubicBezTo>
                  <a:cubicBezTo>
                    <a:pt x="9755" y="0"/>
                    <a:pt x="9058" y="0"/>
                    <a:pt x="7665" y="0"/>
                  </a:cubicBezTo>
                  <a:cubicBezTo>
                    <a:pt x="4181" y="1394"/>
                    <a:pt x="1394" y="4181"/>
                    <a:pt x="697" y="7665"/>
                  </a:cubicBezTo>
                  <a:cubicBezTo>
                    <a:pt x="0" y="8361"/>
                    <a:pt x="0" y="8361"/>
                    <a:pt x="0" y="8361"/>
                  </a:cubicBezTo>
                  <a:cubicBezTo>
                    <a:pt x="0" y="9058"/>
                    <a:pt x="697" y="9755"/>
                    <a:pt x="697" y="10452"/>
                  </a:cubicBezTo>
                  <a:cubicBezTo>
                    <a:pt x="3484" y="14632"/>
                    <a:pt x="7665" y="18116"/>
                    <a:pt x="11845" y="20903"/>
                  </a:cubicBezTo>
                  <a:cubicBezTo>
                    <a:pt x="12542" y="21600"/>
                    <a:pt x="13239" y="21600"/>
                    <a:pt x="13935" y="21600"/>
                  </a:cubicBezTo>
                  <a:cubicBezTo>
                    <a:pt x="17419" y="20206"/>
                    <a:pt x="20206" y="17419"/>
                    <a:pt x="21600" y="13935"/>
                  </a:cubicBezTo>
                  <a:cubicBezTo>
                    <a:pt x="21600" y="13239"/>
                    <a:pt x="21600" y="13239"/>
                    <a:pt x="21600" y="13239"/>
                  </a:cubicBezTo>
                  <a:cubicBezTo>
                    <a:pt x="21600" y="12542"/>
                    <a:pt x="21600" y="11845"/>
                    <a:pt x="20903" y="11148"/>
                  </a:cubicBezTo>
                  <a:close/>
                  <a:moveTo>
                    <a:pt x="13239" y="18813"/>
                  </a:moveTo>
                  <a:cubicBezTo>
                    <a:pt x="9058" y="16026"/>
                    <a:pt x="5574" y="12542"/>
                    <a:pt x="2787" y="9058"/>
                  </a:cubicBezTo>
                  <a:cubicBezTo>
                    <a:pt x="4181" y="5574"/>
                    <a:pt x="5574" y="4181"/>
                    <a:pt x="9058" y="2787"/>
                  </a:cubicBezTo>
                  <a:cubicBezTo>
                    <a:pt x="12542" y="5574"/>
                    <a:pt x="16026" y="9058"/>
                    <a:pt x="18813" y="13239"/>
                  </a:cubicBezTo>
                  <a:cubicBezTo>
                    <a:pt x="18116" y="16026"/>
                    <a:pt x="16026" y="18116"/>
                    <a:pt x="13239" y="18813"/>
                  </a:cubicBezTo>
                  <a:close/>
                  <a:moveTo>
                    <a:pt x="13239" y="18813"/>
                  </a:moveTo>
                  <a:cubicBezTo>
                    <a:pt x="13239" y="18813"/>
                    <a:pt x="13239" y="18813"/>
                    <a:pt x="13239" y="18813"/>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grpSp>
      <p:grpSp>
        <p:nvGrpSpPr>
          <p:cNvPr id="175" name="Group">
            <a:extLst>
              <a:ext uri="{FF2B5EF4-FFF2-40B4-BE49-F238E27FC236}">
                <a16:creationId xmlns:a16="http://schemas.microsoft.com/office/drawing/2014/main" id="{C35B6F5D-7A77-7E60-B731-0293C05DB7CB}"/>
              </a:ext>
            </a:extLst>
          </p:cNvPr>
          <p:cNvGrpSpPr/>
          <p:nvPr/>
        </p:nvGrpSpPr>
        <p:grpSpPr>
          <a:xfrm>
            <a:off x="5330191" y="2913030"/>
            <a:ext cx="357578" cy="489749"/>
            <a:chOff x="0" y="0"/>
            <a:chExt cx="735725" cy="1070576"/>
          </a:xfrm>
          <a:solidFill>
            <a:schemeClr val="tx1"/>
          </a:solidFill>
        </p:grpSpPr>
        <p:sp>
          <p:nvSpPr>
            <p:cNvPr id="176" name="Shape">
              <a:extLst>
                <a:ext uri="{FF2B5EF4-FFF2-40B4-BE49-F238E27FC236}">
                  <a16:creationId xmlns:a16="http://schemas.microsoft.com/office/drawing/2014/main" id="{EDB0F43D-D860-866D-96A1-45E9F50432C5}"/>
                </a:ext>
              </a:extLst>
            </p:cNvPr>
            <p:cNvSpPr/>
            <p:nvPr/>
          </p:nvSpPr>
          <p:spPr>
            <a:xfrm>
              <a:off x="-1" y="-1"/>
              <a:ext cx="735727" cy="1070578"/>
            </a:xfrm>
            <a:custGeom>
              <a:avLst/>
              <a:gdLst/>
              <a:ahLst/>
              <a:cxnLst>
                <a:cxn ang="0">
                  <a:pos x="wd2" y="hd2"/>
                </a:cxn>
                <a:cxn ang="5400000">
                  <a:pos x="wd2" y="hd2"/>
                </a:cxn>
                <a:cxn ang="10800000">
                  <a:pos x="wd2" y="hd2"/>
                </a:cxn>
                <a:cxn ang="16200000">
                  <a:pos x="wd2" y="hd2"/>
                </a:cxn>
              </a:cxnLst>
              <a:rect l="0" t="0" r="r" b="b"/>
              <a:pathLst>
                <a:path w="21600" h="21600" extrusionOk="0">
                  <a:moveTo>
                    <a:pt x="10673" y="0"/>
                  </a:moveTo>
                  <a:cubicBezTo>
                    <a:pt x="4828" y="0"/>
                    <a:pt x="0" y="3337"/>
                    <a:pt x="0" y="7376"/>
                  </a:cubicBezTo>
                  <a:cubicBezTo>
                    <a:pt x="0" y="10010"/>
                    <a:pt x="3558" y="12995"/>
                    <a:pt x="4828" y="15454"/>
                  </a:cubicBezTo>
                  <a:cubicBezTo>
                    <a:pt x="6861" y="19317"/>
                    <a:pt x="6607" y="21600"/>
                    <a:pt x="10673" y="21600"/>
                  </a:cubicBezTo>
                  <a:cubicBezTo>
                    <a:pt x="14993" y="21600"/>
                    <a:pt x="14739" y="19317"/>
                    <a:pt x="16518" y="15454"/>
                  </a:cubicBezTo>
                  <a:cubicBezTo>
                    <a:pt x="17788" y="12995"/>
                    <a:pt x="21600" y="10010"/>
                    <a:pt x="21600" y="7376"/>
                  </a:cubicBezTo>
                  <a:cubicBezTo>
                    <a:pt x="21600" y="3337"/>
                    <a:pt x="16772" y="0"/>
                    <a:pt x="10673" y="0"/>
                  </a:cubicBezTo>
                  <a:close/>
                  <a:moveTo>
                    <a:pt x="13214" y="18263"/>
                  </a:moveTo>
                  <a:cubicBezTo>
                    <a:pt x="8386" y="18615"/>
                    <a:pt x="8386" y="18615"/>
                    <a:pt x="8386" y="18615"/>
                  </a:cubicBezTo>
                  <a:cubicBezTo>
                    <a:pt x="8386" y="18263"/>
                    <a:pt x="8132" y="17912"/>
                    <a:pt x="7878" y="17385"/>
                  </a:cubicBezTo>
                  <a:cubicBezTo>
                    <a:pt x="7878" y="17385"/>
                    <a:pt x="7878" y="17385"/>
                    <a:pt x="7878" y="17385"/>
                  </a:cubicBezTo>
                  <a:cubicBezTo>
                    <a:pt x="13976" y="16859"/>
                    <a:pt x="13976" y="16859"/>
                    <a:pt x="13976" y="16859"/>
                  </a:cubicBezTo>
                  <a:cubicBezTo>
                    <a:pt x="13722" y="17034"/>
                    <a:pt x="13722" y="17210"/>
                    <a:pt x="13722" y="17385"/>
                  </a:cubicBezTo>
                  <a:cubicBezTo>
                    <a:pt x="13468" y="17737"/>
                    <a:pt x="13468" y="18088"/>
                    <a:pt x="13214" y="18263"/>
                  </a:cubicBezTo>
                  <a:close/>
                  <a:moveTo>
                    <a:pt x="7624" y="16683"/>
                  </a:moveTo>
                  <a:cubicBezTo>
                    <a:pt x="7369" y="16332"/>
                    <a:pt x="7115" y="15980"/>
                    <a:pt x="6861" y="15454"/>
                  </a:cubicBezTo>
                  <a:cubicBezTo>
                    <a:pt x="14485" y="15454"/>
                    <a:pt x="14485" y="15454"/>
                    <a:pt x="14485" y="15454"/>
                  </a:cubicBezTo>
                  <a:cubicBezTo>
                    <a:pt x="14485" y="15629"/>
                    <a:pt x="14231" y="15980"/>
                    <a:pt x="14231" y="16156"/>
                  </a:cubicBezTo>
                  <a:lnTo>
                    <a:pt x="7624" y="16683"/>
                  </a:lnTo>
                  <a:close/>
                  <a:moveTo>
                    <a:pt x="10673" y="20195"/>
                  </a:moveTo>
                  <a:cubicBezTo>
                    <a:pt x="9656" y="20195"/>
                    <a:pt x="9402" y="20020"/>
                    <a:pt x="8894" y="19317"/>
                  </a:cubicBezTo>
                  <a:cubicBezTo>
                    <a:pt x="12960" y="18966"/>
                    <a:pt x="12960" y="18966"/>
                    <a:pt x="12960" y="18966"/>
                  </a:cubicBezTo>
                  <a:cubicBezTo>
                    <a:pt x="12452" y="20020"/>
                    <a:pt x="11944" y="20195"/>
                    <a:pt x="10673" y="20195"/>
                  </a:cubicBezTo>
                  <a:close/>
                  <a:moveTo>
                    <a:pt x="15247" y="14049"/>
                  </a:moveTo>
                  <a:cubicBezTo>
                    <a:pt x="6099" y="14049"/>
                    <a:pt x="6099" y="14049"/>
                    <a:pt x="6099" y="14049"/>
                  </a:cubicBezTo>
                  <a:cubicBezTo>
                    <a:pt x="5845" y="13346"/>
                    <a:pt x="5082" y="12644"/>
                    <a:pt x="4574" y="11941"/>
                  </a:cubicBezTo>
                  <a:cubicBezTo>
                    <a:pt x="3304" y="10361"/>
                    <a:pt x="2033" y="8780"/>
                    <a:pt x="2033" y="7376"/>
                  </a:cubicBezTo>
                  <a:cubicBezTo>
                    <a:pt x="2033" y="4039"/>
                    <a:pt x="5845" y="1405"/>
                    <a:pt x="10673" y="1405"/>
                  </a:cubicBezTo>
                  <a:cubicBezTo>
                    <a:pt x="15501" y="1405"/>
                    <a:pt x="19567" y="4039"/>
                    <a:pt x="19567" y="7376"/>
                  </a:cubicBezTo>
                  <a:cubicBezTo>
                    <a:pt x="19567" y="8780"/>
                    <a:pt x="18296" y="10361"/>
                    <a:pt x="17026" y="11941"/>
                  </a:cubicBezTo>
                  <a:cubicBezTo>
                    <a:pt x="16264" y="12644"/>
                    <a:pt x="15755" y="13346"/>
                    <a:pt x="15247" y="14049"/>
                  </a:cubicBezTo>
                  <a:close/>
                  <a:moveTo>
                    <a:pt x="15247" y="14049"/>
                  </a:moveTo>
                  <a:cubicBezTo>
                    <a:pt x="15247" y="14049"/>
                    <a:pt x="15247" y="14049"/>
                    <a:pt x="15247" y="14049"/>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77" name="Shape">
              <a:extLst>
                <a:ext uri="{FF2B5EF4-FFF2-40B4-BE49-F238E27FC236}">
                  <a16:creationId xmlns:a16="http://schemas.microsoft.com/office/drawing/2014/main" id="{5E9FAD67-6E14-7A2D-5A97-F64262331369}"/>
                </a:ext>
              </a:extLst>
            </p:cNvPr>
            <p:cNvSpPr/>
            <p:nvPr/>
          </p:nvSpPr>
          <p:spPr>
            <a:xfrm>
              <a:off x="165065" y="165068"/>
              <a:ext cx="216945" cy="216945"/>
            </a:xfrm>
            <a:custGeom>
              <a:avLst/>
              <a:gdLst/>
              <a:ahLst/>
              <a:cxnLst>
                <a:cxn ang="0">
                  <a:pos x="wd2" y="hd2"/>
                </a:cxn>
                <a:cxn ang="5400000">
                  <a:pos x="wd2" y="hd2"/>
                </a:cxn>
                <a:cxn ang="10800000">
                  <a:pos x="wd2" y="hd2"/>
                </a:cxn>
                <a:cxn ang="16200000">
                  <a:pos x="wd2" y="hd2"/>
                </a:cxn>
              </a:cxnLst>
              <a:rect l="0" t="0" r="r" b="b"/>
              <a:pathLst>
                <a:path w="21600" h="21600" extrusionOk="0">
                  <a:moveTo>
                    <a:pt x="19872" y="0"/>
                  </a:moveTo>
                  <a:cubicBezTo>
                    <a:pt x="9504" y="0"/>
                    <a:pt x="0" y="8640"/>
                    <a:pt x="0" y="19872"/>
                  </a:cubicBezTo>
                  <a:cubicBezTo>
                    <a:pt x="0" y="20736"/>
                    <a:pt x="864" y="21600"/>
                    <a:pt x="1728" y="21600"/>
                  </a:cubicBezTo>
                  <a:cubicBezTo>
                    <a:pt x="2592" y="21600"/>
                    <a:pt x="3456" y="20736"/>
                    <a:pt x="3456" y="19872"/>
                  </a:cubicBezTo>
                  <a:cubicBezTo>
                    <a:pt x="3456" y="10368"/>
                    <a:pt x="11232" y="3456"/>
                    <a:pt x="19872" y="3456"/>
                  </a:cubicBezTo>
                  <a:cubicBezTo>
                    <a:pt x="20736" y="3456"/>
                    <a:pt x="21600" y="2592"/>
                    <a:pt x="21600" y="1728"/>
                  </a:cubicBezTo>
                  <a:cubicBezTo>
                    <a:pt x="21600" y="864"/>
                    <a:pt x="20736" y="0"/>
                    <a:pt x="19872" y="0"/>
                  </a:cubicBezTo>
                  <a:close/>
                  <a:moveTo>
                    <a:pt x="19872" y="0"/>
                  </a:moveTo>
                  <a:cubicBezTo>
                    <a:pt x="19872" y="0"/>
                    <a:pt x="19872" y="0"/>
                    <a:pt x="19872" y="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grpSp>
      <p:sp>
        <p:nvSpPr>
          <p:cNvPr id="178" name="Shape">
            <a:extLst>
              <a:ext uri="{FF2B5EF4-FFF2-40B4-BE49-F238E27FC236}">
                <a16:creationId xmlns:a16="http://schemas.microsoft.com/office/drawing/2014/main" id="{FA6D020D-E445-F232-2BBE-E50259FB56EB}"/>
              </a:ext>
            </a:extLst>
          </p:cNvPr>
          <p:cNvSpPr/>
          <p:nvPr/>
        </p:nvSpPr>
        <p:spPr>
          <a:xfrm>
            <a:off x="6118275" y="2937404"/>
            <a:ext cx="517336" cy="424113"/>
          </a:xfrm>
          <a:custGeom>
            <a:avLst/>
            <a:gdLst/>
            <a:ahLst/>
            <a:cxnLst>
              <a:cxn ang="0">
                <a:pos x="wd2" y="hd2"/>
              </a:cxn>
              <a:cxn ang="5400000">
                <a:pos x="wd2" y="hd2"/>
              </a:cxn>
              <a:cxn ang="10800000">
                <a:pos x="wd2" y="hd2"/>
              </a:cxn>
              <a:cxn ang="16200000">
                <a:pos x="wd2" y="hd2"/>
              </a:cxn>
            </a:cxnLst>
            <a:rect l="0" t="0" r="r" b="b"/>
            <a:pathLst>
              <a:path w="21382" h="21600" extrusionOk="0">
                <a:moveTo>
                  <a:pt x="20794" y="3432"/>
                </a:moveTo>
                <a:cubicBezTo>
                  <a:pt x="17485" y="404"/>
                  <a:pt x="17485" y="404"/>
                  <a:pt x="17485" y="404"/>
                </a:cubicBezTo>
                <a:cubicBezTo>
                  <a:pt x="17310" y="202"/>
                  <a:pt x="16962" y="0"/>
                  <a:pt x="16788" y="0"/>
                </a:cubicBezTo>
                <a:cubicBezTo>
                  <a:pt x="4594" y="0"/>
                  <a:pt x="4594" y="0"/>
                  <a:pt x="4594" y="0"/>
                </a:cubicBezTo>
                <a:cubicBezTo>
                  <a:pt x="4420" y="0"/>
                  <a:pt x="4072" y="202"/>
                  <a:pt x="3897" y="404"/>
                </a:cubicBezTo>
                <a:cubicBezTo>
                  <a:pt x="588" y="3432"/>
                  <a:pt x="588" y="3432"/>
                  <a:pt x="588" y="3432"/>
                </a:cubicBezTo>
                <a:cubicBezTo>
                  <a:pt x="65" y="3836"/>
                  <a:pt x="-109" y="4441"/>
                  <a:pt x="65" y="5249"/>
                </a:cubicBezTo>
                <a:cubicBezTo>
                  <a:pt x="1459" y="9892"/>
                  <a:pt x="1459" y="9892"/>
                  <a:pt x="1459" y="9892"/>
                </a:cubicBezTo>
                <a:cubicBezTo>
                  <a:pt x="1459" y="10295"/>
                  <a:pt x="1807" y="10699"/>
                  <a:pt x="2156" y="10699"/>
                </a:cubicBezTo>
                <a:cubicBezTo>
                  <a:pt x="2330" y="10901"/>
                  <a:pt x="2504" y="10901"/>
                  <a:pt x="2678" y="10901"/>
                </a:cubicBezTo>
                <a:cubicBezTo>
                  <a:pt x="2852" y="10901"/>
                  <a:pt x="3201" y="10699"/>
                  <a:pt x="3375" y="10699"/>
                </a:cubicBezTo>
                <a:cubicBezTo>
                  <a:pt x="3375" y="20187"/>
                  <a:pt x="3375" y="20187"/>
                  <a:pt x="3375" y="20187"/>
                </a:cubicBezTo>
                <a:cubicBezTo>
                  <a:pt x="3375" y="20994"/>
                  <a:pt x="3897" y="21600"/>
                  <a:pt x="4594" y="21600"/>
                </a:cubicBezTo>
                <a:cubicBezTo>
                  <a:pt x="16788" y="21600"/>
                  <a:pt x="16788" y="21600"/>
                  <a:pt x="16788" y="21600"/>
                </a:cubicBezTo>
                <a:cubicBezTo>
                  <a:pt x="17485" y="21600"/>
                  <a:pt x="18007" y="20994"/>
                  <a:pt x="18007" y="20187"/>
                </a:cubicBezTo>
                <a:cubicBezTo>
                  <a:pt x="18007" y="10699"/>
                  <a:pt x="18007" y="10699"/>
                  <a:pt x="18007" y="10699"/>
                </a:cubicBezTo>
                <a:cubicBezTo>
                  <a:pt x="18181" y="10699"/>
                  <a:pt x="18530" y="10901"/>
                  <a:pt x="18704" y="10901"/>
                </a:cubicBezTo>
                <a:cubicBezTo>
                  <a:pt x="18878" y="10901"/>
                  <a:pt x="19052" y="10901"/>
                  <a:pt x="19226" y="10699"/>
                </a:cubicBezTo>
                <a:cubicBezTo>
                  <a:pt x="19575" y="10699"/>
                  <a:pt x="19923" y="10295"/>
                  <a:pt x="19923" y="9892"/>
                </a:cubicBezTo>
                <a:cubicBezTo>
                  <a:pt x="21317" y="5249"/>
                  <a:pt x="21317" y="5249"/>
                  <a:pt x="21317" y="5249"/>
                </a:cubicBezTo>
                <a:cubicBezTo>
                  <a:pt x="21491" y="4441"/>
                  <a:pt x="21317" y="3836"/>
                  <a:pt x="20794" y="3432"/>
                </a:cubicBezTo>
                <a:close/>
                <a:moveTo>
                  <a:pt x="13130" y="1615"/>
                </a:moveTo>
                <a:cubicBezTo>
                  <a:pt x="12781" y="2422"/>
                  <a:pt x="11910" y="3028"/>
                  <a:pt x="10691" y="3028"/>
                </a:cubicBezTo>
                <a:cubicBezTo>
                  <a:pt x="9472" y="3028"/>
                  <a:pt x="8601" y="2422"/>
                  <a:pt x="8252" y="1615"/>
                </a:cubicBezTo>
                <a:lnTo>
                  <a:pt x="13130" y="1615"/>
                </a:lnTo>
                <a:close/>
                <a:moveTo>
                  <a:pt x="18704" y="9286"/>
                </a:moveTo>
                <a:cubicBezTo>
                  <a:pt x="16788" y="7671"/>
                  <a:pt x="16788" y="7671"/>
                  <a:pt x="16788" y="7671"/>
                </a:cubicBezTo>
                <a:cubicBezTo>
                  <a:pt x="16788" y="20187"/>
                  <a:pt x="16788" y="20187"/>
                  <a:pt x="16788" y="20187"/>
                </a:cubicBezTo>
                <a:cubicBezTo>
                  <a:pt x="4594" y="20187"/>
                  <a:pt x="4594" y="20187"/>
                  <a:pt x="4594" y="20187"/>
                </a:cubicBezTo>
                <a:cubicBezTo>
                  <a:pt x="4594" y="7671"/>
                  <a:pt x="4594" y="7671"/>
                  <a:pt x="4594" y="7671"/>
                </a:cubicBezTo>
                <a:cubicBezTo>
                  <a:pt x="2678" y="9286"/>
                  <a:pt x="2678" y="9286"/>
                  <a:pt x="2678" y="9286"/>
                </a:cubicBezTo>
                <a:cubicBezTo>
                  <a:pt x="1285" y="4643"/>
                  <a:pt x="1285" y="4643"/>
                  <a:pt x="1285" y="4643"/>
                </a:cubicBezTo>
                <a:cubicBezTo>
                  <a:pt x="4594" y="1615"/>
                  <a:pt x="4594" y="1615"/>
                  <a:pt x="4594" y="1615"/>
                </a:cubicBezTo>
                <a:cubicBezTo>
                  <a:pt x="7556" y="1615"/>
                  <a:pt x="7556" y="1615"/>
                  <a:pt x="7556" y="1615"/>
                </a:cubicBezTo>
                <a:cubicBezTo>
                  <a:pt x="7904" y="2826"/>
                  <a:pt x="9123" y="3836"/>
                  <a:pt x="10691" y="3836"/>
                </a:cubicBezTo>
                <a:cubicBezTo>
                  <a:pt x="12259" y="3836"/>
                  <a:pt x="13478" y="2826"/>
                  <a:pt x="13826" y="1615"/>
                </a:cubicBezTo>
                <a:cubicBezTo>
                  <a:pt x="16788" y="1615"/>
                  <a:pt x="16788" y="1615"/>
                  <a:pt x="16788" y="1615"/>
                </a:cubicBezTo>
                <a:cubicBezTo>
                  <a:pt x="20097" y="4643"/>
                  <a:pt x="20097" y="4643"/>
                  <a:pt x="20097" y="4643"/>
                </a:cubicBezTo>
                <a:lnTo>
                  <a:pt x="18704" y="9286"/>
                </a:lnTo>
                <a:close/>
                <a:moveTo>
                  <a:pt x="18704" y="9286"/>
                </a:moveTo>
                <a:cubicBezTo>
                  <a:pt x="18704" y="9286"/>
                  <a:pt x="18704" y="9286"/>
                  <a:pt x="18704" y="9286"/>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grpSp>
        <p:nvGrpSpPr>
          <p:cNvPr id="179" name="Group">
            <a:extLst>
              <a:ext uri="{FF2B5EF4-FFF2-40B4-BE49-F238E27FC236}">
                <a16:creationId xmlns:a16="http://schemas.microsoft.com/office/drawing/2014/main" id="{F6A8DD71-EF92-2B33-B418-96A76F907FD7}"/>
              </a:ext>
            </a:extLst>
          </p:cNvPr>
          <p:cNvGrpSpPr/>
          <p:nvPr/>
        </p:nvGrpSpPr>
        <p:grpSpPr>
          <a:xfrm>
            <a:off x="7101275" y="2907748"/>
            <a:ext cx="517868" cy="489868"/>
            <a:chOff x="0" y="0"/>
            <a:chExt cx="1065524" cy="1070838"/>
          </a:xfrm>
          <a:solidFill>
            <a:schemeClr val="tx1"/>
          </a:solidFill>
        </p:grpSpPr>
        <p:sp>
          <p:nvSpPr>
            <p:cNvPr id="180" name="Shape">
              <a:extLst>
                <a:ext uri="{FF2B5EF4-FFF2-40B4-BE49-F238E27FC236}">
                  <a16:creationId xmlns:a16="http://schemas.microsoft.com/office/drawing/2014/main" id="{E83D348C-4226-A4C7-6263-64E4A23C4179}"/>
                </a:ext>
              </a:extLst>
            </p:cNvPr>
            <p:cNvSpPr/>
            <p:nvPr/>
          </p:nvSpPr>
          <p:spPr>
            <a:xfrm>
              <a:off x="0" y="-1"/>
              <a:ext cx="1065525" cy="1070840"/>
            </a:xfrm>
            <a:custGeom>
              <a:avLst/>
              <a:gdLst/>
              <a:ahLst/>
              <a:cxnLst>
                <a:cxn ang="0">
                  <a:pos x="wd2" y="hd2"/>
                </a:cxn>
                <a:cxn ang="5400000">
                  <a:pos x="wd2" y="hd2"/>
                </a:cxn>
                <a:cxn ang="10800000">
                  <a:pos x="wd2" y="hd2"/>
                </a:cxn>
                <a:cxn ang="16200000">
                  <a:pos x="wd2" y="hd2"/>
                </a:cxn>
              </a:cxnLst>
              <a:rect l="0" t="0" r="r" b="b"/>
              <a:pathLst>
                <a:path w="19063" h="19083" extrusionOk="0">
                  <a:moveTo>
                    <a:pt x="13138" y="642"/>
                  </a:moveTo>
                  <a:cubicBezTo>
                    <a:pt x="8165" y="-1223"/>
                    <a:pt x="2571" y="1108"/>
                    <a:pt x="706" y="5925"/>
                  </a:cubicBezTo>
                  <a:cubicBezTo>
                    <a:pt x="-1314" y="10898"/>
                    <a:pt x="1172" y="16492"/>
                    <a:pt x="5990" y="18357"/>
                  </a:cubicBezTo>
                  <a:cubicBezTo>
                    <a:pt x="10807" y="20377"/>
                    <a:pt x="16401" y="18046"/>
                    <a:pt x="18421" y="13073"/>
                  </a:cubicBezTo>
                  <a:cubicBezTo>
                    <a:pt x="20286" y="8256"/>
                    <a:pt x="17955" y="2662"/>
                    <a:pt x="13138" y="642"/>
                  </a:cubicBezTo>
                  <a:close/>
                  <a:moveTo>
                    <a:pt x="6456" y="17269"/>
                  </a:moveTo>
                  <a:cubicBezTo>
                    <a:pt x="2105" y="15560"/>
                    <a:pt x="85" y="10742"/>
                    <a:pt x="1794" y="6391"/>
                  </a:cubicBezTo>
                  <a:cubicBezTo>
                    <a:pt x="3503" y="2196"/>
                    <a:pt x="8321" y="20"/>
                    <a:pt x="12672" y="1730"/>
                  </a:cubicBezTo>
                  <a:cubicBezTo>
                    <a:pt x="16867" y="3439"/>
                    <a:pt x="19043" y="8412"/>
                    <a:pt x="17333" y="12607"/>
                  </a:cubicBezTo>
                  <a:cubicBezTo>
                    <a:pt x="15624" y="16958"/>
                    <a:pt x="10651" y="18978"/>
                    <a:pt x="6456" y="17269"/>
                  </a:cubicBezTo>
                  <a:close/>
                  <a:moveTo>
                    <a:pt x="6456" y="17269"/>
                  </a:moveTo>
                  <a:cubicBezTo>
                    <a:pt x="6456" y="17269"/>
                    <a:pt x="6456" y="17269"/>
                    <a:pt x="6456" y="17269"/>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81" name="Shape">
              <a:extLst>
                <a:ext uri="{FF2B5EF4-FFF2-40B4-BE49-F238E27FC236}">
                  <a16:creationId xmlns:a16="http://schemas.microsoft.com/office/drawing/2014/main" id="{00299FF6-7E12-6594-CA74-4CD0804A02AA}"/>
                </a:ext>
              </a:extLst>
            </p:cNvPr>
            <p:cNvSpPr/>
            <p:nvPr/>
          </p:nvSpPr>
          <p:spPr>
            <a:xfrm>
              <a:off x="469923" y="469798"/>
              <a:ext cx="130254" cy="130253"/>
            </a:xfrm>
            <a:custGeom>
              <a:avLst/>
              <a:gdLst/>
              <a:ahLst/>
              <a:cxnLst>
                <a:cxn ang="0">
                  <a:pos x="wd2" y="hd2"/>
                </a:cxn>
                <a:cxn ang="5400000">
                  <a:pos x="wd2" y="hd2"/>
                </a:cxn>
                <a:cxn ang="10800000">
                  <a:pos x="wd2" y="hd2"/>
                </a:cxn>
                <a:cxn ang="16200000">
                  <a:pos x="wd2" y="hd2"/>
                </a:cxn>
              </a:cxnLst>
              <a:rect l="0" t="0" r="r" b="b"/>
              <a:pathLst>
                <a:path w="19243" h="19243" extrusionOk="0">
                  <a:moveTo>
                    <a:pt x="13703" y="459"/>
                  </a:moveTo>
                  <a:cubicBezTo>
                    <a:pt x="8621" y="-812"/>
                    <a:pt x="2268" y="459"/>
                    <a:pt x="997" y="5541"/>
                  </a:cubicBezTo>
                  <a:cubicBezTo>
                    <a:pt x="-1544" y="10623"/>
                    <a:pt x="997" y="16976"/>
                    <a:pt x="6080" y="18247"/>
                  </a:cubicBezTo>
                  <a:cubicBezTo>
                    <a:pt x="11162" y="20788"/>
                    <a:pt x="16244" y="18247"/>
                    <a:pt x="18785" y="13164"/>
                  </a:cubicBezTo>
                  <a:cubicBezTo>
                    <a:pt x="20056" y="8082"/>
                    <a:pt x="18785" y="3000"/>
                    <a:pt x="13703" y="459"/>
                  </a:cubicBezTo>
                  <a:close/>
                  <a:moveTo>
                    <a:pt x="7350" y="14435"/>
                  </a:moveTo>
                  <a:cubicBezTo>
                    <a:pt x="4809" y="13164"/>
                    <a:pt x="3538" y="10623"/>
                    <a:pt x="4809" y="8082"/>
                  </a:cubicBezTo>
                  <a:cubicBezTo>
                    <a:pt x="6080" y="5541"/>
                    <a:pt x="8621" y="4270"/>
                    <a:pt x="11162" y="5541"/>
                  </a:cubicBezTo>
                  <a:cubicBezTo>
                    <a:pt x="13703" y="5541"/>
                    <a:pt x="14974" y="9353"/>
                    <a:pt x="13703" y="11894"/>
                  </a:cubicBezTo>
                  <a:cubicBezTo>
                    <a:pt x="13703" y="14435"/>
                    <a:pt x="9891" y="15706"/>
                    <a:pt x="7350" y="14435"/>
                  </a:cubicBezTo>
                  <a:close/>
                  <a:moveTo>
                    <a:pt x="7350" y="14435"/>
                  </a:moveTo>
                  <a:cubicBezTo>
                    <a:pt x="7350" y="14435"/>
                    <a:pt x="7350" y="14435"/>
                    <a:pt x="7350" y="14435"/>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82" name="Shape">
              <a:extLst>
                <a:ext uri="{FF2B5EF4-FFF2-40B4-BE49-F238E27FC236}">
                  <a16:creationId xmlns:a16="http://schemas.microsoft.com/office/drawing/2014/main" id="{99B48DBD-0D75-631E-4621-FC4FC804785F}"/>
                </a:ext>
              </a:extLst>
            </p:cNvPr>
            <p:cNvSpPr/>
            <p:nvPr/>
          </p:nvSpPr>
          <p:spPr>
            <a:xfrm>
              <a:off x="331572" y="332087"/>
              <a:ext cx="401598" cy="401597"/>
            </a:xfrm>
            <a:custGeom>
              <a:avLst/>
              <a:gdLst/>
              <a:ahLst/>
              <a:cxnLst>
                <a:cxn ang="0">
                  <a:pos x="wd2" y="hd2"/>
                </a:cxn>
                <a:cxn ang="5400000">
                  <a:pos x="wd2" y="hd2"/>
                </a:cxn>
                <a:cxn ang="10800000">
                  <a:pos x="wd2" y="hd2"/>
                </a:cxn>
                <a:cxn ang="16200000">
                  <a:pos x="wd2" y="hd2"/>
                </a:cxn>
              </a:cxnLst>
              <a:rect l="0" t="0" r="r" b="b"/>
              <a:pathLst>
                <a:path w="19159" h="19159" extrusionOk="0">
                  <a:moveTo>
                    <a:pt x="13025" y="735"/>
                  </a:moveTo>
                  <a:cubicBezTo>
                    <a:pt x="8456" y="-1342"/>
                    <a:pt x="2640" y="1150"/>
                    <a:pt x="564" y="6135"/>
                  </a:cubicBezTo>
                  <a:cubicBezTo>
                    <a:pt x="-1098" y="11120"/>
                    <a:pt x="979" y="16520"/>
                    <a:pt x="5964" y="18596"/>
                  </a:cubicBezTo>
                  <a:cubicBezTo>
                    <a:pt x="10948" y="20258"/>
                    <a:pt x="16348" y="18181"/>
                    <a:pt x="18425" y="13196"/>
                  </a:cubicBezTo>
                  <a:cubicBezTo>
                    <a:pt x="20502" y="8212"/>
                    <a:pt x="18010" y="2812"/>
                    <a:pt x="13025" y="735"/>
                  </a:cubicBezTo>
                  <a:close/>
                  <a:moveTo>
                    <a:pt x="7210" y="15689"/>
                  </a:moveTo>
                  <a:cubicBezTo>
                    <a:pt x="3887" y="14027"/>
                    <a:pt x="2225" y="10289"/>
                    <a:pt x="3887" y="7381"/>
                  </a:cubicBezTo>
                  <a:cubicBezTo>
                    <a:pt x="5133" y="4058"/>
                    <a:pt x="8871" y="2396"/>
                    <a:pt x="11779" y="3643"/>
                  </a:cubicBezTo>
                  <a:cubicBezTo>
                    <a:pt x="15102" y="4889"/>
                    <a:pt x="16764" y="8627"/>
                    <a:pt x="15517" y="11950"/>
                  </a:cubicBezTo>
                  <a:cubicBezTo>
                    <a:pt x="14271" y="15273"/>
                    <a:pt x="10533" y="16935"/>
                    <a:pt x="7210" y="15689"/>
                  </a:cubicBezTo>
                  <a:close/>
                  <a:moveTo>
                    <a:pt x="7210" y="15689"/>
                  </a:moveTo>
                  <a:cubicBezTo>
                    <a:pt x="7210" y="15689"/>
                    <a:pt x="7210" y="15689"/>
                    <a:pt x="7210" y="15689"/>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83" name="Shape">
              <a:extLst>
                <a:ext uri="{FF2B5EF4-FFF2-40B4-BE49-F238E27FC236}">
                  <a16:creationId xmlns:a16="http://schemas.microsoft.com/office/drawing/2014/main" id="{A910107B-F843-02F5-BB09-74CFDE71A47F}"/>
                </a:ext>
              </a:extLst>
            </p:cNvPr>
            <p:cNvSpPr/>
            <p:nvPr/>
          </p:nvSpPr>
          <p:spPr>
            <a:xfrm>
              <a:off x="615104" y="610503"/>
              <a:ext cx="169390" cy="169390"/>
            </a:xfrm>
            <a:custGeom>
              <a:avLst/>
              <a:gdLst/>
              <a:ahLst/>
              <a:cxnLst>
                <a:cxn ang="0">
                  <a:pos x="wd2" y="hd2"/>
                </a:cxn>
                <a:cxn ang="5400000">
                  <a:pos x="wd2" y="hd2"/>
                </a:cxn>
                <a:cxn ang="10800000">
                  <a:pos x="wd2" y="hd2"/>
                </a:cxn>
                <a:cxn ang="16200000">
                  <a:pos x="wd2" y="hd2"/>
                </a:cxn>
              </a:cxnLst>
              <a:rect l="0" t="0" r="r" b="b"/>
              <a:pathLst>
                <a:path w="20967" h="20967" extrusionOk="0">
                  <a:moveTo>
                    <a:pt x="20520" y="3240"/>
                  </a:moveTo>
                  <a:cubicBezTo>
                    <a:pt x="21600" y="2160"/>
                    <a:pt x="20520" y="1080"/>
                    <a:pt x="19440" y="0"/>
                  </a:cubicBezTo>
                  <a:cubicBezTo>
                    <a:pt x="18360" y="0"/>
                    <a:pt x="17280" y="0"/>
                    <a:pt x="17280" y="1080"/>
                  </a:cubicBezTo>
                  <a:cubicBezTo>
                    <a:pt x="14040" y="8640"/>
                    <a:pt x="8640" y="14040"/>
                    <a:pt x="1080" y="17280"/>
                  </a:cubicBezTo>
                  <a:cubicBezTo>
                    <a:pt x="0" y="17280"/>
                    <a:pt x="0" y="18360"/>
                    <a:pt x="0" y="19440"/>
                  </a:cubicBezTo>
                  <a:cubicBezTo>
                    <a:pt x="1080" y="20520"/>
                    <a:pt x="2160" y="21600"/>
                    <a:pt x="3240" y="20520"/>
                  </a:cubicBezTo>
                  <a:cubicBezTo>
                    <a:pt x="3240" y="20520"/>
                    <a:pt x="3240" y="20520"/>
                    <a:pt x="3240" y="20520"/>
                  </a:cubicBezTo>
                  <a:cubicBezTo>
                    <a:pt x="10800" y="17280"/>
                    <a:pt x="17280" y="10800"/>
                    <a:pt x="20520" y="3240"/>
                  </a:cubicBezTo>
                  <a:close/>
                  <a:moveTo>
                    <a:pt x="20520" y="3240"/>
                  </a:moveTo>
                  <a:cubicBezTo>
                    <a:pt x="20520" y="3240"/>
                    <a:pt x="20520" y="3240"/>
                    <a:pt x="20520" y="324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84" name="Shape">
              <a:extLst>
                <a:ext uri="{FF2B5EF4-FFF2-40B4-BE49-F238E27FC236}">
                  <a16:creationId xmlns:a16="http://schemas.microsoft.com/office/drawing/2014/main" id="{936D6451-1FF6-07BC-1848-9233C2093A32}"/>
                </a:ext>
              </a:extLst>
            </p:cNvPr>
            <p:cNvSpPr/>
            <p:nvPr/>
          </p:nvSpPr>
          <p:spPr>
            <a:xfrm>
              <a:off x="666983" y="658091"/>
              <a:ext cx="245243" cy="249531"/>
            </a:xfrm>
            <a:custGeom>
              <a:avLst/>
              <a:gdLst/>
              <a:ahLst/>
              <a:cxnLst>
                <a:cxn ang="0">
                  <a:pos x="wd2" y="hd2"/>
                </a:cxn>
                <a:cxn ang="5400000">
                  <a:pos x="wd2" y="hd2"/>
                </a:cxn>
                <a:cxn ang="10800000">
                  <a:pos x="wd2" y="hd2"/>
                </a:cxn>
                <a:cxn ang="16200000">
                  <a:pos x="wd2" y="hd2"/>
                </a:cxn>
              </a:cxnLst>
              <a:rect l="0" t="0" r="r" b="b"/>
              <a:pathLst>
                <a:path w="21600" h="21164" extrusionOk="0">
                  <a:moveTo>
                    <a:pt x="20057" y="309"/>
                  </a:moveTo>
                  <a:cubicBezTo>
                    <a:pt x="19286" y="-436"/>
                    <a:pt x="18514" y="309"/>
                    <a:pt x="18514" y="1054"/>
                  </a:cubicBezTo>
                  <a:cubicBezTo>
                    <a:pt x="15429" y="9247"/>
                    <a:pt x="8486" y="15205"/>
                    <a:pt x="771" y="18185"/>
                  </a:cubicBezTo>
                  <a:cubicBezTo>
                    <a:pt x="0" y="18185"/>
                    <a:pt x="0" y="19674"/>
                    <a:pt x="0" y="20419"/>
                  </a:cubicBezTo>
                  <a:cubicBezTo>
                    <a:pt x="771" y="21164"/>
                    <a:pt x="1543" y="21164"/>
                    <a:pt x="2314" y="21164"/>
                  </a:cubicBezTo>
                  <a:cubicBezTo>
                    <a:pt x="2314" y="21164"/>
                    <a:pt x="2314" y="21164"/>
                    <a:pt x="2314" y="20419"/>
                  </a:cubicBezTo>
                  <a:cubicBezTo>
                    <a:pt x="10800" y="17440"/>
                    <a:pt x="17743" y="10736"/>
                    <a:pt x="21600" y="1798"/>
                  </a:cubicBezTo>
                  <a:cubicBezTo>
                    <a:pt x="21600" y="1054"/>
                    <a:pt x="20829" y="309"/>
                    <a:pt x="20057" y="309"/>
                  </a:cubicBezTo>
                  <a:close/>
                  <a:moveTo>
                    <a:pt x="20057" y="309"/>
                  </a:moveTo>
                  <a:cubicBezTo>
                    <a:pt x="20057" y="309"/>
                    <a:pt x="20057" y="309"/>
                    <a:pt x="20057" y="309"/>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85" name="Shape">
              <a:extLst>
                <a:ext uri="{FF2B5EF4-FFF2-40B4-BE49-F238E27FC236}">
                  <a16:creationId xmlns:a16="http://schemas.microsoft.com/office/drawing/2014/main" id="{A9B4D73B-386B-9D21-6848-3914EE960533}"/>
                </a:ext>
              </a:extLst>
            </p:cNvPr>
            <p:cNvSpPr/>
            <p:nvPr/>
          </p:nvSpPr>
          <p:spPr>
            <a:xfrm>
              <a:off x="638686" y="638800"/>
              <a:ext cx="207051" cy="207513"/>
            </a:xfrm>
            <a:custGeom>
              <a:avLst/>
              <a:gdLst/>
              <a:ahLst/>
              <a:cxnLst>
                <a:cxn ang="0">
                  <a:pos x="wd2" y="hd2"/>
                </a:cxn>
                <a:cxn ang="5400000">
                  <a:pos x="wd2" y="hd2"/>
                </a:cxn>
                <a:cxn ang="10800000">
                  <a:pos x="wd2" y="hd2"/>
                </a:cxn>
                <a:cxn ang="16200000">
                  <a:pos x="wd2" y="hd2"/>
                </a:cxn>
              </a:cxnLst>
              <a:rect l="0" t="0" r="r" b="b"/>
              <a:pathLst>
                <a:path w="21073" h="21600" extrusionOk="0">
                  <a:moveTo>
                    <a:pt x="19800" y="0"/>
                  </a:moveTo>
                  <a:cubicBezTo>
                    <a:pt x="18900" y="0"/>
                    <a:pt x="18000" y="0"/>
                    <a:pt x="18000" y="900"/>
                  </a:cubicBezTo>
                  <a:cubicBezTo>
                    <a:pt x="14400" y="9000"/>
                    <a:pt x="9000" y="15300"/>
                    <a:pt x="900" y="18000"/>
                  </a:cubicBezTo>
                  <a:cubicBezTo>
                    <a:pt x="900" y="18000"/>
                    <a:pt x="900" y="18000"/>
                    <a:pt x="900" y="18000"/>
                  </a:cubicBezTo>
                  <a:cubicBezTo>
                    <a:pt x="0" y="18000"/>
                    <a:pt x="0" y="19800"/>
                    <a:pt x="0" y="20700"/>
                  </a:cubicBezTo>
                  <a:cubicBezTo>
                    <a:pt x="900" y="21600"/>
                    <a:pt x="1800" y="21600"/>
                    <a:pt x="2700" y="21600"/>
                  </a:cubicBezTo>
                  <a:cubicBezTo>
                    <a:pt x="2700" y="21600"/>
                    <a:pt x="2700" y="20700"/>
                    <a:pt x="2700" y="20700"/>
                  </a:cubicBezTo>
                  <a:cubicBezTo>
                    <a:pt x="10800" y="18000"/>
                    <a:pt x="17100" y="10800"/>
                    <a:pt x="20700" y="2700"/>
                  </a:cubicBezTo>
                  <a:cubicBezTo>
                    <a:pt x="21600" y="1800"/>
                    <a:pt x="20700" y="0"/>
                    <a:pt x="19800" y="0"/>
                  </a:cubicBezTo>
                  <a:close/>
                  <a:moveTo>
                    <a:pt x="19800" y="0"/>
                  </a:moveTo>
                  <a:cubicBezTo>
                    <a:pt x="19800" y="0"/>
                    <a:pt x="19800" y="0"/>
                    <a:pt x="19800" y="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86" name="Shape">
              <a:extLst>
                <a:ext uri="{FF2B5EF4-FFF2-40B4-BE49-F238E27FC236}">
                  <a16:creationId xmlns:a16="http://schemas.microsoft.com/office/drawing/2014/main" id="{DBFE9D14-B6C4-B792-EBFB-29B1351D7251}"/>
                </a:ext>
              </a:extLst>
            </p:cNvPr>
            <p:cNvSpPr/>
            <p:nvPr/>
          </p:nvSpPr>
          <p:spPr>
            <a:xfrm>
              <a:off x="284970" y="289802"/>
              <a:ext cx="169391" cy="169390"/>
            </a:xfrm>
            <a:custGeom>
              <a:avLst/>
              <a:gdLst/>
              <a:ahLst/>
              <a:cxnLst>
                <a:cxn ang="0">
                  <a:pos x="wd2" y="hd2"/>
                </a:cxn>
                <a:cxn ang="5400000">
                  <a:pos x="wd2" y="hd2"/>
                </a:cxn>
                <a:cxn ang="10800000">
                  <a:pos x="wd2" y="hd2"/>
                </a:cxn>
                <a:cxn ang="16200000">
                  <a:pos x="wd2" y="hd2"/>
                </a:cxn>
              </a:cxnLst>
              <a:rect l="0" t="0" r="r" b="b"/>
              <a:pathLst>
                <a:path w="20967" h="20967" extrusionOk="0">
                  <a:moveTo>
                    <a:pt x="20520" y="1080"/>
                  </a:moveTo>
                  <a:cubicBezTo>
                    <a:pt x="20520" y="0"/>
                    <a:pt x="19440" y="0"/>
                    <a:pt x="18360" y="0"/>
                  </a:cubicBezTo>
                  <a:cubicBezTo>
                    <a:pt x="18360" y="0"/>
                    <a:pt x="18360" y="0"/>
                    <a:pt x="18360" y="0"/>
                  </a:cubicBezTo>
                  <a:cubicBezTo>
                    <a:pt x="9720" y="3240"/>
                    <a:pt x="3240" y="9720"/>
                    <a:pt x="0" y="18360"/>
                  </a:cubicBezTo>
                  <a:cubicBezTo>
                    <a:pt x="0" y="19440"/>
                    <a:pt x="0" y="20520"/>
                    <a:pt x="1080" y="20520"/>
                  </a:cubicBezTo>
                  <a:cubicBezTo>
                    <a:pt x="2160" y="21600"/>
                    <a:pt x="3240" y="20520"/>
                    <a:pt x="4320" y="19440"/>
                  </a:cubicBezTo>
                  <a:cubicBezTo>
                    <a:pt x="7560" y="11880"/>
                    <a:pt x="12960" y="6480"/>
                    <a:pt x="19440" y="4320"/>
                  </a:cubicBezTo>
                  <a:cubicBezTo>
                    <a:pt x="20520" y="3240"/>
                    <a:pt x="21600" y="2160"/>
                    <a:pt x="20520" y="1080"/>
                  </a:cubicBezTo>
                  <a:close/>
                  <a:moveTo>
                    <a:pt x="20520" y="1080"/>
                  </a:moveTo>
                  <a:cubicBezTo>
                    <a:pt x="20520" y="1080"/>
                    <a:pt x="20520" y="1080"/>
                    <a:pt x="20520" y="108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87" name="Shape">
              <a:extLst>
                <a:ext uri="{FF2B5EF4-FFF2-40B4-BE49-F238E27FC236}">
                  <a16:creationId xmlns:a16="http://schemas.microsoft.com/office/drawing/2014/main" id="{0B8F4B83-E38C-ACA2-A9E8-F5A67742CE46}"/>
                </a:ext>
              </a:extLst>
            </p:cNvPr>
            <p:cNvSpPr/>
            <p:nvPr/>
          </p:nvSpPr>
          <p:spPr>
            <a:xfrm>
              <a:off x="162349" y="167181"/>
              <a:ext cx="240113" cy="245243"/>
            </a:xfrm>
            <a:custGeom>
              <a:avLst/>
              <a:gdLst/>
              <a:ahLst/>
              <a:cxnLst>
                <a:cxn ang="0">
                  <a:pos x="wd2" y="hd2"/>
                </a:cxn>
                <a:cxn ang="5400000">
                  <a:pos x="wd2" y="hd2"/>
                </a:cxn>
                <a:cxn ang="10800000">
                  <a:pos x="wd2" y="hd2"/>
                </a:cxn>
                <a:cxn ang="16200000">
                  <a:pos x="wd2" y="hd2"/>
                </a:cxn>
              </a:cxnLst>
              <a:rect l="0" t="0" r="r" b="b"/>
              <a:pathLst>
                <a:path w="21148" h="21600" extrusionOk="0">
                  <a:moveTo>
                    <a:pt x="20829" y="771"/>
                  </a:moveTo>
                  <a:cubicBezTo>
                    <a:pt x="20829" y="0"/>
                    <a:pt x="20057" y="0"/>
                    <a:pt x="19286" y="0"/>
                  </a:cubicBezTo>
                  <a:cubicBezTo>
                    <a:pt x="19286" y="0"/>
                    <a:pt x="19286" y="0"/>
                    <a:pt x="19286" y="0"/>
                  </a:cubicBezTo>
                  <a:cubicBezTo>
                    <a:pt x="10800" y="3857"/>
                    <a:pt x="3857" y="10029"/>
                    <a:pt x="0" y="19286"/>
                  </a:cubicBezTo>
                  <a:cubicBezTo>
                    <a:pt x="0" y="20057"/>
                    <a:pt x="0" y="20829"/>
                    <a:pt x="771" y="21600"/>
                  </a:cubicBezTo>
                  <a:cubicBezTo>
                    <a:pt x="1543" y="21600"/>
                    <a:pt x="2314" y="21600"/>
                    <a:pt x="3086" y="20829"/>
                  </a:cubicBezTo>
                  <a:cubicBezTo>
                    <a:pt x="6171" y="12343"/>
                    <a:pt x="12343" y="6171"/>
                    <a:pt x="20057" y="2314"/>
                  </a:cubicBezTo>
                  <a:cubicBezTo>
                    <a:pt x="20829" y="2314"/>
                    <a:pt x="21600" y="1543"/>
                    <a:pt x="20829" y="771"/>
                  </a:cubicBezTo>
                  <a:close/>
                  <a:moveTo>
                    <a:pt x="20829" y="771"/>
                  </a:moveTo>
                  <a:cubicBezTo>
                    <a:pt x="20829" y="771"/>
                    <a:pt x="20829" y="771"/>
                    <a:pt x="20829" y="771"/>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88" name="Shape">
              <a:extLst>
                <a:ext uri="{FF2B5EF4-FFF2-40B4-BE49-F238E27FC236}">
                  <a16:creationId xmlns:a16="http://schemas.microsoft.com/office/drawing/2014/main" id="{05FEFF7C-61E9-9C29-25E4-31DECD274593}"/>
                </a:ext>
              </a:extLst>
            </p:cNvPr>
            <p:cNvSpPr/>
            <p:nvPr/>
          </p:nvSpPr>
          <p:spPr>
            <a:xfrm>
              <a:off x="223661" y="228490"/>
              <a:ext cx="202449" cy="207513"/>
            </a:xfrm>
            <a:custGeom>
              <a:avLst/>
              <a:gdLst/>
              <a:ahLst/>
              <a:cxnLst>
                <a:cxn ang="0">
                  <a:pos x="wd2" y="hd2"/>
                </a:cxn>
                <a:cxn ang="5400000">
                  <a:pos x="wd2" y="hd2"/>
                </a:cxn>
                <a:cxn ang="10800000">
                  <a:pos x="wd2" y="hd2"/>
                </a:cxn>
                <a:cxn ang="16200000">
                  <a:pos x="wd2" y="hd2"/>
                </a:cxn>
              </a:cxnLst>
              <a:rect l="0" t="0" r="r" b="b"/>
              <a:pathLst>
                <a:path w="21073" h="21600" extrusionOk="0">
                  <a:moveTo>
                    <a:pt x="19800" y="3600"/>
                  </a:moveTo>
                  <a:cubicBezTo>
                    <a:pt x="20700" y="2700"/>
                    <a:pt x="21600" y="1800"/>
                    <a:pt x="20700" y="900"/>
                  </a:cubicBezTo>
                  <a:cubicBezTo>
                    <a:pt x="20700" y="0"/>
                    <a:pt x="19800" y="0"/>
                    <a:pt x="18900" y="0"/>
                  </a:cubicBezTo>
                  <a:cubicBezTo>
                    <a:pt x="18900" y="0"/>
                    <a:pt x="18900" y="0"/>
                    <a:pt x="18900" y="0"/>
                  </a:cubicBezTo>
                  <a:cubicBezTo>
                    <a:pt x="10800" y="3600"/>
                    <a:pt x="3600" y="9900"/>
                    <a:pt x="0" y="18900"/>
                  </a:cubicBezTo>
                  <a:cubicBezTo>
                    <a:pt x="0" y="19800"/>
                    <a:pt x="0" y="20700"/>
                    <a:pt x="900" y="21600"/>
                  </a:cubicBezTo>
                  <a:cubicBezTo>
                    <a:pt x="1800" y="21600"/>
                    <a:pt x="2700" y="20700"/>
                    <a:pt x="3600" y="19800"/>
                  </a:cubicBezTo>
                  <a:cubicBezTo>
                    <a:pt x="6300" y="12600"/>
                    <a:pt x="12600" y="6300"/>
                    <a:pt x="19800" y="3600"/>
                  </a:cubicBezTo>
                  <a:close/>
                  <a:moveTo>
                    <a:pt x="19800" y="3600"/>
                  </a:moveTo>
                  <a:cubicBezTo>
                    <a:pt x="19800" y="3600"/>
                    <a:pt x="19800" y="3600"/>
                    <a:pt x="19800" y="360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grpSp>
      <p:sp>
        <p:nvSpPr>
          <p:cNvPr id="189" name="Shape">
            <a:extLst>
              <a:ext uri="{FF2B5EF4-FFF2-40B4-BE49-F238E27FC236}">
                <a16:creationId xmlns:a16="http://schemas.microsoft.com/office/drawing/2014/main" id="{C58D9691-DC26-11D0-4037-D6B9701EC673}"/>
              </a:ext>
            </a:extLst>
          </p:cNvPr>
          <p:cNvSpPr/>
          <p:nvPr/>
        </p:nvSpPr>
        <p:spPr>
          <a:xfrm>
            <a:off x="8080545" y="2912229"/>
            <a:ext cx="520546" cy="489955"/>
          </a:xfrm>
          <a:custGeom>
            <a:avLst/>
            <a:gdLst/>
            <a:ahLst/>
            <a:cxnLst>
              <a:cxn ang="0">
                <a:pos x="wd2" y="hd2"/>
              </a:cxn>
              <a:cxn ang="5400000">
                <a:pos x="wd2" y="hd2"/>
              </a:cxn>
              <a:cxn ang="10800000">
                <a:pos x="wd2" y="hd2"/>
              </a:cxn>
              <a:cxn ang="16200000">
                <a:pos x="wd2" y="hd2"/>
              </a:cxn>
            </a:cxnLst>
            <a:rect l="0" t="0" r="r" b="b"/>
            <a:pathLst>
              <a:path w="21600" h="21600" extrusionOk="0">
                <a:moveTo>
                  <a:pt x="16859" y="0"/>
                </a:moveTo>
                <a:cubicBezTo>
                  <a:pt x="15454" y="0"/>
                  <a:pt x="14400" y="878"/>
                  <a:pt x="13522" y="2459"/>
                </a:cubicBezTo>
                <a:cubicBezTo>
                  <a:pt x="13522" y="2459"/>
                  <a:pt x="13522" y="2459"/>
                  <a:pt x="13522" y="2459"/>
                </a:cubicBezTo>
                <a:cubicBezTo>
                  <a:pt x="12468" y="4566"/>
                  <a:pt x="10712" y="5971"/>
                  <a:pt x="8956" y="5971"/>
                </a:cubicBezTo>
                <a:cubicBezTo>
                  <a:pt x="2634" y="5971"/>
                  <a:pt x="2634" y="5971"/>
                  <a:pt x="2634" y="5971"/>
                </a:cubicBezTo>
                <a:cubicBezTo>
                  <a:pt x="1229" y="5971"/>
                  <a:pt x="0" y="7551"/>
                  <a:pt x="0" y="9483"/>
                </a:cubicBezTo>
                <a:cubicBezTo>
                  <a:pt x="0" y="11239"/>
                  <a:pt x="1229" y="12820"/>
                  <a:pt x="2634" y="12820"/>
                </a:cubicBezTo>
                <a:cubicBezTo>
                  <a:pt x="3512" y="12820"/>
                  <a:pt x="4039" y="13346"/>
                  <a:pt x="4039" y="14049"/>
                </a:cubicBezTo>
                <a:cubicBezTo>
                  <a:pt x="4039" y="20195"/>
                  <a:pt x="4039" y="20195"/>
                  <a:pt x="4039" y="20195"/>
                </a:cubicBezTo>
                <a:cubicBezTo>
                  <a:pt x="4039" y="20898"/>
                  <a:pt x="4566" y="21600"/>
                  <a:pt x="5444" y="21600"/>
                </a:cubicBezTo>
                <a:cubicBezTo>
                  <a:pt x="8078" y="21600"/>
                  <a:pt x="8078" y="21600"/>
                  <a:pt x="8078" y="21600"/>
                </a:cubicBezTo>
                <a:cubicBezTo>
                  <a:pt x="8780" y="21600"/>
                  <a:pt x="9483" y="20898"/>
                  <a:pt x="9483" y="20195"/>
                </a:cubicBezTo>
                <a:cubicBezTo>
                  <a:pt x="9483" y="19493"/>
                  <a:pt x="9483" y="19493"/>
                  <a:pt x="9483" y="19493"/>
                </a:cubicBezTo>
                <a:cubicBezTo>
                  <a:pt x="9483" y="18790"/>
                  <a:pt x="8780" y="18615"/>
                  <a:pt x="8780" y="18088"/>
                </a:cubicBezTo>
                <a:cubicBezTo>
                  <a:pt x="8780" y="13522"/>
                  <a:pt x="8780" y="13522"/>
                  <a:pt x="8780" y="13522"/>
                </a:cubicBezTo>
                <a:cubicBezTo>
                  <a:pt x="8780" y="13346"/>
                  <a:pt x="8780" y="13346"/>
                  <a:pt x="8780" y="13346"/>
                </a:cubicBezTo>
                <a:cubicBezTo>
                  <a:pt x="8780" y="13346"/>
                  <a:pt x="8780" y="13171"/>
                  <a:pt x="8780" y="13171"/>
                </a:cubicBezTo>
                <a:cubicBezTo>
                  <a:pt x="8780" y="13171"/>
                  <a:pt x="8956" y="13171"/>
                  <a:pt x="8956" y="12995"/>
                </a:cubicBezTo>
                <a:cubicBezTo>
                  <a:pt x="8956" y="12995"/>
                  <a:pt x="8956" y="12995"/>
                  <a:pt x="9132" y="12820"/>
                </a:cubicBezTo>
                <a:cubicBezTo>
                  <a:pt x="9132" y="12820"/>
                  <a:pt x="9132" y="12820"/>
                  <a:pt x="9132" y="12820"/>
                </a:cubicBezTo>
                <a:cubicBezTo>
                  <a:pt x="9132" y="12820"/>
                  <a:pt x="9132" y="12820"/>
                  <a:pt x="9132" y="12820"/>
                </a:cubicBezTo>
                <a:cubicBezTo>
                  <a:pt x="9132" y="12820"/>
                  <a:pt x="9307" y="12820"/>
                  <a:pt x="9307" y="12820"/>
                </a:cubicBezTo>
                <a:cubicBezTo>
                  <a:pt x="11063" y="12995"/>
                  <a:pt x="12468" y="14400"/>
                  <a:pt x="13522" y="16507"/>
                </a:cubicBezTo>
                <a:cubicBezTo>
                  <a:pt x="13522" y="16507"/>
                  <a:pt x="13522" y="16507"/>
                  <a:pt x="13522" y="16507"/>
                </a:cubicBezTo>
                <a:cubicBezTo>
                  <a:pt x="14400" y="17912"/>
                  <a:pt x="15454" y="18790"/>
                  <a:pt x="16859" y="18790"/>
                </a:cubicBezTo>
                <a:cubicBezTo>
                  <a:pt x="20020" y="18790"/>
                  <a:pt x="21600" y="14049"/>
                  <a:pt x="21600" y="9483"/>
                </a:cubicBezTo>
                <a:cubicBezTo>
                  <a:pt x="21600" y="4741"/>
                  <a:pt x="20020" y="0"/>
                  <a:pt x="16859" y="0"/>
                </a:cubicBezTo>
                <a:close/>
                <a:moveTo>
                  <a:pt x="13522" y="9483"/>
                </a:moveTo>
                <a:cubicBezTo>
                  <a:pt x="13522" y="8780"/>
                  <a:pt x="13522" y="8078"/>
                  <a:pt x="13522" y="7376"/>
                </a:cubicBezTo>
                <a:cubicBezTo>
                  <a:pt x="15454" y="7376"/>
                  <a:pt x="15454" y="7376"/>
                  <a:pt x="15454" y="7376"/>
                </a:cubicBezTo>
                <a:cubicBezTo>
                  <a:pt x="16156" y="7376"/>
                  <a:pt x="16859" y="8254"/>
                  <a:pt x="16859" y="9483"/>
                </a:cubicBezTo>
                <a:cubicBezTo>
                  <a:pt x="16859" y="10537"/>
                  <a:pt x="16156" y="11415"/>
                  <a:pt x="15454" y="11415"/>
                </a:cubicBezTo>
                <a:cubicBezTo>
                  <a:pt x="13522" y="11415"/>
                  <a:pt x="13522" y="11415"/>
                  <a:pt x="13522" y="11415"/>
                </a:cubicBezTo>
                <a:cubicBezTo>
                  <a:pt x="13522" y="10712"/>
                  <a:pt x="13522" y="10185"/>
                  <a:pt x="13522" y="9483"/>
                </a:cubicBezTo>
                <a:close/>
                <a:moveTo>
                  <a:pt x="1405" y="9483"/>
                </a:moveTo>
                <a:cubicBezTo>
                  <a:pt x="1405" y="8254"/>
                  <a:pt x="1932" y="7376"/>
                  <a:pt x="2634" y="7376"/>
                </a:cubicBezTo>
                <a:cubicBezTo>
                  <a:pt x="7376" y="7376"/>
                  <a:pt x="7376" y="7376"/>
                  <a:pt x="7376" y="7376"/>
                </a:cubicBezTo>
                <a:cubicBezTo>
                  <a:pt x="7024" y="7902"/>
                  <a:pt x="6673" y="8605"/>
                  <a:pt x="6673" y="9483"/>
                </a:cubicBezTo>
                <a:cubicBezTo>
                  <a:pt x="6673" y="10185"/>
                  <a:pt x="7024" y="10888"/>
                  <a:pt x="7376" y="11415"/>
                </a:cubicBezTo>
                <a:cubicBezTo>
                  <a:pt x="2634" y="11415"/>
                  <a:pt x="2634" y="11415"/>
                  <a:pt x="2634" y="11415"/>
                </a:cubicBezTo>
                <a:cubicBezTo>
                  <a:pt x="1932" y="11415"/>
                  <a:pt x="1405" y="10537"/>
                  <a:pt x="1405" y="9483"/>
                </a:cubicBezTo>
                <a:close/>
                <a:moveTo>
                  <a:pt x="8078" y="20195"/>
                </a:moveTo>
                <a:cubicBezTo>
                  <a:pt x="5444" y="20195"/>
                  <a:pt x="5444" y="20195"/>
                  <a:pt x="5444" y="20195"/>
                </a:cubicBezTo>
                <a:cubicBezTo>
                  <a:pt x="5444" y="14049"/>
                  <a:pt x="5444" y="14049"/>
                  <a:pt x="5444" y="14049"/>
                </a:cubicBezTo>
                <a:cubicBezTo>
                  <a:pt x="5444" y="13698"/>
                  <a:pt x="5268" y="13171"/>
                  <a:pt x="5093" y="12820"/>
                </a:cubicBezTo>
                <a:cubicBezTo>
                  <a:pt x="5444" y="12820"/>
                  <a:pt x="5444" y="12820"/>
                  <a:pt x="5444" y="12820"/>
                </a:cubicBezTo>
                <a:cubicBezTo>
                  <a:pt x="5444" y="12820"/>
                  <a:pt x="5444" y="12820"/>
                  <a:pt x="5444" y="12820"/>
                </a:cubicBezTo>
                <a:cubicBezTo>
                  <a:pt x="7551" y="12820"/>
                  <a:pt x="7551" y="12820"/>
                  <a:pt x="7551" y="12820"/>
                </a:cubicBezTo>
                <a:cubicBezTo>
                  <a:pt x="7376" y="12995"/>
                  <a:pt x="7376" y="13171"/>
                  <a:pt x="7376" y="13522"/>
                </a:cubicBezTo>
                <a:cubicBezTo>
                  <a:pt x="7376" y="18088"/>
                  <a:pt x="7376" y="18088"/>
                  <a:pt x="7376" y="18088"/>
                </a:cubicBezTo>
                <a:cubicBezTo>
                  <a:pt x="7376" y="18790"/>
                  <a:pt x="7727" y="19317"/>
                  <a:pt x="8078" y="19493"/>
                </a:cubicBezTo>
                <a:cubicBezTo>
                  <a:pt x="8078" y="19493"/>
                  <a:pt x="8078" y="19493"/>
                  <a:pt x="8078" y="19668"/>
                </a:cubicBezTo>
                <a:lnTo>
                  <a:pt x="8078" y="20195"/>
                </a:lnTo>
                <a:close/>
                <a:moveTo>
                  <a:pt x="8956" y="11415"/>
                </a:moveTo>
                <a:cubicBezTo>
                  <a:pt x="8780" y="11415"/>
                  <a:pt x="8780" y="11415"/>
                  <a:pt x="8780" y="11415"/>
                </a:cubicBezTo>
                <a:cubicBezTo>
                  <a:pt x="8780" y="11415"/>
                  <a:pt x="8780" y="11415"/>
                  <a:pt x="8780" y="11415"/>
                </a:cubicBezTo>
                <a:cubicBezTo>
                  <a:pt x="8078" y="11415"/>
                  <a:pt x="7376" y="10537"/>
                  <a:pt x="7376" y="9483"/>
                </a:cubicBezTo>
                <a:cubicBezTo>
                  <a:pt x="7376" y="8254"/>
                  <a:pt x="8078" y="7376"/>
                  <a:pt x="8780" y="7376"/>
                </a:cubicBezTo>
                <a:cubicBezTo>
                  <a:pt x="8956" y="7376"/>
                  <a:pt x="8956" y="7376"/>
                  <a:pt x="8956" y="7376"/>
                </a:cubicBezTo>
                <a:cubicBezTo>
                  <a:pt x="10185" y="7376"/>
                  <a:pt x="11415" y="6849"/>
                  <a:pt x="12468" y="5971"/>
                </a:cubicBezTo>
                <a:cubicBezTo>
                  <a:pt x="12293" y="7024"/>
                  <a:pt x="12117" y="8254"/>
                  <a:pt x="12117" y="9483"/>
                </a:cubicBezTo>
                <a:cubicBezTo>
                  <a:pt x="12117" y="10537"/>
                  <a:pt x="12293" y="11766"/>
                  <a:pt x="12468" y="12820"/>
                </a:cubicBezTo>
                <a:cubicBezTo>
                  <a:pt x="11415" y="11941"/>
                  <a:pt x="10185" y="11415"/>
                  <a:pt x="8956" y="11415"/>
                </a:cubicBezTo>
                <a:close/>
                <a:moveTo>
                  <a:pt x="16859" y="17561"/>
                </a:moveTo>
                <a:cubicBezTo>
                  <a:pt x="15454" y="17561"/>
                  <a:pt x="14400" y="15629"/>
                  <a:pt x="13873" y="12820"/>
                </a:cubicBezTo>
                <a:cubicBezTo>
                  <a:pt x="15454" y="12820"/>
                  <a:pt x="15454" y="12820"/>
                  <a:pt x="15454" y="12820"/>
                </a:cubicBezTo>
                <a:cubicBezTo>
                  <a:pt x="17034" y="12820"/>
                  <a:pt x="18263" y="11239"/>
                  <a:pt x="18263" y="9483"/>
                </a:cubicBezTo>
                <a:cubicBezTo>
                  <a:pt x="18263" y="7551"/>
                  <a:pt x="17034" y="5971"/>
                  <a:pt x="15454" y="5971"/>
                </a:cubicBezTo>
                <a:cubicBezTo>
                  <a:pt x="13873" y="5971"/>
                  <a:pt x="13873" y="5971"/>
                  <a:pt x="13873" y="5971"/>
                </a:cubicBezTo>
                <a:cubicBezTo>
                  <a:pt x="14400" y="3337"/>
                  <a:pt x="15454" y="1405"/>
                  <a:pt x="16859" y="1405"/>
                </a:cubicBezTo>
                <a:cubicBezTo>
                  <a:pt x="18790" y="1405"/>
                  <a:pt x="20195" y="4917"/>
                  <a:pt x="20195" y="9483"/>
                </a:cubicBezTo>
                <a:cubicBezTo>
                  <a:pt x="20195" y="13873"/>
                  <a:pt x="18790" y="17561"/>
                  <a:pt x="16859" y="17561"/>
                </a:cubicBezTo>
                <a:close/>
                <a:moveTo>
                  <a:pt x="16859" y="17561"/>
                </a:moveTo>
                <a:cubicBezTo>
                  <a:pt x="16859" y="17561"/>
                  <a:pt x="16859" y="17561"/>
                  <a:pt x="16859" y="17561"/>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90" name="Shape">
            <a:extLst>
              <a:ext uri="{FF2B5EF4-FFF2-40B4-BE49-F238E27FC236}">
                <a16:creationId xmlns:a16="http://schemas.microsoft.com/office/drawing/2014/main" id="{62FA7EEE-551A-864A-5582-E560284E8ADA}"/>
              </a:ext>
            </a:extLst>
          </p:cNvPr>
          <p:cNvSpPr/>
          <p:nvPr/>
        </p:nvSpPr>
        <p:spPr>
          <a:xfrm>
            <a:off x="9026991" y="2987755"/>
            <a:ext cx="520546" cy="335031"/>
          </a:xfrm>
          <a:custGeom>
            <a:avLst/>
            <a:gdLst/>
            <a:ahLst/>
            <a:cxnLst>
              <a:cxn ang="0">
                <a:pos x="wd2" y="hd2"/>
              </a:cxn>
              <a:cxn ang="5400000">
                <a:pos x="wd2" y="hd2"/>
              </a:cxn>
              <a:cxn ang="10800000">
                <a:pos x="wd2" y="hd2"/>
              </a:cxn>
              <a:cxn ang="16200000">
                <a:pos x="wd2" y="hd2"/>
              </a:cxn>
            </a:cxnLst>
            <a:rect l="0" t="0" r="r" b="b"/>
            <a:pathLst>
              <a:path w="21600" h="21600" extrusionOk="0">
                <a:moveTo>
                  <a:pt x="20195" y="1029"/>
                </a:moveTo>
                <a:cubicBezTo>
                  <a:pt x="19668" y="1029"/>
                  <a:pt x="19668" y="1029"/>
                  <a:pt x="19668" y="1029"/>
                </a:cubicBezTo>
                <a:cubicBezTo>
                  <a:pt x="19317" y="1029"/>
                  <a:pt x="18966" y="1286"/>
                  <a:pt x="18790" y="1543"/>
                </a:cubicBezTo>
                <a:cubicBezTo>
                  <a:pt x="16859" y="4114"/>
                  <a:pt x="16859" y="4114"/>
                  <a:pt x="16859" y="4114"/>
                </a:cubicBezTo>
                <a:cubicBezTo>
                  <a:pt x="16859" y="3086"/>
                  <a:pt x="16859" y="3086"/>
                  <a:pt x="16859" y="3086"/>
                </a:cubicBezTo>
                <a:cubicBezTo>
                  <a:pt x="16859" y="1286"/>
                  <a:pt x="15980" y="0"/>
                  <a:pt x="14927" y="0"/>
                </a:cubicBezTo>
                <a:cubicBezTo>
                  <a:pt x="2107" y="0"/>
                  <a:pt x="2107" y="0"/>
                  <a:pt x="2107" y="0"/>
                </a:cubicBezTo>
                <a:cubicBezTo>
                  <a:pt x="1054" y="0"/>
                  <a:pt x="0" y="1286"/>
                  <a:pt x="0" y="3086"/>
                </a:cubicBezTo>
                <a:cubicBezTo>
                  <a:pt x="0" y="18771"/>
                  <a:pt x="0" y="18771"/>
                  <a:pt x="0" y="18771"/>
                </a:cubicBezTo>
                <a:cubicBezTo>
                  <a:pt x="0" y="20314"/>
                  <a:pt x="1054" y="21600"/>
                  <a:pt x="2107" y="21600"/>
                </a:cubicBezTo>
                <a:cubicBezTo>
                  <a:pt x="14927" y="21600"/>
                  <a:pt x="14927" y="21600"/>
                  <a:pt x="14927" y="21600"/>
                </a:cubicBezTo>
                <a:cubicBezTo>
                  <a:pt x="15980" y="21600"/>
                  <a:pt x="16859" y="20314"/>
                  <a:pt x="16859" y="18771"/>
                </a:cubicBezTo>
                <a:cubicBezTo>
                  <a:pt x="16859" y="17486"/>
                  <a:pt x="16859" y="17486"/>
                  <a:pt x="16859" y="17486"/>
                </a:cubicBezTo>
                <a:cubicBezTo>
                  <a:pt x="18790" y="20057"/>
                  <a:pt x="18790" y="20057"/>
                  <a:pt x="18790" y="20057"/>
                </a:cubicBezTo>
                <a:cubicBezTo>
                  <a:pt x="18966" y="20571"/>
                  <a:pt x="19317" y="20829"/>
                  <a:pt x="19668" y="20829"/>
                </a:cubicBezTo>
                <a:cubicBezTo>
                  <a:pt x="20195" y="20829"/>
                  <a:pt x="20195" y="20829"/>
                  <a:pt x="20195" y="20829"/>
                </a:cubicBezTo>
                <a:cubicBezTo>
                  <a:pt x="21073" y="20829"/>
                  <a:pt x="21600" y="19800"/>
                  <a:pt x="21600" y="18771"/>
                </a:cubicBezTo>
                <a:cubicBezTo>
                  <a:pt x="21600" y="3086"/>
                  <a:pt x="21600" y="3086"/>
                  <a:pt x="21600" y="3086"/>
                </a:cubicBezTo>
                <a:cubicBezTo>
                  <a:pt x="21600" y="1800"/>
                  <a:pt x="21073" y="1029"/>
                  <a:pt x="20195" y="1029"/>
                </a:cubicBezTo>
                <a:close/>
                <a:moveTo>
                  <a:pt x="2107" y="19800"/>
                </a:moveTo>
                <a:cubicBezTo>
                  <a:pt x="1756" y="19800"/>
                  <a:pt x="1405" y="19286"/>
                  <a:pt x="1405" y="18771"/>
                </a:cubicBezTo>
                <a:cubicBezTo>
                  <a:pt x="1405" y="3086"/>
                  <a:pt x="1405" y="3086"/>
                  <a:pt x="1405" y="3086"/>
                </a:cubicBezTo>
                <a:cubicBezTo>
                  <a:pt x="1405" y="2314"/>
                  <a:pt x="1756" y="2057"/>
                  <a:pt x="2107" y="2057"/>
                </a:cubicBezTo>
                <a:cubicBezTo>
                  <a:pt x="14927" y="2057"/>
                  <a:pt x="14927" y="2057"/>
                  <a:pt x="14927" y="2057"/>
                </a:cubicBezTo>
                <a:cubicBezTo>
                  <a:pt x="15278" y="2057"/>
                  <a:pt x="15629" y="2314"/>
                  <a:pt x="15629" y="3086"/>
                </a:cubicBezTo>
                <a:cubicBezTo>
                  <a:pt x="15629" y="18771"/>
                  <a:pt x="15629" y="18771"/>
                  <a:pt x="15629" y="18771"/>
                </a:cubicBezTo>
                <a:cubicBezTo>
                  <a:pt x="15629" y="19286"/>
                  <a:pt x="15278" y="19800"/>
                  <a:pt x="14927" y="19800"/>
                </a:cubicBezTo>
                <a:lnTo>
                  <a:pt x="2107" y="19800"/>
                </a:lnTo>
                <a:close/>
                <a:moveTo>
                  <a:pt x="20195" y="18771"/>
                </a:moveTo>
                <a:cubicBezTo>
                  <a:pt x="19668" y="18771"/>
                  <a:pt x="19668" y="18771"/>
                  <a:pt x="19668" y="18771"/>
                </a:cubicBezTo>
                <a:cubicBezTo>
                  <a:pt x="16859" y="14914"/>
                  <a:pt x="16859" y="14914"/>
                  <a:pt x="16859" y="14914"/>
                </a:cubicBezTo>
                <a:cubicBezTo>
                  <a:pt x="16859" y="14914"/>
                  <a:pt x="16859" y="14914"/>
                  <a:pt x="16859" y="14914"/>
                </a:cubicBezTo>
                <a:cubicBezTo>
                  <a:pt x="16156" y="13886"/>
                  <a:pt x="16156" y="13886"/>
                  <a:pt x="16156" y="13886"/>
                </a:cubicBezTo>
                <a:cubicBezTo>
                  <a:pt x="16156" y="7971"/>
                  <a:pt x="16156" y="7971"/>
                  <a:pt x="16156" y="7971"/>
                </a:cubicBezTo>
                <a:cubicBezTo>
                  <a:pt x="19668" y="3086"/>
                  <a:pt x="19668" y="3086"/>
                  <a:pt x="19668" y="3086"/>
                </a:cubicBezTo>
                <a:cubicBezTo>
                  <a:pt x="20195" y="3086"/>
                  <a:pt x="20195" y="3086"/>
                  <a:pt x="20195" y="3086"/>
                </a:cubicBezTo>
                <a:lnTo>
                  <a:pt x="20195" y="18771"/>
                </a:lnTo>
                <a:close/>
                <a:moveTo>
                  <a:pt x="20195" y="18771"/>
                </a:moveTo>
                <a:cubicBezTo>
                  <a:pt x="20195" y="18771"/>
                  <a:pt x="20195" y="18771"/>
                  <a:pt x="20195" y="18771"/>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91" name="Shape">
            <a:extLst>
              <a:ext uri="{FF2B5EF4-FFF2-40B4-BE49-F238E27FC236}">
                <a16:creationId xmlns:a16="http://schemas.microsoft.com/office/drawing/2014/main" id="{F9CD0FC5-6964-0EBA-A02A-3C82292483CE}"/>
              </a:ext>
            </a:extLst>
          </p:cNvPr>
          <p:cNvSpPr/>
          <p:nvPr/>
        </p:nvSpPr>
        <p:spPr>
          <a:xfrm>
            <a:off x="9975493" y="2970327"/>
            <a:ext cx="518488" cy="367952"/>
          </a:xfrm>
          <a:custGeom>
            <a:avLst/>
            <a:gdLst/>
            <a:ahLst/>
            <a:cxnLst>
              <a:cxn ang="0">
                <a:pos x="wd2" y="hd2"/>
              </a:cxn>
              <a:cxn ang="5400000">
                <a:pos x="wd2" y="hd2"/>
              </a:cxn>
              <a:cxn ang="10800000">
                <a:pos x="wd2" y="hd2"/>
              </a:cxn>
              <a:cxn ang="16200000">
                <a:pos x="wd2" y="hd2"/>
              </a:cxn>
            </a:cxnLst>
            <a:rect l="0" t="0" r="r" b="b"/>
            <a:pathLst>
              <a:path w="21600" h="21600" extrusionOk="0">
                <a:moveTo>
                  <a:pt x="21073" y="5165"/>
                </a:moveTo>
                <a:cubicBezTo>
                  <a:pt x="17737" y="470"/>
                  <a:pt x="17737" y="470"/>
                  <a:pt x="17737" y="470"/>
                </a:cubicBezTo>
                <a:cubicBezTo>
                  <a:pt x="17561" y="235"/>
                  <a:pt x="17210" y="0"/>
                  <a:pt x="16859" y="0"/>
                </a:cubicBezTo>
                <a:cubicBezTo>
                  <a:pt x="4741" y="0"/>
                  <a:pt x="4741" y="0"/>
                  <a:pt x="4741" y="0"/>
                </a:cubicBezTo>
                <a:cubicBezTo>
                  <a:pt x="4390" y="0"/>
                  <a:pt x="4039" y="235"/>
                  <a:pt x="3863" y="470"/>
                </a:cubicBezTo>
                <a:cubicBezTo>
                  <a:pt x="351" y="5165"/>
                  <a:pt x="351" y="5165"/>
                  <a:pt x="351" y="5165"/>
                </a:cubicBezTo>
                <a:cubicBezTo>
                  <a:pt x="176" y="5400"/>
                  <a:pt x="0" y="5870"/>
                  <a:pt x="0" y="6339"/>
                </a:cubicBezTo>
                <a:cubicBezTo>
                  <a:pt x="0" y="6809"/>
                  <a:pt x="176" y="7278"/>
                  <a:pt x="351" y="7513"/>
                </a:cubicBezTo>
                <a:cubicBezTo>
                  <a:pt x="9834" y="21130"/>
                  <a:pt x="9834" y="21130"/>
                  <a:pt x="9834" y="21130"/>
                </a:cubicBezTo>
                <a:cubicBezTo>
                  <a:pt x="10010" y="21365"/>
                  <a:pt x="10361" y="21600"/>
                  <a:pt x="10712" y="21600"/>
                </a:cubicBezTo>
                <a:cubicBezTo>
                  <a:pt x="11239" y="21600"/>
                  <a:pt x="11590" y="21365"/>
                  <a:pt x="11766" y="21130"/>
                </a:cubicBezTo>
                <a:cubicBezTo>
                  <a:pt x="21249" y="7513"/>
                  <a:pt x="21249" y="7513"/>
                  <a:pt x="21249" y="7513"/>
                </a:cubicBezTo>
                <a:cubicBezTo>
                  <a:pt x="21424" y="7278"/>
                  <a:pt x="21600" y="6809"/>
                  <a:pt x="21600" y="6339"/>
                </a:cubicBezTo>
                <a:cubicBezTo>
                  <a:pt x="21600" y="5870"/>
                  <a:pt x="21424" y="5400"/>
                  <a:pt x="21073" y="5165"/>
                </a:cubicBezTo>
                <a:close/>
                <a:moveTo>
                  <a:pt x="16332" y="1878"/>
                </a:moveTo>
                <a:cubicBezTo>
                  <a:pt x="15102" y="3287"/>
                  <a:pt x="15102" y="3287"/>
                  <a:pt x="15102" y="3287"/>
                </a:cubicBezTo>
                <a:cubicBezTo>
                  <a:pt x="13873" y="1878"/>
                  <a:pt x="13873" y="1878"/>
                  <a:pt x="13873" y="1878"/>
                </a:cubicBezTo>
                <a:lnTo>
                  <a:pt x="16332" y="1878"/>
                </a:lnTo>
                <a:close/>
                <a:moveTo>
                  <a:pt x="16332" y="6339"/>
                </a:moveTo>
                <a:cubicBezTo>
                  <a:pt x="13346" y="6339"/>
                  <a:pt x="13346" y="6339"/>
                  <a:pt x="13346" y="6339"/>
                </a:cubicBezTo>
                <a:cubicBezTo>
                  <a:pt x="14927" y="4461"/>
                  <a:pt x="14927" y="4461"/>
                  <a:pt x="14927" y="4461"/>
                </a:cubicBezTo>
                <a:lnTo>
                  <a:pt x="16332" y="6339"/>
                </a:lnTo>
                <a:close/>
                <a:moveTo>
                  <a:pt x="14576" y="3757"/>
                </a:moveTo>
                <a:cubicBezTo>
                  <a:pt x="12820" y="5870"/>
                  <a:pt x="12820" y="5870"/>
                  <a:pt x="12820" y="5870"/>
                </a:cubicBezTo>
                <a:cubicBezTo>
                  <a:pt x="11239" y="3991"/>
                  <a:pt x="11239" y="3991"/>
                  <a:pt x="11239" y="3991"/>
                </a:cubicBezTo>
                <a:cubicBezTo>
                  <a:pt x="13171" y="2113"/>
                  <a:pt x="13171" y="2113"/>
                  <a:pt x="13171" y="2113"/>
                </a:cubicBezTo>
                <a:lnTo>
                  <a:pt x="14576" y="3757"/>
                </a:lnTo>
                <a:close/>
                <a:moveTo>
                  <a:pt x="12293" y="6339"/>
                </a:moveTo>
                <a:cubicBezTo>
                  <a:pt x="9307" y="6339"/>
                  <a:pt x="9307" y="6339"/>
                  <a:pt x="9307" y="6339"/>
                </a:cubicBezTo>
                <a:cubicBezTo>
                  <a:pt x="10712" y="4696"/>
                  <a:pt x="10712" y="4696"/>
                  <a:pt x="10712" y="4696"/>
                </a:cubicBezTo>
                <a:lnTo>
                  <a:pt x="12293" y="6339"/>
                </a:lnTo>
                <a:close/>
                <a:moveTo>
                  <a:pt x="12293" y="1878"/>
                </a:moveTo>
                <a:cubicBezTo>
                  <a:pt x="10712" y="3522"/>
                  <a:pt x="10712" y="3522"/>
                  <a:pt x="10712" y="3522"/>
                </a:cubicBezTo>
                <a:cubicBezTo>
                  <a:pt x="9307" y="1878"/>
                  <a:pt x="9307" y="1878"/>
                  <a:pt x="9307" y="1878"/>
                </a:cubicBezTo>
                <a:lnTo>
                  <a:pt x="12293" y="1878"/>
                </a:lnTo>
                <a:close/>
                <a:moveTo>
                  <a:pt x="10185" y="3991"/>
                </a:moveTo>
                <a:cubicBezTo>
                  <a:pt x="8780" y="5870"/>
                  <a:pt x="8780" y="5870"/>
                  <a:pt x="8780" y="5870"/>
                </a:cubicBezTo>
                <a:cubicBezTo>
                  <a:pt x="7024" y="3757"/>
                  <a:pt x="7024" y="3757"/>
                  <a:pt x="7024" y="3757"/>
                </a:cubicBezTo>
                <a:cubicBezTo>
                  <a:pt x="8429" y="2113"/>
                  <a:pt x="8429" y="2113"/>
                  <a:pt x="8429" y="2113"/>
                </a:cubicBezTo>
                <a:lnTo>
                  <a:pt x="10185" y="3991"/>
                </a:lnTo>
                <a:close/>
                <a:moveTo>
                  <a:pt x="8254" y="6339"/>
                </a:moveTo>
                <a:cubicBezTo>
                  <a:pt x="5268" y="6339"/>
                  <a:pt x="5268" y="6339"/>
                  <a:pt x="5268" y="6339"/>
                </a:cubicBezTo>
                <a:cubicBezTo>
                  <a:pt x="6498" y="4461"/>
                  <a:pt x="6498" y="4461"/>
                  <a:pt x="6498" y="4461"/>
                </a:cubicBezTo>
                <a:lnTo>
                  <a:pt x="8254" y="6339"/>
                </a:lnTo>
                <a:close/>
                <a:moveTo>
                  <a:pt x="7551" y="1878"/>
                </a:moveTo>
                <a:cubicBezTo>
                  <a:pt x="6498" y="3287"/>
                  <a:pt x="6498" y="3287"/>
                  <a:pt x="6498" y="3287"/>
                </a:cubicBezTo>
                <a:cubicBezTo>
                  <a:pt x="5268" y="1878"/>
                  <a:pt x="5268" y="1878"/>
                  <a:pt x="5268" y="1878"/>
                </a:cubicBezTo>
                <a:lnTo>
                  <a:pt x="7551" y="1878"/>
                </a:lnTo>
                <a:close/>
                <a:moveTo>
                  <a:pt x="4566" y="2113"/>
                </a:moveTo>
                <a:cubicBezTo>
                  <a:pt x="5971" y="3991"/>
                  <a:pt x="5971" y="3991"/>
                  <a:pt x="5971" y="3991"/>
                </a:cubicBezTo>
                <a:cubicBezTo>
                  <a:pt x="4215" y="6339"/>
                  <a:pt x="4215" y="6339"/>
                  <a:pt x="4215" y="6339"/>
                </a:cubicBezTo>
                <a:cubicBezTo>
                  <a:pt x="1405" y="6339"/>
                  <a:pt x="1405" y="6339"/>
                  <a:pt x="1405" y="6339"/>
                </a:cubicBezTo>
                <a:lnTo>
                  <a:pt x="4566" y="2113"/>
                </a:lnTo>
                <a:close/>
                <a:moveTo>
                  <a:pt x="1932" y="7278"/>
                </a:moveTo>
                <a:cubicBezTo>
                  <a:pt x="4390" y="7278"/>
                  <a:pt x="4390" y="7278"/>
                  <a:pt x="4390" y="7278"/>
                </a:cubicBezTo>
                <a:cubicBezTo>
                  <a:pt x="8605" y="16670"/>
                  <a:pt x="8605" y="16670"/>
                  <a:pt x="8605" y="16670"/>
                </a:cubicBezTo>
                <a:lnTo>
                  <a:pt x="1932" y="7278"/>
                </a:lnTo>
                <a:close/>
                <a:moveTo>
                  <a:pt x="5093" y="7278"/>
                </a:moveTo>
                <a:cubicBezTo>
                  <a:pt x="8429" y="7278"/>
                  <a:pt x="8429" y="7278"/>
                  <a:pt x="8429" y="7278"/>
                </a:cubicBezTo>
                <a:cubicBezTo>
                  <a:pt x="10010" y="18313"/>
                  <a:pt x="10010" y="18313"/>
                  <a:pt x="10010" y="18313"/>
                </a:cubicBezTo>
                <a:lnTo>
                  <a:pt x="5093" y="7278"/>
                </a:lnTo>
                <a:close/>
                <a:moveTo>
                  <a:pt x="9132" y="7278"/>
                </a:moveTo>
                <a:cubicBezTo>
                  <a:pt x="12468" y="7278"/>
                  <a:pt x="12468" y="7278"/>
                  <a:pt x="12468" y="7278"/>
                </a:cubicBezTo>
                <a:cubicBezTo>
                  <a:pt x="10712" y="18548"/>
                  <a:pt x="10712" y="18548"/>
                  <a:pt x="10712" y="18548"/>
                </a:cubicBezTo>
                <a:lnTo>
                  <a:pt x="9132" y="7278"/>
                </a:lnTo>
                <a:close/>
                <a:moveTo>
                  <a:pt x="11415" y="18313"/>
                </a:moveTo>
                <a:cubicBezTo>
                  <a:pt x="13171" y="7278"/>
                  <a:pt x="13171" y="7278"/>
                  <a:pt x="13171" y="7278"/>
                </a:cubicBezTo>
                <a:cubicBezTo>
                  <a:pt x="16507" y="7278"/>
                  <a:pt x="16507" y="7278"/>
                  <a:pt x="16507" y="7278"/>
                </a:cubicBezTo>
                <a:lnTo>
                  <a:pt x="11415" y="18313"/>
                </a:lnTo>
                <a:close/>
                <a:moveTo>
                  <a:pt x="12995" y="16670"/>
                </a:moveTo>
                <a:cubicBezTo>
                  <a:pt x="17210" y="7278"/>
                  <a:pt x="17210" y="7278"/>
                  <a:pt x="17210" y="7278"/>
                </a:cubicBezTo>
                <a:cubicBezTo>
                  <a:pt x="19668" y="7278"/>
                  <a:pt x="19668" y="7278"/>
                  <a:pt x="19668" y="7278"/>
                </a:cubicBezTo>
                <a:lnTo>
                  <a:pt x="12995" y="16670"/>
                </a:lnTo>
                <a:close/>
                <a:moveTo>
                  <a:pt x="17385" y="6339"/>
                </a:moveTo>
                <a:cubicBezTo>
                  <a:pt x="15454" y="3991"/>
                  <a:pt x="15454" y="3991"/>
                  <a:pt x="15454" y="3991"/>
                </a:cubicBezTo>
                <a:cubicBezTo>
                  <a:pt x="17034" y="2113"/>
                  <a:pt x="17034" y="2113"/>
                  <a:pt x="17034" y="2113"/>
                </a:cubicBezTo>
                <a:cubicBezTo>
                  <a:pt x="20195" y="6339"/>
                  <a:pt x="20195" y="6339"/>
                  <a:pt x="20195" y="6339"/>
                </a:cubicBezTo>
                <a:lnTo>
                  <a:pt x="17385" y="6339"/>
                </a:lnTo>
                <a:close/>
                <a:moveTo>
                  <a:pt x="17385" y="6339"/>
                </a:moveTo>
                <a:cubicBezTo>
                  <a:pt x="17385" y="6339"/>
                  <a:pt x="17385" y="6339"/>
                  <a:pt x="17385" y="6339"/>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grpSp>
        <p:nvGrpSpPr>
          <p:cNvPr id="192" name="Group">
            <a:extLst>
              <a:ext uri="{FF2B5EF4-FFF2-40B4-BE49-F238E27FC236}">
                <a16:creationId xmlns:a16="http://schemas.microsoft.com/office/drawing/2014/main" id="{358C97C9-0934-1A23-B287-70AA3BA392BA}"/>
              </a:ext>
            </a:extLst>
          </p:cNvPr>
          <p:cNvGrpSpPr/>
          <p:nvPr/>
        </p:nvGrpSpPr>
        <p:grpSpPr>
          <a:xfrm>
            <a:off x="10924065" y="2908715"/>
            <a:ext cx="517676" cy="489749"/>
            <a:chOff x="0" y="0"/>
            <a:chExt cx="1065128" cy="1070576"/>
          </a:xfrm>
          <a:solidFill>
            <a:schemeClr val="tx1"/>
          </a:solidFill>
        </p:grpSpPr>
        <p:sp>
          <p:nvSpPr>
            <p:cNvPr id="193" name="Shape">
              <a:extLst>
                <a:ext uri="{FF2B5EF4-FFF2-40B4-BE49-F238E27FC236}">
                  <a16:creationId xmlns:a16="http://schemas.microsoft.com/office/drawing/2014/main" id="{94F7BC17-6329-C314-8E29-0A0DF744F5AD}"/>
                </a:ext>
              </a:extLst>
            </p:cNvPr>
            <p:cNvSpPr/>
            <p:nvPr/>
          </p:nvSpPr>
          <p:spPr>
            <a:xfrm>
              <a:off x="0" y="94323"/>
              <a:ext cx="970805" cy="976254"/>
            </a:xfrm>
            <a:custGeom>
              <a:avLst/>
              <a:gdLst/>
              <a:ahLst/>
              <a:cxnLst>
                <a:cxn ang="0">
                  <a:pos x="wd2" y="hd2"/>
                </a:cxn>
                <a:cxn ang="5400000">
                  <a:pos x="wd2" y="hd2"/>
                </a:cxn>
                <a:cxn ang="10800000">
                  <a:pos x="wd2" y="hd2"/>
                </a:cxn>
                <a:cxn ang="16200000">
                  <a:pos x="wd2" y="hd2"/>
                </a:cxn>
              </a:cxnLst>
              <a:rect l="0" t="0" r="r" b="b"/>
              <a:pathLst>
                <a:path w="21479" h="21600" extrusionOk="0">
                  <a:moveTo>
                    <a:pt x="15308" y="579"/>
                  </a:moveTo>
                  <a:cubicBezTo>
                    <a:pt x="14922" y="193"/>
                    <a:pt x="14536" y="0"/>
                    <a:pt x="13958" y="0"/>
                  </a:cubicBezTo>
                  <a:cubicBezTo>
                    <a:pt x="13572" y="0"/>
                    <a:pt x="12993" y="193"/>
                    <a:pt x="12608" y="579"/>
                  </a:cubicBezTo>
                  <a:cubicBezTo>
                    <a:pt x="11643" y="1736"/>
                    <a:pt x="11643" y="1736"/>
                    <a:pt x="11643" y="1736"/>
                  </a:cubicBezTo>
                  <a:cubicBezTo>
                    <a:pt x="11258" y="1929"/>
                    <a:pt x="11065" y="2507"/>
                    <a:pt x="11065" y="2893"/>
                  </a:cubicBezTo>
                  <a:cubicBezTo>
                    <a:pt x="11065" y="3279"/>
                    <a:pt x="11258" y="3664"/>
                    <a:pt x="11450" y="3857"/>
                  </a:cubicBezTo>
                  <a:cubicBezTo>
                    <a:pt x="1422" y="7907"/>
                    <a:pt x="1422" y="7907"/>
                    <a:pt x="1422" y="7907"/>
                  </a:cubicBezTo>
                  <a:cubicBezTo>
                    <a:pt x="650" y="8293"/>
                    <a:pt x="265" y="8871"/>
                    <a:pt x="72" y="9643"/>
                  </a:cubicBezTo>
                  <a:cubicBezTo>
                    <a:pt x="-121" y="10221"/>
                    <a:pt x="72" y="10993"/>
                    <a:pt x="650" y="11571"/>
                  </a:cubicBezTo>
                  <a:cubicBezTo>
                    <a:pt x="10100" y="20829"/>
                    <a:pt x="10100" y="20829"/>
                    <a:pt x="10100" y="20829"/>
                  </a:cubicBezTo>
                  <a:cubicBezTo>
                    <a:pt x="10486" y="21214"/>
                    <a:pt x="11065" y="21600"/>
                    <a:pt x="11643" y="21600"/>
                  </a:cubicBezTo>
                  <a:cubicBezTo>
                    <a:pt x="11643" y="21600"/>
                    <a:pt x="11643" y="21600"/>
                    <a:pt x="11643" y="21600"/>
                  </a:cubicBezTo>
                  <a:cubicBezTo>
                    <a:pt x="11836" y="21600"/>
                    <a:pt x="12029" y="21600"/>
                    <a:pt x="12029" y="21407"/>
                  </a:cubicBezTo>
                  <a:cubicBezTo>
                    <a:pt x="12800" y="21407"/>
                    <a:pt x="13379" y="20829"/>
                    <a:pt x="13765" y="20057"/>
                  </a:cubicBezTo>
                  <a:cubicBezTo>
                    <a:pt x="17622" y="10221"/>
                    <a:pt x="17622" y="10221"/>
                    <a:pt x="17622" y="10221"/>
                  </a:cubicBezTo>
                  <a:cubicBezTo>
                    <a:pt x="18008" y="10414"/>
                    <a:pt x="18200" y="10607"/>
                    <a:pt x="18586" y="10607"/>
                  </a:cubicBezTo>
                  <a:cubicBezTo>
                    <a:pt x="19165" y="10607"/>
                    <a:pt x="19550" y="10414"/>
                    <a:pt x="19936" y="10029"/>
                  </a:cubicBezTo>
                  <a:cubicBezTo>
                    <a:pt x="21093" y="8871"/>
                    <a:pt x="21093" y="8871"/>
                    <a:pt x="21093" y="8871"/>
                  </a:cubicBezTo>
                  <a:cubicBezTo>
                    <a:pt x="21286" y="8679"/>
                    <a:pt x="21479" y="8100"/>
                    <a:pt x="21479" y="7714"/>
                  </a:cubicBezTo>
                  <a:cubicBezTo>
                    <a:pt x="21479" y="7136"/>
                    <a:pt x="21286" y="6750"/>
                    <a:pt x="21093" y="6364"/>
                  </a:cubicBezTo>
                  <a:lnTo>
                    <a:pt x="15308" y="579"/>
                  </a:lnTo>
                  <a:close/>
                  <a:moveTo>
                    <a:pt x="12415" y="19671"/>
                  </a:moveTo>
                  <a:cubicBezTo>
                    <a:pt x="12222" y="19864"/>
                    <a:pt x="12029" y="20057"/>
                    <a:pt x="11836" y="20057"/>
                  </a:cubicBezTo>
                  <a:cubicBezTo>
                    <a:pt x="11643" y="20057"/>
                    <a:pt x="11643" y="20057"/>
                    <a:pt x="11643" y="20057"/>
                  </a:cubicBezTo>
                  <a:cubicBezTo>
                    <a:pt x="11450" y="20057"/>
                    <a:pt x="11258" y="20057"/>
                    <a:pt x="11065" y="19864"/>
                  </a:cubicBezTo>
                  <a:cubicBezTo>
                    <a:pt x="1615" y="10607"/>
                    <a:pt x="1615" y="10607"/>
                    <a:pt x="1615" y="10607"/>
                  </a:cubicBezTo>
                  <a:cubicBezTo>
                    <a:pt x="1615" y="10414"/>
                    <a:pt x="1422" y="10029"/>
                    <a:pt x="1422" y="9836"/>
                  </a:cubicBezTo>
                  <a:cubicBezTo>
                    <a:pt x="1615" y="9643"/>
                    <a:pt x="1615" y="9450"/>
                    <a:pt x="2000" y="9257"/>
                  </a:cubicBezTo>
                  <a:cubicBezTo>
                    <a:pt x="6436" y="7521"/>
                    <a:pt x="6436" y="7521"/>
                    <a:pt x="6436" y="7521"/>
                  </a:cubicBezTo>
                  <a:cubicBezTo>
                    <a:pt x="9715" y="8486"/>
                    <a:pt x="12800" y="7521"/>
                    <a:pt x="15886" y="10800"/>
                  </a:cubicBezTo>
                  <a:lnTo>
                    <a:pt x="12415" y="19671"/>
                  </a:lnTo>
                  <a:close/>
                  <a:moveTo>
                    <a:pt x="19936" y="7907"/>
                  </a:moveTo>
                  <a:cubicBezTo>
                    <a:pt x="18972" y="8871"/>
                    <a:pt x="18972" y="8871"/>
                    <a:pt x="18972" y="8871"/>
                  </a:cubicBezTo>
                  <a:cubicBezTo>
                    <a:pt x="18779" y="9064"/>
                    <a:pt x="18586" y="9064"/>
                    <a:pt x="18393" y="8871"/>
                  </a:cubicBezTo>
                  <a:cubicBezTo>
                    <a:pt x="17043" y="7714"/>
                    <a:pt x="17043" y="7714"/>
                    <a:pt x="17043" y="7714"/>
                  </a:cubicBezTo>
                  <a:cubicBezTo>
                    <a:pt x="16079" y="10221"/>
                    <a:pt x="16079" y="10221"/>
                    <a:pt x="16079" y="10221"/>
                  </a:cubicBezTo>
                  <a:cubicBezTo>
                    <a:pt x="16079" y="10029"/>
                    <a:pt x="16079" y="10029"/>
                    <a:pt x="16079" y="10029"/>
                  </a:cubicBezTo>
                  <a:cubicBezTo>
                    <a:pt x="13958" y="7907"/>
                    <a:pt x="11643" y="7521"/>
                    <a:pt x="9522" y="7329"/>
                  </a:cubicBezTo>
                  <a:cubicBezTo>
                    <a:pt x="8943" y="7329"/>
                    <a:pt x="8365" y="7136"/>
                    <a:pt x="7593" y="6943"/>
                  </a:cubicBezTo>
                  <a:cubicBezTo>
                    <a:pt x="13958" y="4436"/>
                    <a:pt x="13958" y="4436"/>
                    <a:pt x="13958" y="4436"/>
                  </a:cubicBezTo>
                  <a:cubicBezTo>
                    <a:pt x="12608" y="3279"/>
                    <a:pt x="12608" y="3279"/>
                    <a:pt x="12608" y="3279"/>
                  </a:cubicBezTo>
                  <a:cubicBezTo>
                    <a:pt x="12608" y="3086"/>
                    <a:pt x="12608" y="2893"/>
                    <a:pt x="12608" y="2700"/>
                  </a:cubicBezTo>
                  <a:cubicBezTo>
                    <a:pt x="13765" y="1736"/>
                    <a:pt x="13765" y="1736"/>
                    <a:pt x="13765" y="1736"/>
                  </a:cubicBezTo>
                  <a:cubicBezTo>
                    <a:pt x="13958" y="1543"/>
                    <a:pt x="14150" y="1543"/>
                    <a:pt x="14343" y="1736"/>
                  </a:cubicBezTo>
                  <a:cubicBezTo>
                    <a:pt x="19936" y="7329"/>
                    <a:pt x="19936" y="7329"/>
                    <a:pt x="19936" y="7329"/>
                  </a:cubicBezTo>
                  <a:cubicBezTo>
                    <a:pt x="20129" y="7521"/>
                    <a:pt x="20129" y="7714"/>
                    <a:pt x="19936" y="7907"/>
                  </a:cubicBezTo>
                  <a:close/>
                  <a:moveTo>
                    <a:pt x="19936" y="7907"/>
                  </a:moveTo>
                  <a:cubicBezTo>
                    <a:pt x="19936" y="7907"/>
                    <a:pt x="19936" y="7907"/>
                    <a:pt x="19936" y="7907"/>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94" name="Shape">
              <a:extLst>
                <a:ext uri="{FF2B5EF4-FFF2-40B4-BE49-F238E27FC236}">
                  <a16:creationId xmlns:a16="http://schemas.microsoft.com/office/drawing/2014/main" id="{5AD9798B-E6FB-B593-17FE-957A57CEAECE}"/>
                </a:ext>
              </a:extLst>
            </p:cNvPr>
            <p:cNvSpPr/>
            <p:nvPr/>
          </p:nvSpPr>
          <p:spPr>
            <a:xfrm>
              <a:off x="466170" y="528213"/>
              <a:ext cx="165069" cy="169783"/>
            </a:xfrm>
            <a:custGeom>
              <a:avLst/>
              <a:gdLst/>
              <a:ahLst/>
              <a:cxnLst>
                <a:cxn ang="0">
                  <a:pos x="wd2" y="hd2"/>
                </a:cxn>
                <a:cxn ang="5400000">
                  <a:pos x="wd2" y="hd2"/>
                </a:cxn>
                <a:cxn ang="10800000">
                  <a:pos x="wd2" y="hd2"/>
                </a:cxn>
                <a:cxn ang="16200000">
                  <a:pos x="wd2" y="hd2"/>
                </a:cxn>
              </a:cxnLst>
              <a:rect l="0" t="0" r="r" b="b"/>
              <a:pathLst>
                <a:path w="21600" h="21600" extrusionOk="0">
                  <a:moveTo>
                    <a:pt x="11368" y="21600"/>
                  </a:moveTo>
                  <a:cubicBezTo>
                    <a:pt x="17053" y="21600"/>
                    <a:pt x="21600" y="17053"/>
                    <a:pt x="21600" y="11368"/>
                  </a:cubicBezTo>
                  <a:cubicBezTo>
                    <a:pt x="21600" y="5684"/>
                    <a:pt x="17053" y="0"/>
                    <a:pt x="11368" y="0"/>
                  </a:cubicBezTo>
                  <a:cubicBezTo>
                    <a:pt x="5684" y="0"/>
                    <a:pt x="0" y="5684"/>
                    <a:pt x="0" y="11368"/>
                  </a:cubicBezTo>
                  <a:cubicBezTo>
                    <a:pt x="0" y="17053"/>
                    <a:pt x="5684" y="21600"/>
                    <a:pt x="11368" y="21600"/>
                  </a:cubicBezTo>
                  <a:close/>
                  <a:moveTo>
                    <a:pt x="11368" y="4547"/>
                  </a:moveTo>
                  <a:cubicBezTo>
                    <a:pt x="14779" y="4547"/>
                    <a:pt x="18189" y="7958"/>
                    <a:pt x="18189" y="11368"/>
                  </a:cubicBezTo>
                  <a:cubicBezTo>
                    <a:pt x="18189" y="14779"/>
                    <a:pt x="14779" y="18189"/>
                    <a:pt x="11368" y="18189"/>
                  </a:cubicBezTo>
                  <a:cubicBezTo>
                    <a:pt x="7958" y="18189"/>
                    <a:pt x="4547" y="14779"/>
                    <a:pt x="4547" y="11368"/>
                  </a:cubicBezTo>
                  <a:cubicBezTo>
                    <a:pt x="4547" y="7958"/>
                    <a:pt x="7958" y="4547"/>
                    <a:pt x="11368" y="4547"/>
                  </a:cubicBezTo>
                  <a:close/>
                  <a:moveTo>
                    <a:pt x="11368" y="4547"/>
                  </a:moveTo>
                  <a:cubicBezTo>
                    <a:pt x="11368" y="4547"/>
                    <a:pt x="11368" y="4547"/>
                    <a:pt x="11368" y="4547"/>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95" name="Shape">
              <a:extLst>
                <a:ext uri="{FF2B5EF4-FFF2-40B4-BE49-F238E27FC236}">
                  <a16:creationId xmlns:a16="http://schemas.microsoft.com/office/drawing/2014/main" id="{9B116BA1-5296-F863-4A7C-92719009D5D4}"/>
                </a:ext>
              </a:extLst>
            </p:cNvPr>
            <p:cNvSpPr/>
            <p:nvPr/>
          </p:nvSpPr>
          <p:spPr>
            <a:xfrm>
              <a:off x="900060" y="0"/>
              <a:ext cx="165069" cy="165069"/>
            </a:xfrm>
            <a:custGeom>
              <a:avLst/>
              <a:gdLst/>
              <a:ahLst/>
              <a:cxnLst>
                <a:cxn ang="0">
                  <a:pos x="wd2" y="hd2"/>
                </a:cxn>
                <a:cxn ang="5400000">
                  <a:pos x="wd2" y="hd2"/>
                </a:cxn>
                <a:cxn ang="10800000">
                  <a:pos x="wd2" y="hd2"/>
                </a:cxn>
                <a:cxn ang="16200000">
                  <a:pos x="wd2" y="hd2"/>
                </a:cxn>
              </a:cxnLst>
              <a:rect l="0" t="0" r="r" b="b"/>
              <a:pathLst>
                <a:path w="21600" h="21600" extrusionOk="0">
                  <a:moveTo>
                    <a:pt x="11368" y="0"/>
                  </a:moveTo>
                  <a:cubicBezTo>
                    <a:pt x="4547" y="0"/>
                    <a:pt x="0" y="4547"/>
                    <a:pt x="0" y="10232"/>
                  </a:cubicBezTo>
                  <a:cubicBezTo>
                    <a:pt x="0" y="17053"/>
                    <a:pt x="4547" y="21600"/>
                    <a:pt x="11368" y="21600"/>
                  </a:cubicBezTo>
                  <a:cubicBezTo>
                    <a:pt x="17053" y="21600"/>
                    <a:pt x="21600" y="17053"/>
                    <a:pt x="21600" y="10232"/>
                  </a:cubicBezTo>
                  <a:cubicBezTo>
                    <a:pt x="21600" y="4547"/>
                    <a:pt x="17053" y="0"/>
                    <a:pt x="11368" y="0"/>
                  </a:cubicBezTo>
                  <a:close/>
                  <a:moveTo>
                    <a:pt x="11368" y="17053"/>
                  </a:moveTo>
                  <a:cubicBezTo>
                    <a:pt x="7958" y="17053"/>
                    <a:pt x="4547" y="14779"/>
                    <a:pt x="4547" y="10232"/>
                  </a:cubicBezTo>
                  <a:cubicBezTo>
                    <a:pt x="4547" y="6821"/>
                    <a:pt x="7958" y="4547"/>
                    <a:pt x="11368" y="4547"/>
                  </a:cubicBezTo>
                  <a:cubicBezTo>
                    <a:pt x="14779" y="4547"/>
                    <a:pt x="18189" y="6821"/>
                    <a:pt x="18189" y="10232"/>
                  </a:cubicBezTo>
                  <a:cubicBezTo>
                    <a:pt x="18189" y="14779"/>
                    <a:pt x="14779" y="17053"/>
                    <a:pt x="11368" y="17053"/>
                  </a:cubicBezTo>
                  <a:close/>
                  <a:moveTo>
                    <a:pt x="11368" y="17053"/>
                  </a:moveTo>
                  <a:cubicBezTo>
                    <a:pt x="11368" y="17053"/>
                    <a:pt x="11368" y="17053"/>
                    <a:pt x="11368" y="17053"/>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96" name="Shape">
              <a:extLst>
                <a:ext uri="{FF2B5EF4-FFF2-40B4-BE49-F238E27FC236}">
                  <a16:creationId xmlns:a16="http://schemas.microsoft.com/office/drawing/2014/main" id="{5180DE8C-5A1A-0C25-57B7-AA99448EBD4F}"/>
                </a:ext>
              </a:extLst>
            </p:cNvPr>
            <p:cNvSpPr/>
            <p:nvPr/>
          </p:nvSpPr>
          <p:spPr>
            <a:xfrm>
              <a:off x="268091" y="495201"/>
              <a:ext cx="136771" cy="141486"/>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200"/>
                    <a:pt x="5400" y="21600"/>
                    <a:pt x="10800" y="21600"/>
                  </a:cubicBezTo>
                  <a:cubicBezTo>
                    <a:pt x="16200" y="21600"/>
                    <a:pt x="21600" y="16200"/>
                    <a:pt x="21600" y="10800"/>
                  </a:cubicBezTo>
                  <a:cubicBezTo>
                    <a:pt x="21600" y="5400"/>
                    <a:pt x="16200" y="0"/>
                    <a:pt x="10800" y="0"/>
                  </a:cubicBezTo>
                  <a:cubicBezTo>
                    <a:pt x="5400" y="0"/>
                    <a:pt x="0" y="5400"/>
                    <a:pt x="0" y="10800"/>
                  </a:cubicBezTo>
                  <a:close/>
                  <a:moveTo>
                    <a:pt x="10800" y="5400"/>
                  </a:moveTo>
                  <a:cubicBezTo>
                    <a:pt x="13500" y="5400"/>
                    <a:pt x="16200" y="8100"/>
                    <a:pt x="16200" y="10800"/>
                  </a:cubicBezTo>
                  <a:cubicBezTo>
                    <a:pt x="16200" y="13500"/>
                    <a:pt x="13500" y="16200"/>
                    <a:pt x="10800" y="16200"/>
                  </a:cubicBezTo>
                  <a:cubicBezTo>
                    <a:pt x="8100" y="16200"/>
                    <a:pt x="5400" y="13500"/>
                    <a:pt x="5400" y="10800"/>
                  </a:cubicBezTo>
                  <a:cubicBezTo>
                    <a:pt x="5400" y="8100"/>
                    <a:pt x="8100" y="5400"/>
                    <a:pt x="10800" y="5400"/>
                  </a:cubicBezTo>
                  <a:close/>
                  <a:moveTo>
                    <a:pt x="10800" y="5400"/>
                  </a:moveTo>
                  <a:cubicBezTo>
                    <a:pt x="10800" y="5400"/>
                    <a:pt x="10800" y="5400"/>
                    <a:pt x="10800" y="540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97" name="Shape">
              <a:extLst>
                <a:ext uri="{FF2B5EF4-FFF2-40B4-BE49-F238E27FC236}">
                  <a16:creationId xmlns:a16="http://schemas.microsoft.com/office/drawing/2014/main" id="{9AA9C698-3A06-6B75-5281-BF1D45828B8A}"/>
                </a:ext>
              </a:extLst>
            </p:cNvPr>
            <p:cNvSpPr/>
            <p:nvPr/>
          </p:nvSpPr>
          <p:spPr>
            <a:xfrm>
              <a:off x="404858" y="731010"/>
              <a:ext cx="61313" cy="70745"/>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200"/>
                    <a:pt x="18514" y="21600"/>
                    <a:pt x="9257" y="21600"/>
                  </a:cubicBezTo>
                  <a:cubicBezTo>
                    <a:pt x="3086" y="21600"/>
                    <a:pt x="0" y="16200"/>
                    <a:pt x="0" y="10800"/>
                  </a:cubicBezTo>
                  <a:cubicBezTo>
                    <a:pt x="0" y="5400"/>
                    <a:pt x="3086" y="0"/>
                    <a:pt x="9257" y="0"/>
                  </a:cubicBezTo>
                  <a:cubicBezTo>
                    <a:pt x="18514" y="0"/>
                    <a:pt x="21600" y="5400"/>
                    <a:pt x="21600" y="10800"/>
                  </a:cubicBezTo>
                  <a:close/>
                  <a:moveTo>
                    <a:pt x="21600" y="10800"/>
                  </a:moveTo>
                  <a:cubicBezTo>
                    <a:pt x="21600" y="10800"/>
                    <a:pt x="21600" y="10800"/>
                    <a:pt x="21600" y="1080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198" name="Shape">
              <a:extLst>
                <a:ext uri="{FF2B5EF4-FFF2-40B4-BE49-F238E27FC236}">
                  <a16:creationId xmlns:a16="http://schemas.microsoft.com/office/drawing/2014/main" id="{FEAE7D1D-EDD3-CB41-B526-0E7448125815}"/>
                </a:ext>
              </a:extLst>
            </p:cNvPr>
            <p:cNvSpPr/>
            <p:nvPr/>
          </p:nvSpPr>
          <p:spPr>
            <a:xfrm>
              <a:off x="933072" y="235809"/>
              <a:ext cx="70745" cy="61313"/>
            </a:xfrm>
            <a:custGeom>
              <a:avLst/>
              <a:gdLst/>
              <a:ahLst/>
              <a:cxnLst>
                <a:cxn ang="0">
                  <a:pos x="wd2" y="hd2"/>
                </a:cxn>
                <a:cxn ang="5400000">
                  <a:pos x="wd2" y="hd2"/>
                </a:cxn>
                <a:cxn ang="10800000">
                  <a:pos x="wd2" y="hd2"/>
                </a:cxn>
                <a:cxn ang="16200000">
                  <a:pos x="wd2" y="hd2"/>
                </a:cxn>
              </a:cxnLst>
              <a:rect l="0" t="0" r="r" b="b"/>
              <a:pathLst>
                <a:path w="21600" h="21600" extrusionOk="0">
                  <a:moveTo>
                    <a:pt x="21600" y="12343"/>
                  </a:moveTo>
                  <a:cubicBezTo>
                    <a:pt x="21600" y="18514"/>
                    <a:pt x="16200" y="21600"/>
                    <a:pt x="10800" y="21600"/>
                  </a:cubicBezTo>
                  <a:cubicBezTo>
                    <a:pt x="5400" y="21600"/>
                    <a:pt x="0" y="18514"/>
                    <a:pt x="0" y="12343"/>
                  </a:cubicBezTo>
                  <a:cubicBezTo>
                    <a:pt x="0" y="3086"/>
                    <a:pt x="5400" y="0"/>
                    <a:pt x="10800" y="0"/>
                  </a:cubicBezTo>
                  <a:cubicBezTo>
                    <a:pt x="16200" y="0"/>
                    <a:pt x="21600" y="3086"/>
                    <a:pt x="21600" y="12343"/>
                  </a:cubicBezTo>
                  <a:close/>
                  <a:moveTo>
                    <a:pt x="21600" y="12343"/>
                  </a:moveTo>
                  <a:cubicBezTo>
                    <a:pt x="21600" y="12343"/>
                    <a:pt x="21600" y="12343"/>
                    <a:pt x="21600" y="12343"/>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grpSp>
      <p:grpSp>
        <p:nvGrpSpPr>
          <p:cNvPr id="199" name="Group">
            <a:extLst>
              <a:ext uri="{FF2B5EF4-FFF2-40B4-BE49-F238E27FC236}">
                <a16:creationId xmlns:a16="http://schemas.microsoft.com/office/drawing/2014/main" id="{D941BCDC-8B45-645A-4044-FF0F3ACBD935}"/>
              </a:ext>
            </a:extLst>
          </p:cNvPr>
          <p:cNvGrpSpPr/>
          <p:nvPr/>
        </p:nvGrpSpPr>
        <p:grpSpPr>
          <a:xfrm>
            <a:off x="10926004" y="5290565"/>
            <a:ext cx="520324" cy="489749"/>
            <a:chOff x="0" y="0"/>
            <a:chExt cx="1070576" cy="1070576"/>
          </a:xfrm>
          <a:solidFill>
            <a:schemeClr val="tx1"/>
          </a:solidFill>
        </p:grpSpPr>
        <p:sp>
          <p:nvSpPr>
            <p:cNvPr id="200" name="Shape">
              <a:extLst>
                <a:ext uri="{FF2B5EF4-FFF2-40B4-BE49-F238E27FC236}">
                  <a16:creationId xmlns:a16="http://schemas.microsoft.com/office/drawing/2014/main" id="{5CB00780-370F-CA1F-8F49-0064CFFDD5FF}"/>
                </a:ext>
              </a:extLst>
            </p:cNvPr>
            <p:cNvSpPr/>
            <p:nvPr/>
          </p:nvSpPr>
          <p:spPr>
            <a:xfrm>
              <a:off x="-1" y="-1"/>
              <a:ext cx="1070578" cy="1070578"/>
            </a:xfrm>
            <a:custGeom>
              <a:avLst/>
              <a:gdLst/>
              <a:ahLst/>
              <a:cxnLst>
                <a:cxn ang="0">
                  <a:pos x="wd2" y="hd2"/>
                </a:cxn>
                <a:cxn ang="5400000">
                  <a:pos x="wd2" y="hd2"/>
                </a:cxn>
                <a:cxn ang="10800000">
                  <a:pos x="wd2" y="hd2"/>
                </a:cxn>
                <a:cxn ang="16200000">
                  <a:pos x="wd2" y="hd2"/>
                </a:cxn>
              </a:cxnLst>
              <a:rect l="0" t="0" r="r" b="b"/>
              <a:pathLst>
                <a:path w="21600" h="21600" extrusionOk="0">
                  <a:moveTo>
                    <a:pt x="19668" y="7024"/>
                  </a:moveTo>
                  <a:cubicBezTo>
                    <a:pt x="18790" y="6849"/>
                    <a:pt x="16859" y="6849"/>
                    <a:pt x="14049" y="6673"/>
                  </a:cubicBezTo>
                  <a:cubicBezTo>
                    <a:pt x="14049" y="6146"/>
                    <a:pt x="14224" y="5620"/>
                    <a:pt x="14224" y="4566"/>
                  </a:cubicBezTo>
                  <a:cubicBezTo>
                    <a:pt x="14224" y="2107"/>
                    <a:pt x="12468" y="0"/>
                    <a:pt x="10888" y="0"/>
                  </a:cubicBezTo>
                  <a:cubicBezTo>
                    <a:pt x="9659" y="0"/>
                    <a:pt x="8780" y="878"/>
                    <a:pt x="8780" y="1932"/>
                  </a:cubicBezTo>
                  <a:cubicBezTo>
                    <a:pt x="8780" y="3337"/>
                    <a:pt x="8429" y="5620"/>
                    <a:pt x="6146" y="6849"/>
                  </a:cubicBezTo>
                  <a:cubicBezTo>
                    <a:pt x="5971" y="7024"/>
                    <a:pt x="5444" y="7200"/>
                    <a:pt x="5444" y="7200"/>
                  </a:cubicBezTo>
                  <a:cubicBezTo>
                    <a:pt x="5444" y="7200"/>
                    <a:pt x="5444" y="7200"/>
                    <a:pt x="5444" y="7200"/>
                  </a:cubicBezTo>
                  <a:cubicBezTo>
                    <a:pt x="5093" y="7024"/>
                    <a:pt x="4566" y="6673"/>
                    <a:pt x="4039" y="6673"/>
                  </a:cubicBezTo>
                  <a:cubicBezTo>
                    <a:pt x="2107" y="6673"/>
                    <a:pt x="2107" y="6673"/>
                    <a:pt x="2107" y="6673"/>
                  </a:cubicBezTo>
                  <a:cubicBezTo>
                    <a:pt x="1054" y="6673"/>
                    <a:pt x="0" y="7551"/>
                    <a:pt x="0" y="8780"/>
                  </a:cubicBezTo>
                  <a:cubicBezTo>
                    <a:pt x="0" y="19493"/>
                    <a:pt x="0" y="19493"/>
                    <a:pt x="0" y="19493"/>
                  </a:cubicBezTo>
                  <a:cubicBezTo>
                    <a:pt x="0" y="20722"/>
                    <a:pt x="1054" y="21600"/>
                    <a:pt x="2107" y="21600"/>
                  </a:cubicBezTo>
                  <a:cubicBezTo>
                    <a:pt x="4039" y="21600"/>
                    <a:pt x="4039" y="21600"/>
                    <a:pt x="4039" y="21600"/>
                  </a:cubicBezTo>
                  <a:cubicBezTo>
                    <a:pt x="4917" y="21600"/>
                    <a:pt x="5620" y="21073"/>
                    <a:pt x="5971" y="20371"/>
                  </a:cubicBezTo>
                  <a:cubicBezTo>
                    <a:pt x="5971" y="20371"/>
                    <a:pt x="5971" y="20371"/>
                    <a:pt x="5971" y="20371"/>
                  </a:cubicBezTo>
                  <a:cubicBezTo>
                    <a:pt x="5971" y="20371"/>
                    <a:pt x="5971" y="20371"/>
                    <a:pt x="6146" y="20371"/>
                  </a:cubicBezTo>
                  <a:cubicBezTo>
                    <a:pt x="6146" y="20371"/>
                    <a:pt x="6146" y="20371"/>
                    <a:pt x="6146" y="20371"/>
                  </a:cubicBezTo>
                  <a:cubicBezTo>
                    <a:pt x="6498" y="20546"/>
                    <a:pt x="7200" y="20722"/>
                    <a:pt x="8780" y="21073"/>
                  </a:cubicBezTo>
                  <a:cubicBezTo>
                    <a:pt x="9132" y="21249"/>
                    <a:pt x="11063" y="21600"/>
                    <a:pt x="12820" y="21600"/>
                  </a:cubicBezTo>
                  <a:cubicBezTo>
                    <a:pt x="16507" y="21600"/>
                    <a:pt x="16507" y="21600"/>
                    <a:pt x="16507" y="21600"/>
                  </a:cubicBezTo>
                  <a:cubicBezTo>
                    <a:pt x="17737" y="21600"/>
                    <a:pt x="18439" y="21073"/>
                    <a:pt x="18966" y="20195"/>
                  </a:cubicBezTo>
                  <a:cubicBezTo>
                    <a:pt x="18966" y="20195"/>
                    <a:pt x="19141" y="20020"/>
                    <a:pt x="19317" y="19493"/>
                  </a:cubicBezTo>
                  <a:cubicBezTo>
                    <a:pt x="19317" y="19141"/>
                    <a:pt x="19317" y="18790"/>
                    <a:pt x="19317" y="18263"/>
                  </a:cubicBezTo>
                  <a:cubicBezTo>
                    <a:pt x="20020" y="17912"/>
                    <a:pt x="20195" y="17034"/>
                    <a:pt x="20371" y="16683"/>
                  </a:cubicBezTo>
                  <a:cubicBezTo>
                    <a:pt x="20722" y="15805"/>
                    <a:pt x="20546" y="15278"/>
                    <a:pt x="20371" y="14751"/>
                  </a:cubicBezTo>
                  <a:cubicBezTo>
                    <a:pt x="20722" y="14400"/>
                    <a:pt x="21073" y="13873"/>
                    <a:pt x="21249" y="12820"/>
                  </a:cubicBezTo>
                  <a:cubicBezTo>
                    <a:pt x="21424" y="12293"/>
                    <a:pt x="21249" y="11766"/>
                    <a:pt x="21073" y="11239"/>
                  </a:cubicBezTo>
                  <a:cubicBezTo>
                    <a:pt x="21424" y="10888"/>
                    <a:pt x="21600" y="10361"/>
                    <a:pt x="21600" y="9834"/>
                  </a:cubicBezTo>
                  <a:cubicBezTo>
                    <a:pt x="21600" y="9659"/>
                    <a:pt x="21600" y="9659"/>
                    <a:pt x="21600" y="9659"/>
                  </a:cubicBezTo>
                  <a:cubicBezTo>
                    <a:pt x="21600" y="9659"/>
                    <a:pt x="21600" y="9483"/>
                    <a:pt x="21600" y="9307"/>
                  </a:cubicBezTo>
                  <a:cubicBezTo>
                    <a:pt x="21600" y="8429"/>
                    <a:pt x="21073" y="7376"/>
                    <a:pt x="19668" y="7024"/>
                  </a:cubicBezTo>
                  <a:close/>
                  <a:moveTo>
                    <a:pt x="4741" y="19493"/>
                  </a:moveTo>
                  <a:cubicBezTo>
                    <a:pt x="4741" y="19844"/>
                    <a:pt x="4566" y="20195"/>
                    <a:pt x="4039" y="20195"/>
                  </a:cubicBezTo>
                  <a:cubicBezTo>
                    <a:pt x="2107" y="20195"/>
                    <a:pt x="2107" y="20195"/>
                    <a:pt x="2107" y="20195"/>
                  </a:cubicBezTo>
                  <a:cubicBezTo>
                    <a:pt x="1756" y="20195"/>
                    <a:pt x="1405" y="19844"/>
                    <a:pt x="1405" y="19493"/>
                  </a:cubicBezTo>
                  <a:cubicBezTo>
                    <a:pt x="1405" y="8780"/>
                    <a:pt x="1405" y="8780"/>
                    <a:pt x="1405" y="8780"/>
                  </a:cubicBezTo>
                  <a:cubicBezTo>
                    <a:pt x="1405" y="8429"/>
                    <a:pt x="1756" y="8078"/>
                    <a:pt x="2107" y="8078"/>
                  </a:cubicBezTo>
                  <a:cubicBezTo>
                    <a:pt x="4039" y="8078"/>
                    <a:pt x="4039" y="8078"/>
                    <a:pt x="4039" y="8078"/>
                  </a:cubicBezTo>
                  <a:cubicBezTo>
                    <a:pt x="4566" y="8078"/>
                    <a:pt x="4741" y="8429"/>
                    <a:pt x="4741" y="8780"/>
                  </a:cubicBezTo>
                  <a:lnTo>
                    <a:pt x="4741" y="19493"/>
                  </a:lnTo>
                  <a:close/>
                  <a:moveTo>
                    <a:pt x="20195" y="9834"/>
                  </a:moveTo>
                  <a:cubicBezTo>
                    <a:pt x="20195" y="10185"/>
                    <a:pt x="20020" y="10712"/>
                    <a:pt x="18966" y="10712"/>
                  </a:cubicBezTo>
                  <a:cubicBezTo>
                    <a:pt x="17561" y="10712"/>
                    <a:pt x="17561" y="10712"/>
                    <a:pt x="17561" y="10712"/>
                  </a:cubicBezTo>
                  <a:cubicBezTo>
                    <a:pt x="17385" y="10712"/>
                    <a:pt x="17210" y="10888"/>
                    <a:pt x="17210" y="11063"/>
                  </a:cubicBezTo>
                  <a:cubicBezTo>
                    <a:pt x="17210" y="11239"/>
                    <a:pt x="17385" y="11415"/>
                    <a:pt x="17561" y="11415"/>
                  </a:cubicBezTo>
                  <a:cubicBezTo>
                    <a:pt x="18966" y="11415"/>
                    <a:pt x="18966" y="11415"/>
                    <a:pt x="18966" y="11415"/>
                  </a:cubicBezTo>
                  <a:cubicBezTo>
                    <a:pt x="19844" y="11415"/>
                    <a:pt x="20020" y="12293"/>
                    <a:pt x="20020" y="12644"/>
                  </a:cubicBezTo>
                  <a:cubicBezTo>
                    <a:pt x="19844" y="13171"/>
                    <a:pt x="19668" y="14224"/>
                    <a:pt x="18439" y="14224"/>
                  </a:cubicBezTo>
                  <a:cubicBezTo>
                    <a:pt x="16859" y="14224"/>
                    <a:pt x="16859" y="14224"/>
                    <a:pt x="16859" y="14224"/>
                  </a:cubicBezTo>
                  <a:cubicBezTo>
                    <a:pt x="16683" y="14224"/>
                    <a:pt x="16507" y="14224"/>
                    <a:pt x="16507" y="14400"/>
                  </a:cubicBezTo>
                  <a:cubicBezTo>
                    <a:pt x="16507" y="14576"/>
                    <a:pt x="16683" y="14751"/>
                    <a:pt x="16859" y="14751"/>
                  </a:cubicBezTo>
                  <a:cubicBezTo>
                    <a:pt x="18263" y="14751"/>
                    <a:pt x="18263" y="14751"/>
                    <a:pt x="18263" y="14751"/>
                  </a:cubicBezTo>
                  <a:cubicBezTo>
                    <a:pt x="19317" y="14751"/>
                    <a:pt x="19317" y="15629"/>
                    <a:pt x="19141" y="16156"/>
                  </a:cubicBezTo>
                  <a:cubicBezTo>
                    <a:pt x="18966" y="16859"/>
                    <a:pt x="18790" y="17561"/>
                    <a:pt x="17385" y="17561"/>
                  </a:cubicBezTo>
                  <a:cubicBezTo>
                    <a:pt x="16156" y="17561"/>
                    <a:pt x="16156" y="17561"/>
                    <a:pt x="16156" y="17561"/>
                  </a:cubicBezTo>
                  <a:cubicBezTo>
                    <a:pt x="15980" y="17561"/>
                    <a:pt x="15805" y="17737"/>
                    <a:pt x="15805" y="17912"/>
                  </a:cubicBezTo>
                  <a:cubicBezTo>
                    <a:pt x="15805" y="18088"/>
                    <a:pt x="15980" y="18263"/>
                    <a:pt x="16156" y="18263"/>
                  </a:cubicBezTo>
                  <a:cubicBezTo>
                    <a:pt x="17210" y="18263"/>
                    <a:pt x="17210" y="18263"/>
                    <a:pt x="17210" y="18263"/>
                  </a:cubicBezTo>
                  <a:cubicBezTo>
                    <a:pt x="18088" y="18263"/>
                    <a:pt x="18088" y="18966"/>
                    <a:pt x="17912" y="19141"/>
                  </a:cubicBezTo>
                  <a:cubicBezTo>
                    <a:pt x="17912" y="19317"/>
                    <a:pt x="17737" y="19668"/>
                    <a:pt x="17737" y="19668"/>
                  </a:cubicBezTo>
                  <a:cubicBezTo>
                    <a:pt x="17561" y="20020"/>
                    <a:pt x="17210" y="20195"/>
                    <a:pt x="16507" y="20195"/>
                  </a:cubicBezTo>
                  <a:cubicBezTo>
                    <a:pt x="12820" y="20195"/>
                    <a:pt x="12820" y="20195"/>
                    <a:pt x="12820" y="20195"/>
                  </a:cubicBezTo>
                  <a:cubicBezTo>
                    <a:pt x="11063" y="20195"/>
                    <a:pt x="9132" y="19844"/>
                    <a:pt x="9132" y="19844"/>
                  </a:cubicBezTo>
                  <a:cubicBezTo>
                    <a:pt x="6322" y="19141"/>
                    <a:pt x="6146" y="19141"/>
                    <a:pt x="5971" y="18966"/>
                  </a:cubicBezTo>
                  <a:cubicBezTo>
                    <a:pt x="5971" y="18966"/>
                    <a:pt x="5444" y="18966"/>
                    <a:pt x="5444" y="18439"/>
                  </a:cubicBezTo>
                  <a:cubicBezTo>
                    <a:pt x="5444" y="9132"/>
                    <a:pt x="5444" y="9132"/>
                    <a:pt x="5444" y="9132"/>
                  </a:cubicBezTo>
                  <a:cubicBezTo>
                    <a:pt x="5444" y="8780"/>
                    <a:pt x="5620" y="8605"/>
                    <a:pt x="5971" y="8429"/>
                  </a:cubicBezTo>
                  <a:cubicBezTo>
                    <a:pt x="5971" y="8429"/>
                    <a:pt x="6146" y="8429"/>
                    <a:pt x="6146" y="8429"/>
                  </a:cubicBezTo>
                  <a:cubicBezTo>
                    <a:pt x="9132" y="7024"/>
                    <a:pt x="10185" y="4390"/>
                    <a:pt x="10185" y="1932"/>
                  </a:cubicBezTo>
                  <a:cubicBezTo>
                    <a:pt x="10185" y="1756"/>
                    <a:pt x="10361" y="1405"/>
                    <a:pt x="10888" y="1405"/>
                  </a:cubicBezTo>
                  <a:cubicBezTo>
                    <a:pt x="11590" y="1405"/>
                    <a:pt x="12820" y="2810"/>
                    <a:pt x="12820" y="4566"/>
                  </a:cubicBezTo>
                  <a:cubicBezTo>
                    <a:pt x="12820" y="6146"/>
                    <a:pt x="12820" y="6498"/>
                    <a:pt x="12117" y="8078"/>
                  </a:cubicBezTo>
                  <a:cubicBezTo>
                    <a:pt x="18966" y="8078"/>
                    <a:pt x="18790" y="8254"/>
                    <a:pt x="19493" y="8254"/>
                  </a:cubicBezTo>
                  <a:cubicBezTo>
                    <a:pt x="20195" y="8605"/>
                    <a:pt x="20195" y="9132"/>
                    <a:pt x="20195" y="9307"/>
                  </a:cubicBezTo>
                  <a:cubicBezTo>
                    <a:pt x="20195" y="9659"/>
                    <a:pt x="20195" y="9483"/>
                    <a:pt x="20195" y="9834"/>
                  </a:cubicBezTo>
                  <a:close/>
                  <a:moveTo>
                    <a:pt x="20195" y="9834"/>
                  </a:moveTo>
                  <a:cubicBezTo>
                    <a:pt x="20195" y="9834"/>
                    <a:pt x="20195" y="9834"/>
                    <a:pt x="20195" y="9834"/>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01" name="Shape">
              <a:extLst>
                <a:ext uri="{FF2B5EF4-FFF2-40B4-BE49-F238E27FC236}">
                  <a16:creationId xmlns:a16="http://schemas.microsoft.com/office/drawing/2014/main" id="{A2D5DBDA-A141-2B31-EB8E-02F155C4D177}"/>
                </a:ext>
              </a:extLst>
            </p:cNvPr>
            <p:cNvSpPr/>
            <p:nvPr/>
          </p:nvSpPr>
          <p:spPr>
            <a:xfrm>
              <a:off x="103756" y="872493"/>
              <a:ext cx="99042" cy="94324"/>
            </a:xfrm>
            <a:custGeom>
              <a:avLst/>
              <a:gdLst/>
              <a:ahLst/>
              <a:cxnLst>
                <a:cxn ang="0">
                  <a:pos x="wd2" y="hd2"/>
                </a:cxn>
                <a:cxn ang="5400000">
                  <a:pos x="wd2" y="hd2"/>
                </a:cxn>
                <a:cxn ang="10800000">
                  <a:pos x="wd2" y="hd2"/>
                </a:cxn>
                <a:cxn ang="16200000">
                  <a:pos x="wd2" y="hd2"/>
                </a:cxn>
              </a:cxnLst>
              <a:rect l="0" t="0" r="r" b="b"/>
              <a:pathLst>
                <a:path w="21600" h="21600" extrusionOk="0">
                  <a:moveTo>
                    <a:pt x="11782" y="0"/>
                  </a:moveTo>
                  <a:cubicBezTo>
                    <a:pt x="3927" y="0"/>
                    <a:pt x="0" y="3927"/>
                    <a:pt x="0" y="9818"/>
                  </a:cubicBezTo>
                  <a:cubicBezTo>
                    <a:pt x="0" y="17673"/>
                    <a:pt x="3927" y="21600"/>
                    <a:pt x="11782" y="21600"/>
                  </a:cubicBezTo>
                  <a:cubicBezTo>
                    <a:pt x="17673" y="21600"/>
                    <a:pt x="21600" y="17673"/>
                    <a:pt x="21600" y="9818"/>
                  </a:cubicBezTo>
                  <a:cubicBezTo>
                    <a:pt x="21600" y="3927"/>
                    <a:pt x="17673" y="0"/>
                    <a:pt x="11782" y="0"/>
                  </a:cubicBezTo>
                  <a:close/>
                  <a:moveTo>
                    <a:pt x="11782" y="13745"/>
                  </a:moveTo>
                  <a:cubicBezTo>
                    <a:pt x="9818" y="13745"/>
                    <a:pt x="7855" y="11782"/>
                    <a:pt x="7855" y="9818"/>
                  </a:cubicBezTo>
                  <a:cubicBezTo>
                    <a:pt x="7855" y="7855"/>
                    <a:pt x="9818" y="7855"/>
                    <a:pt x="11782" y="7855"/>
                  </a:cubicBezTo>
                  <a:cubicBezTo>
                    <a:pt x="13745" y="7855"/>
                    <a:pt x="15709" y="7855"/>
                    <a:pt x="15709" y="9818"/>
                  </a:cubicBezTo>
                  <a:cubicBezTo>
                    <a:pt x="15709" y="11782"/>
                    <a:pt x="13745" y="13745"/>
                    <a:pt x="11782" y="13745"/>
                  </a:cubicBezTo>
                  <a:close/>
                  <a:moveTo>
                    <a:pt x="11782" y="13745"/>
                  </a:moveTo>
                  <a:cubicBezTo>
                    <a:pt x="11782" y="13745"/>
                    <a:pt x="11782" y="13745"/>
                    <a:pt x="11782" y="13745"/>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grpSp>
      <p:sp>
        <p:nvSpPr>
          <p:cNvPr id="202" name="Shape">
            <a:extLst>
              <a:ext uri="{FF2B5EF4-FFF2-40B4-BE49-F238E27FC236}">
                <a16:creationId xmlns:a16="http://schemas.microsoft.com/office/drawing/2014/main" id="{7AACB6FC-2C59-02D2-62A1-7AFEE0F30B0A}"/>
              </a:ext>
            </a:extLst>
          </p:cNvPr>
          <p:cNvSpPr/>
          <p:nvPr/>
        </p:nvSpPr>
        <p:spPr>
          <a:xfrm>
            <a:off x="6953098" y="5286484"/>
            <a:ext cx="518430" cy="491893"/>
          </a:xfrm>
          <a:custGeom>
            <a:avLst/>
            <a:gdLst/>
            <a:ahLst/>
            <a:cxnLst>
              <a:cxn ang="0">
                <a:pos x="wd2" y="hd2"/>
              </a:cxn>
              <a:cxn ang="5400000">
                <a:pos x="wd2" y="hd2"/>
              </a:cxn>
              <a:cxn ang="10800000">
                <a:pos x="wd2" y="hd2"/>
              </a:cxn>
              <a:cxn ang="16200000">
                <a:pos x="wd2" y="hd2"/>
              </a:cxn>
            </a:cxnLst>
            <a:rect l="0" t="0" r="r" b="b"/>
            <a:pathLst>
              <a:path w="21512" h="21600" extrusionOk="0">
                <a:moveTo>
                  <a:pt x="20985" y="351"/>
                </a:moveTo>
                <a:cubicBezTo>
                  <a:pt x="20810" y="176"/>
                  <a:pt x="20458" y="0"/>
                  <a:pt x="20107" y="0"/>
                </a:cubicBezTo>
                <a:cubicBezTo>
                  <a:pt x="19932" y="0"/>
                  <a:pt x="19932" y="0"/>
                  <a:pt x="19932" y="0"/>
                </a:cubicBezTo>
                <a:cubicBezTo>
                  <a:pt x="8517" y="2107"/>
                  <a:pt x="8517" y="2107"/>
                  <a:pt x="8517" y="2107"/>
                </a:cubicBezTo>
                <a:cubicBezTo>
                  <a:pt x="7814" y="2107"/>
                  <a:pt x="7463" y="2634"/>
                  <a:pt x="7463" y="3337"/>
                </a:cubicBezTo>
                <a:cubicBezTo>
                  <a:pt x="7463" y="14927"/>
                  <a:pt x="7463" y="14927"/>
                  <a:pt x="7463" y="14927"/>
                </a:cubicBezTo>
                <a:cubicBezTo>
                  <a:pt x="6761" y="14400"/>
                  <a:pt x="5883" y="14224"/>
                  <a:pt x="4829" y="14224"/>
                </a:cubicBezTo>
                <a:cubicBezTo>
                  <a:pt x="4302" y="14224"/>
                  <a:pt x="3775" y="14224"/>
                  <a:pt x="3073" y="14400"/>
                </a:cubicBezTo>
                <a:cubicBezTo>
                  <a:pt x="1844" y="14927"/>
                  <a:pt x="790" y="15629"/>
                  <a:pt x="263" y="16859"/>
                </a:cubicBezTo>
                <a:cubicBezTo>
                  <a:pt x="-88" y="17561"/>
                  <a:pt x="-88" y="18439"/>
                  <a:pt x="263" y="19317"/>
                </a:cubicBezTo>
                <a:cubicBezTo>
                  <a:pt x="614" y="20722"/>
                  <a:pt x="2195" y="21600"/>
                  <a:pt x="3951" y="21600"/>
                </a:cubicBezTo>
                <a:cubicBezTo>
                  <a:pt x="4478" y="21600"/>
                  <a:pt x="5005" y="21424"/>
                  <a:pt x="5532" y="21249"/>
                </a:cubicBezTo>
                <a:cubicBezTo>
                  <a:pt x="6936" y="20898"/>
                  <a:pt x="7814" y="20020"/>
                  <a:pt x="8341" y="18966"/>
                </a:cubicBezTo>
                <a:cubicBezTo>
                  <a:pt x="8692" y="18439"/>
                  <a:pt x="8692" y="17912"/>
                  <a:pt x="8692" y="17561"/>
                </a:cubicBezTo>
                <a:cubicBezTo>
                  <a:pt x="8692" y="17561"/>
                  <a:pt x="8692" y="17561"/>
                  <a:pt x="8692" y="17561"/>
                </a:cubicBezTo>
                <a:cubicBezTo>
                  <a:pt x="8692" y="6673"/>
                  <a:pt x="8692" y="6673"/>
                  <a:pt x="8692" y="6673"/>
                </a:cubicBezTo>
                <a:cubicBezTo>
                  <a:pt x="9044" y="6673"/>
                  <a:pt x="9044" y="6673"/>
                  <a:pt x="9044" y="6673"/>
                </a:cubicBezTo>
                <a:cubicBezTo>
                  <a:pt x="20107" y="4741"/>
                  <a:pt x="20107" y="4741"/>
                  <a:pt x="20107" y="4741"/>
                </a:cubicBezTo>
                <a:cubicBezTo>
                  <a:pt x="20107" y="12995"/>
                  <a:pt x="20107" y="12995"/>
                  <a:pt x="20107" y="12995"/>
                </a:cubicBezTo>
                <a:cubicBezTo>
                  <a:pt x="19580" y="12468"/>
                  <a:pt x="18702" y="12117"/>
                  <a:pt x="17649" y="12117"/>
                </a:cubicBezTo>
                <a:cubicBezTo>
                  <a:pt x="17122" y="12117"/>
                  <a:pt x="16419" y="12293"/>
                  <a:pt x="15892" y="12468"/>
                </a:cubicBezTo>
                <a:cubicBezTo>
                  <a:pt x="14663" y="12820"/>
                  <a:pt x="13610" y="13698"/>
                  <a:pt x="13083" y="14751"/>
                </a:cubicBezTo>
                <a:cubicBezTo>
                  <a:pt x="12732" y="15629"/>
                  <a:pt x="12732" y="16507"/>
                  <a:pt x="12907" y="17210"/>
                </a:cubicBezTo>
                <a:cubicBezTo>
                  <a:pt x="13434" y="18615"/>
                  <a:pt x="15014" y="19493"/>
                  <a:pt x="16771" y="19493"/>
                </a:cubicBezTo>
                <a:cubicBezTo>
                  <a:pt x="17297" y="19493"/>
                  <a:pt x="17824" y="19493"/>
                  <a:pt x="18351" y="19317"/>
                </a:cubicBezTo>
                <a:cubicBezTo>
                  <a:pt x="19580" y="18790"/>
                  <a:pt x="20634" y="17912"/>
                  <a:pt x="21161" y="16859"/>
                </a:cubicBezTo>
                <a:cubicBezTo>
                  <a:pt x="21336" y="16507"/>
                  <a:pt x="21512" y="15980"/>
                  <a:pt x="21512" y="15454"/>
                </a:cubicBezTo>
                <a:cubicBezTo>
                  <a:pt x="21512" y="15454"/>
                  <a:pt x="21512" y="15454"/>
                  <a:pt x="21512" y="15454"/>
                </a:cubicBezTo>
                <a:cubicBezTo>
                  <a:pt x="21512" y="1405"/>
                  <a:pt x="21512" y="1405"/>
                  <a:pt x="21512" y="1405"/>
                </a:cubicBezTo>
                <a:cubicBezTo>
                  <a:pt x="21512" y="878"/>
                  <a:pt x="21336" y="527"/>
                  <a:pt x="20985" y="351"/>
                </a:cubicBezTo>
                <a:close/>
                <a:moveTo>
                  <a:pt x="5180" y="20020"/>
                </a:moveTo>
                <a:cubicBezTo>
                  <a:pt x="3600" y="20546"/>
                  <a:pt x="1844" y="20020"/>
                  <a:pt x="1492" y="18790"/>
                </a:cubicBezTo>
                <a:cubicBezTo>
                  <a:pt x="966" y="17561"/>
                  <a:pt x="2019" y="16332"/>
                  <a:pt x="3600" y="15629"/>
                </a:cubicBezTo>
                <a:cubicBezTo>
                  <a:pt x="5180" y="15102"/>
                  <a:pt x="6761" y="15629"/>
                  <a:pt x="7288" y="16859"/>
                </a:cubicBezTo>
                <a:cubicBezTo>
                  <a:pt x="7639" y="18088"/>
                  <a:pt x="6761" y="19493"/>
                  <a:pt x="5180" y="20020"/>
                </a:cubicBezTo>
                <a:close/>
                <a:moveTo>
                  <a:pt x="20107" y="3337"/>
                </a:moveTo>
                <a:cubicBezTo>
                  <a:pt x="8692" y="5444"/>
                  <a:pt x="8692" y="5444"/>
                  <a:pt x="8692" y="5444"/>
                </a:cubicBezTo>
                <a:cubicBezTo>
                  <a:pt x="8692" y="3337"/>
                  <a:pt x="8692" y="3337"/>
                  <a:pt x="8692" y="3337"/>
                </a:cubicBezTo>
                <a:cubicBezTo>
                  <a:pt x="20107" y="1405"/>
                  <a:pt x="20107" y="1405"/>
                  <a:pt x="20107" y="1405"/>
                </a:cubicBezTo>
                <a:lnTo>
                  <a:pt x="20107" y="3337"/>
                </a:lnTo>
                <a:close/>
                <a:moveTo>
                  <a:pt x="18000" y="17912"/>
                </a:moveTo>
                <a:cubicBezTo>
                  <a:pt x="16244" y="18439"/>
                  <a:pt x="14663" y="17912"/>
                  <a:pt x="14136" y="16859"/>
                </a:cubicBezTo>
                <a:cubicBezTo>
                  <a:pt x="13785" y="15629"/>
                  <a:pt x="14663" y="14224"/>
                  <a:pt x="16244" y="13698"/>
                </a:cubicBezTo>
                <a:cubicBezTo>
                  <a:pt x="18000" y="13171"/>
                  <a:pt x="19580" y="13698"/>
                  <a:pt x="20107" y="14927"/>
                </a:cubicBezTo>
                <a:cubicBezTo>
                  <a:pt x="20458" y="15980"/>
                  <a:pt x="19580" y="17385"/>
                  <a:pt x="18000" y="17912"/>
                </a:cubicBezTo>
                <a:close/>
                <a:moveTo>
                  <a:pt x="18000" y="17912"/>
                </a:moveTo>
                <a:cubicBezTo>
                  <a:pt x="18000" y="17912"/>
                  <a:pt x="18000" y="17912"/>
                  <a:pt x="18000" y="17912"/>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grpSp>
        <p:nvGrpSpPr>
          <p:cNvPr id="203" name="Group">
            <a:extLst>
              <a:ext uri="{FF2B5EF4-FFF2-40B4-BE49-F238E27FC236}">
                <a16:creationId xmlns:a16="http://schemas.microsoft.com/office/drawing/2014/main" id="{81B5D880-C6D4-E43A-C56D-2D67B645FF37}"/>
              </a:ext>
            </a:extLst>
          </p:cNvPr>
          <p:cNvGrpSpPr/>
          <p:nvPr/>
        </p:nvGrpSpPr>
        <p:grpSpPr>
          <a:xfrm>
            <a:off x="3326314" y="5290565"/>
            <a:ext cx="520324" cy="489749"/>
            <a:chOff x="0" y="0"/>
            <a:chExt cx="1070576" cy="1070576"/>
          </a:xfrm>
          <a:solidFill>
            <a:schemeClr val="tx1"/>
          </a:solidFill>
        </p:grpSpPr>
        <p:sp>
          <p:nvSpPr>
            <p:cNvPr id="204" name="Shape">
              <a:extLst>
                <a:ext uri="{FF2B5EF4-FFF2-40B4-BE49-F238E27FC236}">
                  <a16:creationId xmlns:a16="http://schemas.microsoft.com/office/drawing/2014/main" id="{E4743EDA-E4EB-9386-432B-807E763ACA1F}"/>
                </a:ext>
              </a:extLst>
            </p:cNvPr>
            <p:cNvSpPr/>
            <p:nvPr/>
          </p:nvSpPr>
          <p:spPr>
            <a:xfrm>
              <a:off x="-1" y="-1"/>
              <a:ext cx="330135" cy="1070578"/>
            </a:xfrm>
            <a:custGeom>
              <a:avLst/>
              <a:gdLst/>
              <a:ahLst/>
              <a:cxnLst>
                <a:cxn ang="0">
                  <a:pos x="wd2" y="hd2"/>
                </a:cxn>
                <a:cxn ang="5400000">
                  <a:pos x="wd2" y="hd2"/>
                </a:cxn>
                <a:cxn ang="10800000">
                  <a:pos x="wd2" y="hd2"/>
                </a:cxn>
                <a:cxn ang="16200000">
                  <a:pos x="wd2" y="hd2"/>
                </a:cxn>
              </a:cxnLst>
              <a:rect l="0" t="0" r="r" b="b"/>
              <a:pathLst>
                <a:path w="21600" h="21600" extrusionOk="0">
                  <a:moveTo>
                    <a:pt x="17621" y="4039"/>
                  </a:moveTo>
                  <a:cubicBezTo>
                    <a:pt x="17621" y="1932"/>
                    <a:pt x="17621" y="1932"/>
                    <a:pt x="17621" y="1932"/>
                  </a:cubicBezTo>
                  <a:cubicBezTo>
                    <a:pt x="17621" y="878"/>
                    <a:pt x="14211" y="0"/>
                    <a:pt x="10800" y="0"/>
                  </a:cubicBezTo>
                  <a:cubicBezTo>
                    <a:pt x="7389" y="0"/>
                    <a:pt x="4547" y="878"/>
                    <a:pt x="4547" y="1932"/>
                  </a:cubicBezTo>
                  <a:cubicBezTo>
                    <a:pt x="4547" y="4039"/>
                    <a:pt x="4547" y="4039"/>
                    <a:pt x="4547" y="4039"/>
                  </a:cubicBezTo>
                  <a:cubicBezTo>
                    <a:pt x="1705" y="4741"/>
                    <a:pt x="0" y="5620"/>
                    <a:pt x="0" y="6673"/>
                  </a:cubicBezTo>
                  <a:cubicBezTo>
                    <a:pt x="0" y="7902"/>
                    <a:pt x="1705" y="8780"/>
                    <a:pt x="4547" y="9483"/>
                  </a:cubicBezTo>
                  <a:cubicBezTo>
                    <a:pt x="4547" y="19493"/>
                    <a:pt x="4547" y="19493"/>
                    <a:pt x="4547" y="19493"/>
                  </a:cubicBezTo>
                  <a:cubicBezTo>
                    <a:pt x="4547" y="20722"/>
                    <a:pt x="7389" y="21600"/>
                    <a:pt x="10800" y="21600"/>
                  </a:cubicBezTo>
                  <a:cubicBezTo>
                    <a:pt x="14211" y="21600"/>
                    <a:pt x="17621" y="20722"/>
                    <a:pt x="17621" y="19493"/>
                  </a:cubicBezTo>
                  <a:cubicBezTo>
                    <a:pt x="17621" y="9483"/>
                    <a:pt x="17621" y="9483"/>
                    <a:pt x="17621" y="9483"/>
                  </a:cubicBezTo>
                  <a:cubicBezTo>
                    <a:pt x="19895" y="8780"/>
                    <a:pt x="21600" y="7902"/>
                    <a:pt x="21600" y="6673"/>
                  </a:cubicBezTo>
                  <a:cubicBezTo>
                    <a:pt x="21600" y="5620"/>
                    <a:pt x="19895" y="4741"/>
                    <a:pt x="17621" y="4039"/>
                  </a:cubicBezTo>
                  <a:close/>
                  <a:moveTo>
                    <a:pt x="8526" y="1932"/>
                  </a:moveTo>
                  <a:cubicBezTo>
                    <a:pt x="8526" y="1580"/>
                    <a:pt x="9663" y="1405"/>
                    <a:pt x="10800" y="1405"/>
                  </a:cubicBezTo>
                  <a:cubicBezTo>
                    <a:pt x="11937" y="1405"/>
                    <a:pt x="13074" y="1580"/>
                    <a:pt x="13074" y="1932"/>
                  </a:cubicBezTo>
                  <a:cubicBezTo>
                    <a:pt x="13074" y="3512"/>
                    <a:pt x="13074" y="3512"/>
                    <a:pt x="13074" y="3512"/>
                  </a:cubicBezTo>
                  <a:cubicBezTo>
                    <a:pt x="12505" y="3337"/>
                    <a:pt x="11368" y="3337"/>
                    <a:pt x="10800" y="3337"/>
                  </a:cubicBezTo>
                  <a:cubicBezTo>
                    <a:pt x="10232" y="3337"/>
                    <a:pt x="9663" y="3337"/>
                    <a:pt x="8526" y="3512"/>
                  </a:cubicBezTo>
                  <a:lnTo>
                    <a:pt x="8526" y="1932"/>
                  </a:lnTo>
                  <a:close/>
                  <a:moveTo>
                    <a:pt x="13074" y="19493"/>
                  </a:moveTo>
                  <a:cubicBezTo>
                    <a:pt x="13074" y="19844"/>
                    <a:pt x="11937" y="20195"/>
                    <a:pt x="10800" y="20195"/>
                  </a:cubicBezTo>
                  <a:cubicBezTo>
                    <a:pt x="9663" y="20195"/>
                    <a:pt x="8526" y="19844"/>
                    <a:pt x="8526" y="19493"/>
                  </a:cubicBezTo>
                  <a:cubicBezTo>
                    <a:pt x="8526" y="10010"/>
                    <a:pt x="8526" y="10010"/>
                    <a:pt x="8526" y="10010"/>
                  </a:cubicBezTo>
                  <a:cubicBezTo>
                    <a:pt x="9663" y="10010"/>
                    <a:pt x="10232" y="10185"/>
                    <a:pt x="10800" y="10185"/>
                  </a:cubicBezTo>
                  <a:cubicBezTo>
                    <a:pt x="11368" y="10185"/>
                    <a:pt x="12505" y="10010"/>
                    <a:pt x="13074" y="10010"/>
                  </a:cubicBezTo>
                  <a:lnTo>
                    <a:pt x="13074" y="19493"/>
                  </a:lnTo>
                  <a:close/>
                  <a:moveTo>
                    <a:pt x="17053" y="7376"/>
                  </a:moveTo>
                  <a:cubicBezTo>
                    <a:pt x="17053" y="7376"/>
                    <a:pt x="17053" y="7376"/>
                    <a:pt x="17053" y="7376"/>
                  </a:cubicBezTo>
                  <a:cubicBezTo>
                    <a:pt x="17053" y="7551"/>
                    <a:pt x="16484" y="7727"/>
                    <a:pt x="15916" y="7902"/>
                  </a:cubicBezTo>
                  <a:cubicBezTo>
                    <a:pt x="15916" y="7902"/>
                    <a:pt x="15916" y="7902"/>
                    <a:pt x="15916" y="7902"/>
                  </a:cubicBezTo>
                  <a:cubicBezTo>
                    <a:pt x="15916" y="8078"/>
                    <a:pt x="15347" y="8254"/>
                    <a:pt x="14779" y="8254"/>
                  </a:cubicBezTo>
                  <a:cubicBezTo>
                    <a:pt x="14779" y="8254"/>
                    <a:pt x="14779" y="8254"/>
                    <a:pt x="14779" y="8254"/>
                  </a:cubicBezTo>
                  <a:cubicBezTo>
                    <a:pt x="14211" y="8429"/>
                    <a:pt x="13642" y="8605"/>
                    <a:pt x="13074" y="8605"/>
                  </a:cubicBezTo>
                  <a:cubicBezTo>
                    <a:pt x="12505" y="8780"/>
                    <a:pt x="11368" y="8780"/>
                    <a:pt x="10800" y="8780"/>
                  </a:cubicBezTo>
                  <a:cubicBezTo>
                    <a:pt x="10232" y="8780"/>
                    <a:pt x="9095" y="8780"/>
                    <a:pt x="8526" y="8605"/>
                  </a:cubicBezTo>
                  <a:cubicBezTo>
                    <a:pt x="7958" y="8605"/>
                    <a:pt x="7389" y="8429"/>
                    <a:pt x="6821" y="8254"/>
                  </a:cubicBezTo>
                  <a:cubicBezTo>
                    <a:pt x="6821" y="8254"/>
                    <a:pt x="6821" y="8254"/>
                    <a:pt x="6821" y="8254"/>
                  </a:cubicBezTo>
                  <a:cubicBezTo>
                    <a:pt x="6253" y="8254"/>
                    <a:pt x="5684" y="8078"/>
                    <a:pt x="5684" y="7902"/>
                  </a:cubicBezTo>
                  <a:cubicBezTo>
                    <a:pt x="5684" y="7902"/>
                    <a:pt x="5684" y="7902"/>
                    <a:pt x="5684" y="7902"/>
                  </a:cubicBezTo>
                  <a:cubicBezTo>
                    <a:pt x="5116" y="7727"/>
                    <a:pt x="5116" y="7551"/>
                    <a:pt x="4547" y="7376"/>
                  </a:cubicBezTo>
                  <a:cubicBezTo>
                    <a:pt x="4547" y="7376"/>
                    <a:pt x="4547" y="7376"/>
                    <a:pt x="4547" y="7376"/>
                  </a:cubicBezTo>
                  <a:cubicBezTo>
                    <a:pt x="4547" y="7200"/>
                    <a:pt x="4547" y="6849"/>
                    <a:pt x="4547" y="6673"/>
                  </a:cubicBezTo>
                  <a:cubicBezTo>
                    <a:pt x="4547" y="6498"/>
                    <a:pt x="4547" y="6322"/>
                    <a:pt x="4547" y="6146"/>
                  </a:cubicBezTo>
                  <a:cubicBezTo>
                    <a:pt x="4547" y="6146"/>
                    <a:pt x="4547" y="6146"/>
                    <a:pt x="4547" y="6146"/>
                  </a:cubicBezTo>
                  <a:cubicBezTo>
                    <a:pt x="5116" y="5795"/>
                    <a:pt x="5116" y="5795"/>
                    <a:pt x="5684" y="5620"/>
                  </a:cubicBezTo>
                  <a:cubicBezTo>
                    <a:pt x="5684" y="5620"/>
                    <a:pt x="5684" y="5620"/>
                    <a:pt x="5684" y="5620"/>
                  </a:cubicBezTo>
                  <a:cubicBezTo>
                    <a:pt x="5684" y="5444"/>
                    <a:pt x="6253" y="5268"/>
                    <a:pt x="6821" y="5093"/>
                  </a:cubicBezTo>
                  <a:cubicBezTo>
                    <a:pt x="6821" y="5093"/>
                    <a:pt x="6821" y="5093"/>
                    <a:pt x="6821" y="5093"/>
                  </a:cubicBezTo>
                  <a:cubicBezTo>
                    <a:pt x="7389" y="4917"/>
                    <a:pt x="7958" y="4917"/>
                    <a:pt x="8526" y="4917"/>
                  </a:cubicBezTo>
                  <a:cubicBezTo>
                    <a:pt x="9095" y="4741"/>
                    <a:pt x="10232" y="4741"/>
                    <a:pt x="10800" y="4741"/>
                  </a:cubicBezTo>
                  <a:cubicBezTo>
                    <a:pt x="11368" y="4741"/>
                    <a:pt x="12505" y="4741"/>
                    <a:pt x="13074" y="4917"/>
                  </a:cubicBezTo>
                  <a:cubicBezTo>
                    <a:pt x="13642" y="4917"/>
                    <a:pt x="14211" y="4917"/>
                    <a:pt x="14779" y="5093"/>
                  </a:cubicBezTo>
                  <a:cubicBezTo>
                    <a:pt x="14779" y="5093"/>
                    <a:pt x="14779" y="5093"/>
                    <a:pt x="14779" y="5093"/>
                  </a:cubicBezTo>
                  <a:cubicBezTo>
                    <a:pt x="15347" y="5268"/>
                    <a:pt x="15916" y="5444"/>
                    <a:pt x="15916" y="5620"/>
                  </a:cubicBezTo>
                  <a:cubicBezTo>
                    <a:pt x="15916" y="5620"/>
                    <a:pt x="15916" y="5620"/>
                    <a:pt x="15916" y="5620"/>
                  </a:cubicBezTo>
                  <a:cubicBezTo>
                    <a:pt x="16484" y="5795"/>
                    <a:pt x="17053" y="5795"/>
                    <a:pt x="17053" y="6146"/>
                  </a:cubicBezTo>
                  <a:cubicBezTo>
                    <a:pt x="17053" y="6146"/>
                    <a:pt x="17053" y="6146"/>
                    <a:pt x="17053" y="6146"/>
                  </a:cubicBezTo>
                  <a:cubicBezTo>
                    <a:pt x="17053" y="6322"/>
                    <a:pt x="17621" y="6498"/>
                    <a:pt x="17621" y="6673"/>
                  </a:cubicBezTo>
                  <a:cubicBezTo>
                    <a:pt x="17621" y="6849"/>
                    <a:pt x="17053" y="7200"/>
                    <a:pt x="17053" y="7376"/>
                  </a:cubicBezTo>
                  <a:close/>
                  <a:moveTo>
                    <a:pt x="17053" y="7376"/>
                  </a:moveTo>
                  <a:cubicBezTo>
                    <a:pt x="17053" y="7376"/>
                    <a:pt x="17053" y="7376"/>
                    <a:pt x="17053" y="7376"/>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05" name="Shape">
              <a:extLst>
                <a:ext uri="{FF2B5EF4-FFF2-40B4-BE49-F238E27FC236}">
                  <a16:creationId xmlns:a16="http://schemas.microsoft.com/office/drawing/2014/main" id="{344F210D-5769-BCD7-D6A5-AA1BAF12DFB9}"/>
                </a:ext>
              </a:extLst>
            </p:cNvPr>
            <p:cNvSpPr/>
            <p:nvPr/>
          </p:nvSpPr>
          <p:spPr>
            <a:xfrm>
              <a:off x="731010" y="-1"/>
              <a:ext cx="339567" cy="1070578"/>
            </a:xfrm>
            <a:custGeom>
              <a:avLst/>
              <a:gdLst/>
              <a:ahLst/>
              <a:cxnLst>
                <a:cxn ang="0">
                  <a:pos x="wd2" y="hd2"/>
                </a:cxn>
                <a:cxn ang="5400000">
                  <a:pos x="wd2" y="hd2"/>
                </a:cxn>
                <a:cxn ang="10800000">
                  <a:pos x="wd2" y="hd2"/>
                </a:cxn>
                <a:cxn ang="16200000">
                  <a:pos x="wd2" y="hd2"/>
                </a:cxn>
              </a:cxnLst>
              <a:rect l="0" t="0" r="r" b="b"/>
              <a:pathLst>
                <a:path w="21600" h="21600" extrusionOk="0">
                  <a:moveTo>
                    <a:pt x="17169" y="4039"/>
                  </a:moveTo>
                  <a:cubicBezTo>
                    <a:pt x="17169" y="1932"/>
                    <a:pt x="17169" y="1932"/>
                    <a:pt x="17169" y="1932"/>
                  </a:cubicBezTo>
                  <a:cubicBezTo>
                    <a:pt x="17169" y="878"/>
                    <a:pt x="14400" y="0"/>
                    <a:pt x="10523" y="0"/>
                  </a:cubicBezTo>
                  <a:cubicBezTo>
                    <a:pt x="7200" y="0"/>
                    <a:pt x="4431" y="878"/>
                    <a:pt x="4431" y="1932"/>
                  </a:cubicBezTo>
                  <a:cubicBezTo>
                    <a:pt x="4431" y="4039"/>
                    <a:pt x="4431" y="4039"/>
                    <a:pt x="4431" y="4039"/>
                  </a:cubicBezTo>
                  <a:cubicBezTo>
                    <a:pt x="1662" y="4741"/>
                    <a:pt x="0" y="5620"/>
                    <a:pt x="0" y="6673"/>
                  </a:cubicBezTo>
                  <a:cubicBezTo>
                    <a:pt x="0" y="7902"/>
                    <a:pt x="1662" y="8780"/>
                    <a:pt x="4431" y="9483"/>
                  </a:cubicBezTo>
                  <a:cubicBezTo>
                    <a:pt x="4431" y="19493"/>
                    <a:pt x="4431" y="19493"/>
                    <a:pt x="4431" y="19493"/>
                  </a:cubicBezTo>
                  <a:cubicBezTo>
                    <a:pt x="4431" y="20722"/>
                    <a:pt x="7200" y="21600"/>
                    <a:pt x="10523" y="21600"/>
                  </a:cubicBezTo>
                  <a:cubicBezTo>
                    <a:pt x="14400" y="21600"/>
                    <a:pt x="17169" y="20722"/>
                    <a:pt x="17169" y="19493"/>
                  </a:cubicBezTo>
                  <a:cubicBezTo>
                    <a:pt x="17169" y="9483"/>
                    <a:pt x="17169" y="9483"/>
                    <a:pt x="17169" y="9483"/>
                  </a:cubicBezTo>
                  <a:cubicBezTo>
                    <a:pt x="19938" y="8780"/>
                    <a:pt x="21600" y="7902"/>
                    <a:pt x="21600" y="6673"/>
                  </a:cubicBezTo>
                  <a:cubicBezTo>
                    <a:pt x="21600" y="5620"/>
                    <a:pt x="19938" y="4741"/>
                    <a:pt x="17169" y="4039"/>
                  </a:cubicBezTo>
                  <a:close/>
                  <a:moveTo>
                    <a:pt x="8862" y="1932"/>
                  </a:moveTo>
                  <a:cubicBezTo>
                    <a:pt x="8862" y="1580"/>
                    <a:pt x="9415" y="1405"/>
                    <a:pt x="10523" y="1405"/>
                  </a:cubicBezTo>
                  <a:cubicBezTo>
                    <a:pt x="12185" y="1405"/>
                    <a:pt x="12738" y="1580"/>
                    <a:pt x="12738" y="1932"/>
                  </a:cubicBezTo>
                  <a:cubicBezTo>
                    <a:pt x="12738" y="3512"/>
                    <a:pt x="12738" y="3512"/>
                    <a:pt x="12738" y="3512"/>
                  </a:cubicBezTo>
                  <a:cubicBezTo>
                    <a:pt x="12185" y="3337"/>
                    <a:pt x="11631" y="3337"/>
                    <a:pt x="10523" y="3337"/>
                  </a:cubicBezTo>
                  <a:cubicBezTo>
                    <a:pt x="9969" y="3337"/>
                    <a:pt x="9415" y="3337"/>
                    <a:pt x="8862" y="3512"/>
                  </a:cubicBezTo>
                  <a:lnTo>
                    <a:pt x="8862" y="1932"/>
                  </a:lnTo>
                  <a:close/>
                  <a:moveTo>
                    <a:pt x="12738" y="19493"/>
                  </a:moveTo>
                  <a:cubicBezTo>
                    <a:pt x="12738" y="19844"/>
                    <a:pt x="12185" y="20195"/>
                    <a:pt x="10523" y="20195"/>
                  </a:cubicBezTo>
                  <a:cubicBezTo>
                    <a:pt x="9415" y="20195"/>
                    <a:pt x="8862" y="19844"/>
                    <a:pt x="8862" y="19493"/>
                  </a:cubicBezTo>
                  <a:cubicBezTo>
                    <a:pt x="8862" y="10010"/>
                    <a:pt x="8862" y="10010"/>
                    <a:pt x="8862" y="10010"/>
                  </a:cubicBezTo>
                  <a:cubicBezTo>
                    <a:pt x="9415" y="10010"/>
                    <a:pt x="9969" y="10185"/>
                    <a:pt x="10523" y="10185"/>
                  </a:cubicBezTo>
                  <a:cubicBezTo>
                    <a:pt x="11631" y="10185"/>
                    <a:pt x="12185" y="10010"/>
                    <a:pt x="12738" y="10010"/>
                  </a:cubicBezTo>
                  <a:lnTo>
                    <a:pt x="12738" y="19493"/>
                  </a:lnTo>
                  <a:close/>
                  <a:moveTo>
                    <a:pt x="16615" y="7376"/>
                  </a:moveTo>
                  <a:cubicBezTo>
                    <a:pt x="16615" y="7376"/>
                    <a:pt x="16615" y="7376"/>
                    <a:pt x="16615" y="7376"/>
                  </a:cubicBezTo>
                  <a:cubicBezTo>
                    <a:pt x="16615" y="7551"/>
                    <a:pt x="16062" y="7727"/>
                    <a:pt x="16062" y="7902"/>
                  </a:cubicBezTo>
                  <a:cubicBezTo>
                    <a:pt x="16062" y="7902"/>
                    <a:pt x="16062" y="7902"/>
                    <a:pt x="16062" y="7902"/>
                  </a:cubicBezTo>
                  <a:cubicBezTo>
                    <a:pt x="15508" y="8078"/>
                    <a:pt x="14954" y="8254"/>
                    <a:pt x="14400" y="8254"/>
                  </a:cubicBezTo>
                  <a:cubicBezTo>
                    <a:pt x="14400" y="8254"/>
                    <a:pt x="14400" y="8254"/>
                    <a:pt x="14400" y="8254"/>
                  </a:cubicBezTo>
                  <a:cubicBezTo>
                    <a:pt x="13846" y="8429"/>
                    <a:pt x="13292" y="8605"/>
                    <a:pt x="12738" y="8605"/>
                  </a:cubicBezTo>
                  <a:cubicBezTo>
                    <a:pt x="12185" y="8780"/>
                    <a:pt x="11631" y="8780"/>
                    <a:pt x="10523" y="8780"/>
                  </a:cubicBezTo>
                  <a:cubicBezTo>
                    <a:pt x="9969" y="8780"/>
                    <a:pt x="9415" y="8780"/>
                    <a:pt x="8862" y="8605"/>
                  </a:cubicBezTo>
                  <a:cubicBezTo>
                    <a:pt x="8308" y="8605"/>
                    <a:pt x="7754" y="8429"/>
                    <a:pt x="7200" y="8254"/>
                  </a:cubicBezTo>
                  <a:cubicBezTo>
                    <a:pt x="7200" y="8254"/>
                    <a:pt x="7200" y="8254"/>
                    <a:pt x="7200" y="8254"/>
                  </a:cubicBezTo>
                  <a:cubicBezTo>
                    <a:pt x="6646" y="8254"/>
                    <a:pt x="6092" y="8078"/>
                    <a:pt x="5538" y="7902"/>
                  </a:cubicBezTo>
                  <a:cubicBezTo>
                    <a:pt x="5538" y="7902"/>
                    <a:pt x="5538" y="7902"/>
                    <a:pt x="5538" y="7902"/>
                  </a:cubicBezTo>
                  <a:cubicBezTo>
                    <a:pt x="5538" y="7727"/>
                    <a:pt x="4985" y="7551"/>
                    <a:pt x="4985" y="7376"/>
                  </a:cubicBezTo>
                  <a:cubicBezTo>
                    <a:pt x="4985" y="7376"/>
                    <a:pt x="4985" y="7376"/>
                    <a:pt x="4985" y="7376"/>
                  </a:cubicBezTo>
                  <a:cubicBezTo>
                    <a:pt x="4431" y="7200"/>
                    <a:pt x="4431" y="6849"/>
                    <a:pt x="4431" y="6673"/>
                  </a:cubicBezTo>
                  <a:cubicBezTo>
                    <a:pt x="4431" y="6498"/>
                    <a:pt x="4431" y="6322"/>
                    <a:pt x="4985" y="6146"/>
                  </a:cubicBezTo>
                  <a:cubicBezTo>
                    <a:pt x="4985" y="6146"/>
                    <a:pt x="4985" y="6146"/>
                    <a:pt x="4985" y="6146"/>
                  </a:cubicBezTo>
                  <a:cubicBezTo>
                    <a:pt x="4985" y="5795"/>
                    <a:pt x="5538" y="5795"/>
                    <a:pt x="5538" y="5620"/>
                  </a:cubicBezTo>
                  <a:cubicBezTo>
                    <a:pt x="5538" y="5620"/>
                    <a:pt x="5538" y="5620"/>
                    <a:pt x="5538" y="5620"/>
                  </a:cubicBezTo>
                  <a:cubicBezTo>
                    <a:pt x="6092" y="5444"/>
                    <a:pt x="6646" y="5268"/>
                    <a:pt x="7200" y="5093"/>
                  </a:cubicBezTo>
                  <a:cubicBezTo>
                    <a:pt x="7200" y="5093"/>
                    <a:pt x="7200" y="5093"/>
                    <a:pt x="7200" y="5093"/>
                  </a:cubicBezTo>
                  <a:cubicBezTo>
                    <a:pt x="7754" y="4917"/>
                    <a:pt x="8308" y="4917"/>
                    <a:pt x="8862" y="4917"/>
                  </a:cubicBezTo>
                  <a:cubicBezTo>
                    <a:pt x="9415" y="4741"/>
                    <a:pt x="9969" y="4741"/>
                    <a:pt x="10523" y="4741"/>
                  </a:cubicBezTo>
                  <a:cubicBezTo>
                    <a:pt x="11631" y="4741"/>
                    <a:pt x="12185" y="4741"/>
                    <a:pt x="12738" y="4917"/>
                  </a:cubicBezTo>
                  <a:cubicBezTo>
                    <a:pt x="13292" y="4917"/>
                    <a:pt x="13846" y="4917"/>
                    <a:pt x="14400" y="5093"/>
                  </a:cubicBezTo>
                  <a:cubicBezTo>
                    <a:pt x="14400" y="5093"/>
                    <a:pt x="14400" y="5093"/>
                    <a:pt x="14400" y="5093"/>
                  </a:cubicBezTo>
                  <a:cubicBezTo>
                    <a:pt x="14954" y="5268"/>
                    <a:pt x="15508" y="5444"/>
                    <a:pt x="16062" y="5620"/>
                  </a:cubicBezTo>
                  <a:cubicBezTo>
                    <a:pt x="16062" y="5620"/>
                    <a:pt x="16062" y="5620"/>
                    <a:pt x="16062" y="5620"/>
                  </a:cubicBezTo>
                  <a:cubicBezTo>
                    <a:pt x="16062" y="5795"/>
                    <a:pt x="16615" y="5795"/>
                    <a:pt x="16615" y="6146"/>
                  </a:cubicBezTo>
                  <a:cubicBezTo>
                    <a:pt x="16615" y="6146"/>
                    <a:pt x="16615" y="6146"/>
                    <a:pt x="16615" y="6146"/>
                  </a:cubicBezTo>
                  <a:cubicBezTo>
                    <a:pt x="17169" y="6322"/>
                    <a:pt x="17169" y="6498"/>
                    <a:pt x="17169" y="6673"/>
                  </a:cubicBezTo>
                  <a:cubicBezTo>
                    <a:pt x="17169" y="6849"/>
                    <a:pt x="17169" y="7200"/>
                    <a:pt x="16615" y="7376"/>
                  </a:cubicBezTo>
                  <a:close/>
                  <a:moveTo>
                    <a:pt x="16615" y="7376"/>
                  </a:moveTo>
                  <a:cubicBezTo>
                    <a:pt x="16615" y="7376"/>
                    <a:pt x="16615" y="7376"/>
                    <a:pt x="16615" y="7376"/>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06" name="Shape">
              <a:extLst>
                <a:ext uri="{FF2B5EF4-FFF2-40B4-BE49-F238E27FC236}">
                  <a16:creationId xmlns:a16="http://schemas.microsoft.com/office/drawing/2014/main" id="{2982F006-E2CC-501D-E731-02A9E2F8DDA5}"/>
                </a:ext>
              </a:extLst>
            </p:cNvPr>
            <p:cNvSpPr/>
            <p:nvPr/>
          </p:nvSpPr>
          <p:spPr>
            <a:xfrm>
              <a:off x="363147" y="-1"/>
              <a:ext cx="330135" cy="1070578"/>
            </a:xfrm>
            <a:custGeom>
              <a:avLst/>
              <a:gdLst/>
              <a:ahLst/>
              <a:cxnLst>
                <a:cxn ang="0">
                  <a:pos x="wd2" y="hd2"/>
                </a:cxn>
                <a:cxn ang="5400000">
                  <a:pos x="wd2" y="hd2"/>
                </a:cxn>
                <a:cxn ang="10800000">
                  <a:pos x="wd2" y="hd2"/>
                </a:cxn>
                <a:cxn ang="16200000">
                  <a:pos x="wd2" y="hd2"/>
                </a:cxn>
              </a:cxnLst>
              <a:rect l="0" t="0" r="r" b="b"/>
              <a:pathLst>
                <a:path w="21600" h="21600" extrusionOk="0">
                  <a:moveTo>
                    <a:pt x="17621" y="12117"/>
                  </a:moveTo>
                  <a:cubicBezTo>
                    <a:pt x="17621" y="1932"/>
                    <a:pt x="17621" y="1932"/>
                    <a:pt x="17621" y="1932"/>
                  </a:cubicBezTo>
                  <a:cubicBezTo>
                    <a:pt x="17621" y="878"/>
                    <a:pt x="14779" y="0"/>
                    <a:pt x="10800" y="0"/>
                  </a:cubicBezTo>
                  <a:cubicBezTo>
                    <a:pt x="7389" y="0"/>
                    <a:pt x="4547" y="878"/>
                    <a:pt x="4547" y="1932"/>
                  </a:cubicBezTo>
                  <a:cubicBezTo>
                    <a:pt x="4547" y="12117"/>
                    <a:pt x="4547" y="12117"/>
                    <a:pt x="4547" y="12117"/>
                  </a:cubicBezTo>
                  <a:cubicBezTo>
                    <a:pt x="1705" y="12820"/>
                    <a:pt x="0" y="13698"/>
                    <a:pt x="0" y="14751"/>
                  </a:cubicBezTo>
                  <a:cubicBezTo>
                    <a:pt x="0" y="15980"/>
                    <a:pt x="1705" y="16859"/>
                    <a:pt x="4547" y="17561"/>
                  </a:cubicBezTo>
                  <a:cubicBezTo>
                    <a:pt x="4547" y="19493"/>
                    <a:pt x="4547" y="19493"/>
                    <a:pt x="4547" y="19493"/>
                  </a:cubicBezTo>
                  <a:cubicBezTo>
                    <a:pt x="4547" y="20722"/>
                    <a:pt x="7389" y="21600"/>
                    <a:pt x="10800" y="21600"/>
                  </a:cubicBezTo>
                  <a:cubicBezTo>
                    <a:pt x="14779" y="21600"/>
                    <a:pt x="17621" y="20722"/>
                    <a:pt x="17621" y="19493"/>
                  </a:cubicBezTo>
                  <a:cubicBezTo>
                    <a:pt x="17621" y="17561"/>
                    <a:pt x="17621" y="17561"/>
                    <a:pt x="17621" y="17561"/>
                  </a:cubicBezTo>
                  <a:cubicBezTo>
                    <a:pt x="19895" y="16859"/>
                    <a:pt x="21600" y="15980"/>
                    <a:pt x="21600" y="14751"/>
                  </a:cubicBezTo>
                  <a:cubicBezTo>
                    <a:pt x="21600" y="13698"/>
                    <a:pt x="19895" y="12820"/>
                    <a:pt x="17621" y="12117"/>
                  </a:cubicBezTo>
                  <a:close/>
                  <a:moveTo>
                    <a:pt x="8526" y="1932"/>
                  </a:moveTo>
                  <a:cubicBezTo>
                    <a:pt x="8526" y="1580"/>
                    <a:pt x="9663" y="1405"/>
                    <a:pt x="10800" y="1405"/>
                  </a:cubicBezTo>
                  <a:cubicBezTo>
                    <a:pt x="11937" y="1405"/>
                    <a:pt x="13074" y="1580"/>
                    <a:pt x="13074" y="1932"/>
                  </a:cubicBezTo>
                  <a:cubicBezTo>
                    <a:pt x="13074" y="11590"/>
                    <a:pt x="13074" y="11590"/>
                    <a:pt x="13074" y="11590"/>
                  </a:cubicBezTo>
                  <a:cubicBezTo>
                    <a:pt x="12505" y="11415"/>
                    <a:pt x="11937" y="11415"/>
                    <a:pt x="10800" y="11415"/>
                  </a:cubicBezTo>
                  <a:cubicBezTo>
                    <a:pt x="10232" y="11415"/>
                    <a:pt x="9663" y="11415"/>
                    <a:pt x="8526" y="11590"/>
                  </a:cubicBezTo>
                  <a:lnTo>
                    <a:pt x="8526" y="1932"/>
                  </a:lnTo>
                  <a:close/>
                  <a:moveTo>
                    <a:pt x="13074" y="19493"/>
                  </a:moveTo>
                  <a:cubicBezTo>
                    <a:pt x="13074" y="19844"/>
                    <a:pt x="11937" y="20195"/>
                    <a:pt x="10800" y="20195"/>
                  </a:cubicBezTo>
                  <a:cubicBezTo>
                    <a:pt x="9663" y="20195"/>
                    <a:pt x="8526" y="19844"/>
                    <a:pt x="8526" y="19493"/>
                  </a:cubicBezTo>
                  <a:cubicBezTo>
                    <a:pt x="8526" y="18088"/>
                    <a:pt x="8526" y="18088"/>
                    <a:pt x="8526" y="18088"/>
                  </a:cubicBezTo>
                  <a:cubicBezTo>
                    <a:pt x="9663" y="18088"/>
                    <a:pt x="10232" y="18263"/>
                    <a:pt x="10800" y="18263"/>
                  </a:cubicBezTo>
                  <a:cubicBezTo>
                    <a:pt x="11937" y="18263"/>
                    <a:pt x="12505" y="18088"/>
                    <a:pt x="13074" y="18088"/>
                  </a:cubicBezTo>
                  <a:lnTo>
                    <a:pt x="13074" y="19493"/>
                  </a:lnTo>
                  <a:close/>
                  <a:moveTo>
                    <a:pt x="17053" y="15454"/>
                  </a:moveTo>
                  <a:cubicBezTo>
                    <a:pt x="17053" y="15454"/>
                    <a:pt x="17053" y="15454"/>
                    <a:pt x="17053" y="15454"/>
                  </a:cubicBezTo>
                  <a:cubicBezTo>
                    <a:pt x="17053" y="15629"/>
                    <a:pt x="16484" y="15805"/>
                    <a:pt x="16484" y="15980"/>
                  </a:cubicBezTo>
                  <a:cubicBezTo>
                    <a:pt x="16484" y="15980"/>
                    <a:pt x="16484" y="15980"/>
                    <a:pt x="16484" y="15980"/>
                  </a:cubicBezTo>
                  <a:cubicBezTo>
                    <a:pt x="15916" y="16156"/>
                    <a:pt x="15347" y="16332"/>
                    <a:pt x="14779" y="16332"/>
                  </a:cubicBezTo>
                  <a:cubicBezTo>
                    <a:pt x="14779" y="16332"/>
                    <a:pt x="14779" y="16332"/>
                    <a:pt x="14779" y="16332"/>
                  </a:cubicBezTo>
                  <a:cubicBezTo>
                    <a:pt x="14211" y="16507"/>
                    <a:pt x="13642" y="16683"/>
                    <a:pt x="13074" y="16683"/>
                  </a:cubicBezTo>
                  <a:cubicBezTo>
                    <a:pt x="12505" y="16859"/>
                    <a:pt x="11937" y="16859"/>
                    <a:pt x="10800" y="16859"/>
                  </a:cubicBezTo>
                  <a:cubicBezTo>
                    <a:pt x="10232" y="16859"/>
                    <a:pt x="9663" y="16859"/>
                    <a:pt x="8526" y="16683"/>
                  </a:cubicBezTo>
                  <a:cubicBezTo>
                    <a:pt x="7958" y="16683"/>
                    <a:pt x="7389" y="16507"/>
                    <a:pt x="6821" y="16332"/>
                  </a:cubicBezTo>
                  <a:cubicBezTo>
                    <a:pt x="6821" y="16332"/>
                    <a:pt x="6821" y="16332"/>
                    <a:pt x="6821" y="16332"/>
                  </a:cubicBezTo>
                  <a:cubicBezTo>
                    <a:pt x="6253" y="16332"/>
                    <a:pt x="6253" y="16156"/>
                    <a:pt x="5684" y="15980"/>
                  </a:cubicBezTo>
                  <a:cubicBezTo>
                    <a:pt x="5684" y="15980"/>
                    <a:pt x="5684" y="15980"/>
                    <a:pt x="5684" y="15980"/>
                  </a:cubicBezTo>
                  <a:cubicBezTo>
                    <a:pt x="5116" y="15805"/>
                    <a:pt x="5116" y="15629"/>
                    <a:pt x="4547" y="15454"/>
                  </a:cubicBezTo>
                  <a:cubicBezTo>
                    <a:pt x="4547" y="15454"/>
                    <a:pt x="4547" y="15454"/>
                    <a:pt x="4547" y="15454"/>
                  </a:cubicBezTo>
                  <a:cubicBezTo>
                    <a:pt x="4547" y="15278"/>
                    <a:pt x="4547" y="14927"/>
                    <a:pt x="4547" y="14751"/>
                  </a:cubicBezTo>
                  <a:cubicBezTo>
                    <a:pt x="4547" y="14576"/>
                    <a:pt x="4547" y="14400"/>
                    <a:pt x="4547" y="14224"/>
                  </a:cubicBezTo>
                  <a:cubicBezTo>
                    <a:pt x="4547" y="14224"/>
                    <a:pt x="4547" y="14224"/>
                    <a:pt x="4547" y="14224"/>
                  </a:cubicBezTo>
                  <a:cubicBezTo>
                    <a:pt x="5116" y="14049"/>
                    <a:pt x="5116" y="13873"/>
                    <a:pt x="5684" y="13698"/>
                  </a:cubicBezTo>
                  <a:cubicBezTo>
                    <a:pt x="5684" y="13698"/>
                    <a:pt x="5684" y="13698"/>
                    <a:pt x="5684" y="13698"/>
                  </a:cubicBezTo>
                  <a:cubicBezTo>
                    <a:pt x="6253" y="13522"/>
                    <a:pt x="6253" y="13346"/>
                    <a:pt x="6821" y="13171"/>
                  </a:cubicBezTo>
                  <a:cubicBezTo>
                    <a:pt x="6821" y="13171"/>
                    <a:pt x="6821" y="13171"/>
                    <a:pt x="6821" y="13171"/>
                  </a:cubicBezTo>
                  <a:cubicBezTo>
                    <a:pt x="7389" y="13171"/>
                    <a:pt x="7958" y="12995"/>
                    <a:pt x="8526" y="12995"/>
                  </a:cubicBezTo>
                  <a:cubicBezTo>
                    <a:pt x="9663" y="12820"/>
                    <a:pt x="10232" y="12820"/>
                    <a:pt x="10800" y="12820"/>
                  </a:cubicBezTo>
                  <a:cubicBezTo>
                    <a:pt x="11937" y="12820"/>
                    <a:pt x="12505" y="12820"/>
                    <a:pt x="13074" y="12995"/>
                  </a:cubicBezTo>
                  <a:cubicBezTo>
                    <a:pt x="13642" y="12995"/>
                    <a:pt x="14211" y="13171"/>
                    <a:pt x="14779" y="13171"/>
                  </a:cubicBezTo>
                  <a:cubicBezTo>
                    <a:pt x="14779" y="13171"/>
                    <a:pt x="14779" y="13171"/>
                    <a:pt x="14779" y="13171"/>
                  </a:cubicBezTo>
                  <a:cubicBezTo>
                    <a:pt x="15347" y="13346"/>
                    <a:pt x="15916" y="13522"/>
                    <a:pt x="16484" y="13698"/>
                  </a:cubicBezTo>
                  <a:cubicBezTo>
                    <a:pt x="16484" y="13698"/>
                    <a:pt x="16484" y="13698"/>
                    <a:pt x="16484" y="13698"/>
                  </a:cubicBezTo>
                  <a:cubicBezTo>
                    <a:pt x="16484" y="13873"/>
                    <a:pt x="17053" y="14049"/>
                    <a:pt x="17053" y="14224"/>
                  </a:cubicBezTo>
                  <a:cubicBezTo>
                    <a:pt x="17053" y="14224"/>
                    <a:pt x="17053" y="14224"/>
                    <a:pt x="17053" y="14224"/>
                  </a:cubicBezTo>
                  <a:cubicBezTo>
                    <a:pt x="17621" y="14400"/>
                    <a:pt x="17621" y="14576"/>
                    <a:pt x="17621" y="14751"/>
                  </a:cubicBezTo>
                  <a:cubicBezTo>
                    <a:pt x="17621" y="14927"/>
                    <a:pt x="17621" y="15278"/>
                    <a:pt x="17053" y="15454"/>
                  </a:cubicBezTo>
                  <a:close/>
                  <a:moveTo>
                    <a:pt x="17053" y="15454"/>
                  </a:moveTo>
                  <a:cubicBezTo>
                    <a:pt x="17053" y="15454"/>
                    <a:pt x="17053" y="15454"/>
                    <a:pt x="17053" y="15454"/>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grpSp>
      <p:grpSp>
        <p:nvGrpSpPr>
          <p:cNvPr id="207" name="Group">
            <a:extLst>
              <a:ext uri="{FF2B5EF4-FFF2-40B4-BE49-F238E27FC236}">
                <a16:creationId xmlns:a16="http://schemas.microsoft.com/office/drawing/2014/main" id="{4AEE77D0-8CE5-D6E3-F272-D7E362D757B6}"/>
              </a:ext>
            </a:extLst>
          </p:cNvPr>
          <p:cNvGrpSpPr/>
          <p:nvPr/>
        </p:nvGrpSpPr>
        <p:grpSpPr>
          <a:xfrm>
            <a:off x="5153936" y="5290565"/>
            <a:ext cx="518030" cy="489749"/>
            <a:chOff x="0" y="0"/>
            <a:chExt cx="1065858" cy="1070576"/>
          </a:xfrm>
          <a:solidFill>
            <a:schemeClr val="tx1"/>
          </a:solidFill>
        </p:grpSpPr>
        <p:sp>
          <p:nvSpPr>
            <p:cNvPr id="208" name="Shape">
              <a:extLst>
                <a:ext uri="{FF2B5EF4-FFF2-40B4-BE49-F238E27FC236}">
                  <a16:creationId xmlns:a16="http://schemas.microsoft.com/office/drawing/2014/main" id="{385BCF73-B525-DD3C-D1F7-6F2DB3D5D382}"/>
                </a:ext>
              </a:extLst>
            </p:cNvPr>
            <p:cNvSpPr/>
            <p:nvPr/>
          </p:nvSpPr>
          <p:spPr>
            <a:xfrm>
              <a:off x="-1" y="-1"/>
              <a:ext cx="1065860" cy="1070578"/>
            </a:xfrm>
            <a:custGeom>
              <a:avLst/>
              <a:gdLst/>
              <a:ahLst/>
              <a:cxnLst>
                <a:cxn ang="0">
                  <a:pos x="wd2" y="hd2"/>
                </a:cxn>
                <a:cxn ang="5400000">
                  <a:pos x="wd2" y="hd2"/>
                </a:cxn>
                <a:cxn ang="10800000">
                  <a:pos x="wd2" y="hd2"/>
                </a:cxn>
                <a:cxn ang="16200000">
                  <a:pos x="wd2" y="hd2"/>
                </a:cxn>
              </a:cxnLst>
              <a:rect l="0" t="0" r="r" b="b"/>
              <a:pathLst>
                <a:path w="21600" h="21600" extrusionOk="0">
                  <a:moveTo>
                    <a:pt x="13522" y="0"/>
                  </a:moveTo>
                  <a:cubicBezTo>
                    <a:pt x="8956" y="0"/>
                    <a:pt x="5444" y="3688"/>
                    <a:pt x="5444" y="8078"/>
                  </a:cubicBezTo>
                  <a:cubicBezTo>
                    <a:pt x="5444" y="9483"/>
                    <a:pt x="5795" y="10712"/>
                    <a:pt x="6322" y="11941"/>
                  </a:cubicBezTo>
                  <a:cubicBezTo>
                    <a:pt x="702" y="17561"/>
                    <a:pt x="702" y="17561"/>
                    <a:pt x="702" y="17561"/>
                  </a:cubicBezTo>
                  <a:cubicBezTo>
                    <a:pt x="702" y="17561"/>
                    <a:pt x="702" y="17561"/>
                    <a:pt x="702" y="17561"/>
                  </a:cubicBezTo>
                  <a:cubicBezTo>
                    <a:pt x="351" y="17912"/>
                    <a:pt x="0" y="18439"/>
                    <a:pt x="0" y="19141"/>
                  </a:cubicBezTo>
                  <a:cubicBezTo>
                    <a:pt x="0" y="20546"/>
                    <a:pt x="1054" y="21600"/>
                    <a:pt x="2283" y="21600"/>
                  </a:cubicBezTo>
                  <a:cubicBezTo>
                    <a:pt x="2985" y="21600"/>
                    <a:pt x="3688" y="21249"/>
                    <a:pt x="4039" y="20898"/>
                  </a:cubicBezTo>
                  <a:cubicBezTo>
                    <a:pt x="4039" y="20898"/>
                    <a:pt x="4039" y="20898"/>
                    <a:pt x="4039" y="20898"/>
                  </a:cubicBezTo>
                  <a:cubicBezTo>
                    <a:pt x="9659" y="15278"/>
                    <a:pt x="9659" y="15278"/>
                    <a:pt x="9659" y="15278"/>
                  </a:cubicBezTo>
                  <a:cubicBezTo>
                    <a:pt x="10888" y="15805"/>
                    <a:pt x="12117" y="16156"/>
                    <a:pt x="13522" y="16156"/>
                  </a:cubicBezTo>
                  <a:cubicBezTo>
                    <a:pt x="17912" y="16156"/>
                    <a:pt x="21600" y="12468"/>
                    <a:pt x="21600" y="8078"/>
                  </a:cubicBezTo>
                  <a:cubicBezTo>
                    <a:pt x="21600" y="3688"/>
                    <a:pt x="17912" y="0"/>
                    <a:pt x="13522" y="0"/>
                  </a:cubicBezTo>
                  <a:close/>
                  <a:moveTo>
                    <a:pt x="3161" y="20020"/>
                  </a:moveTo>
                  <a:cubicBezTo>
                    <a:pt x="2985" y="20195"/>
                    <a:pt x="2634" y="20371"/>
                    <a:pt x="2283" y="20371"/>
                  </a:cubicBezTo>
                  <a:cubicBezTo>
                    <a:pt x="1756" y="20371"/>
                    <a:pt x="1229" y="19844"/>
                    <a:pt x="1229" y="19141"/>
                  </a:cubicBezTo>
                  <a:cubicBezTo>
                    <a:pt x="1229" y="18790"/>
                    <a:pt x="1405" y="18615"/>
                    <a:pt x="1580" y="18263"/>
                  </a:cubicBezTo>
                  <a:cubicBezTo>
                    <a:pt x="1580" y="18263"/>
                    <a:pt x="1580" y="18263"/>
                    <a:pt x="1580" y="18263"/>
                  </a:cubicBezTo>
                  <a:cubicBezTo>
                    <a:pt x="7024" y="12820"/>
                    <a:pt x="7024" y="12820"/>
                    <a:pt x="7024" y="12820"/>
                  </a:cubicBezTo>
                  <a:cubicBezTo>
                    <a:pt x="7376" y="13522"/>
                    <a:pt x="8078" y="14049"/>
                    <a:pt x="8605" y="14576"/>
                  </a:cubicBezTo>
                  <a:lnTo>
                    <a:pt x="3161" y="20020"/>
                  </a:lnTo>
                  <a:close/>
                  <a:moveTo>
                    <a:pt x="13522" y="14751"/>
                  </a:moveTo>
                  <a:cubicBezTo>
                    <a:pt x="9659" y="14751"/>
                    <a:pt x="6673" y="11766"/>
                    <a:pt x="6673" y="8078"/>
                  </a:cubicBezTo>
                  <a:cubicBezTo>
                    <a:pt x="6673" y="4390"/>
                    <a:pt x="9659" y="1405"/>
                    <a:pt x="13522" y="1405"/>
                  </a:cubicBezTo>
                  <a:cubicBezTo>
                    <a:pt x="17210" y="1405"/>
                    <a:pt x="20195" y="4390"/>
                    <a:pt x="20195" y="8078"/>
                  </a:cubicBezTo>
                  <a:cubicBezTo>
                    <a:pt x="20195" y="11766"/>
                    <a:pt x="17210" y="14751"/>
                    <a:pt x="13522" y="14751"/>
                  </a:cubicBezTo>
                  <a:close/>
                  <a:moveTo>
                    <a:pt x="13522" y="14751"/>
                  </a:moveTo>
                  <a:cubicBezTo>
                    <a:pt x="13522" y="14751"/>
                    <a:pt x="13522" y="14751"/>
                    <a:pt x="13522" y="14751"/>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09" name="Shape">
              <a:extLst>
                <a:ext uri="{FF2B5EF4-FFF2-40B4-BE49-F238E27FC236}">
                  <a16:creationId xmlns:a16="http://schemas.microsoft.com/office/drawing/2014/main" id="{497B6827-CB73-65CC-65DE-E805E9578E82}"/>
                </a:ext>
              </a:extLst>
            </p:cNvPr>
            <p:cNvSpPr/>
            <p:nvPr/>
          </p:nvSpPr>
          <p:spPr>
            <a:xfrm>
              <a:off x="433889" y="165065"/>
              <a:ext cx="249960" cy="254675"/>
            </a:xfrm>
            <a:custGeom>
              <a:avLst/>
              <a:gdLst/>
              <a:ahLst/>
              <a:cxnLst>
                <a:cxn ang="0">
                  <a:pos x="wd2" y="hd2"/>
                </a:cxn>
                <a:cxn ang="5400000">
                  <a:pos x="wd2" y="hd2"/>
                </a:cxn>
                <a:cxn ang="10800000">
                  <a:pos x="wd2" y="hd2"/>
                </a:cxn>
                <a:cxn ang="16200000">
                  <a:pos x="wd2" y="hd2"/>
                </a:cxn>
              </a:cxnLst>
              <a:rect l="0" t="0" r="r" b="b"/>
              <a:pathLst>
                <a:path w="21600" h="21600" extrusionOk="0">
                  <a:moveTo>
                    <a:pt x="20110" y="0"/>
                  </a:moveTo>
                  <a:cubicBezTo>
                    <a:pt x="8938" y="0"/>
                    <a:pt x="0" y="8938"/>
                    <a:pt x="0" y="20110"/>
                  </a:cubicBezTo>
                  <a:cubicBezTo>
                    <a:pt x="0" y="20855"/>
                    <a:pt x="745" y="21600"/>
                    <a:pt x="1490" y="21600"/>
                  </a:cubicBezTo>
                  <a:cubicBezTo>
                    <a:pt x="2234" y="21600"/>
                    <a:pt x="2979" y="20855"/>
                    <a:pt x="2979" y="20110"/>
                  </a:cubicBezTo>
                  <a:cubicBezTo>
                    <a:pt x="2979" y="10428"/>
                    <a:pt x="10428" y="2979"/>
                    <a:pt x="20110" y="2979"/>
                  </a:cubicBezTo>
                  <a:cubicBezTo>
                    <a:pt x="20855" y="2979"/>
                    <a:pt x="21600" y="2234"/>
                    <a:pt x="21600" y="1490"/>
                  </a:cubicBezTo>
                  <a:cubicBezTo>
                    <a:pt x="21600" y="745"/>
                    <a:pt x="20855" y="0"/>
                    <a:pt x="20110" y="0"/>
                  </a:cubicBezTo>
                  <a:close/>
                  <a:moveTo>
                    <a:pt x="20110" y="0"/>
                  </a:moveTo>
                  <a:cubicBezTo>
                    <a:pt x="20110" y="0"/>
                    <a:pt x="20110" y="0"/>
                    <a:pt x="20110" y="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grpSp>
      <p:grpSp>
        <p:nvGrpSpPr>
          <p:cNvPr id="210" name="Group">
            <a:extLst>
              <a:ext uri="{FF2B5EF4-FFF2-40B4-BE49-F238E27FC236}">
                <a16:creationId xmlns:a16="http://schemas.microsoft.com/office/drawing/2014/main" id="{6327E43F-89F7-5312-E14E-EC6BEE096451}"/>
              </a:ext>
            </a:extLst>
          </p:cNvPr>
          <p:cNvGrpSpPr/>
          <p:nvPr/>
        </p:nvGrpSpPr>
        <p:grpSpPr>
          <a:xfrm>
            <a:off x="638747" y="4047860"/>
            <a:ext cx="515740" cy="489749"/>
            <a:chOff x="0" y="0"/>
            <a:chExt cx="1061143" cy="1070576"/>
          </a:xfrm>
          <a:solidFill>
            <a:schemeClr val="tx1"/>
          </a:solidFill>
        </p:grpSpPr>
        <p:sp>
          <p:nvSpPr>
            <p:cNvPr id="211" name="Shape">
              <a:extLst>
                <a:ext uri="{FF2B5EF4-FFF2-40B4-BE49-F238E27FC236}">
                  <a16:creationId xmlns:a16="http://schemas.microsoft.com/office/drawing/2014/main" id="{DF23F75D-DD5F-4262-02B3-89D1271EB92D}"/>
                </a:ext>
              </a:extLst>
            </p:cNvPr>
            <p:cNvSpPr/>
            <p:nvPr/>
          </p:nvSpPr>
          <p:spPr>
            <a:xfrm>
              <a:off x="0" y="-1"/>
              <a:ext cx="1061145" cy="1070578"/>
            </a:xfrm>
            <a:custGeom>
              <a:avLst/>
              <a:gdLst/>
              <a:ahLst/>
              <a:cxnLst>
                <a:cxn ang="0">
                  <a:pos x="wd2" y="hd2"/>
                </a:cxn>
                <a:cxn ang="5400000">
                  <a:pos x="wd2" y="hd2"/>
                </a:cxn>
                <a:cxn ang="10800000">
                  <a:pos x="wd2" y="hd2"/>
                </a:cxn>
                <a:cxn ang="16200000">
                  <a:pos x="wd2" y="hd2"/>
                </a:cxn>
              </a:cxnLst>
              <a:rect l="0" t="0" r="r" b="b"/>
              <a:pathLst>
                <a:path w="21600" h="21600" extrusionOk="0">
                  <a:moveTo>
                    <a:pt x="19830" y="2107"/>
                  </a:moveTo>
                  <a:cubicBezTo>
                    <a:pt x="16997" y="2107"/>
                    <a:pt x="16997" y="2107"/>
                    <a:pt x="16997" y="2107"/>
                  </a:cubicBezTo>
                  <a:cubicBezTo>
                    <a:pt x="16997" y="702"/>
                    <a:pt x="16997" y="702"/>
                    <a:pt x="16997" y="702"/>
                  </a:cubicBezTo>
                  <a:cubicBezTo>
                    <a:pt x="16997" y="351"/>
                    <a:pt x="16643" y="0"/>
                    <a:pt x="16289" y="0"/>
                  </a:cubicBezTo>
                  <a:cubicBezTo>
                    <a:pt x="15934" y="0"/>
                    <a:pt x="15580" y="351"/>
                    <a:pt x="15580" y="702"/>
                  </a:cubicBezTo>
                  <a:cubicBezTo>
                    <a:pt x="15580" y="2107"/>
                    <a:pt x="15580" y="2107"/>
                    <a:pt x="15580" y="2107"/>
                  </a:cubicBezTo>
                  <a:cubicBezTo>
                    <a:pt x="11508" y="2107"/>
                    <a:pt x="11508" y="2107"/>
                    <a:pt x="11508" y="2107"/>
                  </a:cubicBezTo>
                  <a:cubicBezTo>
                    <a:pt x="11508" y="702"/>
                    <a:pt x="11508" y="702"/>
                    <a:pt x="11508" y="702"/>
                  </a:cubicBezTo>
                  <a:cubicBezTo>
                    <a:pt x="11508" y="351"/>
                    <a:pt x="11154" y="0"/>
                    <a:pt x="10800" y="0"/>
                  </a:cubicBezTo>
                  <a:cubicBezTo>
                    <a:pt x="10446" y="0"/>
                    <a:pt x="10092" y="351"/>
                    <a:pt x="10092" y="702"/>
                  </a:cubicBezTo>
                  <a:cubicBezTo>
                    <a:pt x="10092" y="2107"/>
                    <a:pt x="10092" y="2107"/>
                    <a:pt x="10092" y="2107"/>
                  </a:cubicBezTo>
                  <a:cubicBezTo>
                    <a:pt x="6020" y="2107"/>
                    <a:pt x="6020" y="2107"/>
                    <a:pt x="6020" y="2107"/>
                  </a:cubicBezTo>
                  <a:cubicBezTo>
                    <a:pt x="6020" y="702"/>
                    <a:pt x="6020" y="702"/>
                    <a:pt x="6020" y="702"/>
                  </a:cubicBezTo>
                  <a:cubicBezTo>
                    <a:pt x="6020" y="351"/>
                    <a:pt x="5666" y="0"/>
                    <a:pt x="5311" y="0"/>
                  </a:cubicBezTo>
                  <a:cubicBezTo>
                    <a:pt x="4957" y="0"/>
                    <a:pt x="4780" y="351"/>
                    <a:pt x="4780" y="702"/>
                  </a:cubicBezTo>
                  <a:cubicBezTo>
                    <a:pt x="4780" y="2107"/>
                    <a:pt x="4780" y="2107"/>
                    <a:pt x="4780" y="2107"/>
                  </a:cubicBezTo>
                  <a:cubicBezTo>
                    <a:pt x="1770" y="2107"/>
                    <a:pt x="1770" y="2107"/>
                    <a:pt x="1770" y="2107"/>
                  </a:cubicBezTo>
                  <a:cubicBezTo>
                    <a:pt x="708" y="2107"/>
                    <a:pt x="0" y="2810"/>
                    <a:pt x="0" y="3863"/>
                  </a:cubicBezTo>
                  <a:cubicBezTo>
                    <a:pt x="0" y="19844"/>
                    <a:pt x="0" y="19844"/>
                    <a:pt x="0" y="19844"/>
                  </a:cubicBezTo>
                  <a:cubicBezTo>
                    <a:pt x="0" y="20722"/>
                    <a:pt x="708" y="21600"/>
                    <a:pt x="1770" y="21600"/>
                  </a:cubicBezTo>
                  <a:cubicBezTo>
                    <a:pt x="19830" y="21600"/>
                    <a:pt x="19830" y="21600"/>
                    <a:pt x="19830" y="21600"/>
                  </a:cubicBezTo>
                  <a:cubicBezTo>
                    <a:pt x="20892" y="21600"/>
                    <a:pt x="21600" y="20722"/>
                    <a:pt x="21600" y="19844"/>
                  </a:cubicBezTo>
                  <a:cubicBezTo>
                    <a:pt x="21600" y="3863"/>
                    <a:pt x="21600" y="3863"/>
                    <a:pt x="21600" y="3863"/>
                  </a:cubicBezTo>
                  <a:cubicBezTo>
                    <a:pt x="21600" y="2810"/>
                    <a:pt x="20892" y="2107"/>
                    <a:pt x="19830" y="2107"/>
                  </a:cubicBezTo>
                  <a:close/>
                  <a:moveTo>
                    <a:pt x="20361" y="19844"/>
                  </a:moveTo>
                  <a:cubicBezTo>
                    <a:pt x="20361" y="20020"/>
                    <a:pt x="20184" y="20195"/>
                    <a:pt x="19830" y="20195"/>
                  </a:cubicBezTo>
                  <a:cubicBezTo>
                    <a:pt x="1770" y="20195"/>
                    <a:pt x="1770" y="20195"/>
                    <a:pt x="1770" y="20195"/>
                  </a:cubicBezTo>
                  <a:cubicBezTo>
                    <a:pt x="1593" y="20195"/>
                    <a:pt x="1239" y="20020"/>
                    <a:pt x="1239" y="19844"/>
                  </a:cubicBezTo>
                  <a:cubicBezTo>
                    <a:pt x="1239" y="3863"/>
                    <a:pt x="1239" y="3863"/>
                    <a:pt x="1239" y="3863"/>
                  </a:cubicBezTo>
                  <a:cubicBezTo>
                    <a:pt x="1239" y="3512"/>
                    <a:pt x="1593" y="3337"/>
                    <a:pt x="1770" y="3337"/>
                  </a:cubicBezTo>
                  <a:cubicBezTo>
                    <a:pt x="4780" y="3337"/>
                    <a:pt x="4780" y="3337"/>
                    <a:pt x="4780" y="3337"/>
                  </a:cubicBezTo>
                  <a:cubicBezTo>
                    <a:pt x="4780" y="4741"/>
                    <a:pt x="4780" y="4741"/>
                    <a:pt x="4780" y="4741"/>
                  </a:cubicBezTo>
                  <a:cubicBezTo>
                    <a:pt x="4780" y="5093"/>
                    <a:pt x="4957" y="5444"/>
                    <a:pt x="5311" y="5444"/>
                  </a:cubicBezTo>
                  <a:cubicBezTo>
                    <a:pt x="5666" y="5444"/>
                    <a:pt x="6020" y="5093"/>
                    <a:pt x="6020" y="4741"/>
                  </a:cubicBezTo>
                  <a:cubicBezTo>
                    <a:pt x="6020" y="3337"/>
                    <a:pt x="6020" y="3337"/>
                    <a:pt x="6020" y="3337"/>
                  </a:cubicBezTo>
                  <a:cubicBezTo>
                    <a:pt x="10092" y="3337"/>
                    <a:pt x="10092" y="3337"/>
                    <a:pt x="10092" y="3337"/>
                  </a:cubicBezTo>
                  <a:cubicBezTo>
                    <a:pt x="10092" y="4741"/>
                    <a:pt x="10092" y="4741"/>
                    <a:pt x="10092" y="4741"/>
                  </a:cubicBezTo>
                  <a:cubicBezTo>
                    <a:pt x="10092" y="5093"/>
                    <a:pt x="10446" y="5444"/>
                    <a:pt x="10800" y="5444"/>
                  </a:cubicBezTo>
                  <a:cubicBezTo>
                    <a:pt x="11154" y="5444"/>
                    <a:pt x="11508" y="5093"/>
                    <a:pt x="11508" y="4741"/>
                  </a:cubicBezTo>
                  <a:cubicBezTo>
                    <a:pt x="11508" y="3337"/>
                    <a:pt x="11508" y="3337"/>
                    <a:pt x="11508" y="3337"/>
                  </a:cubicBezTo>
                  <a:cubicBezTo>
                    <a:pt x="15580" y="3337"/>
                    <a:pt x="15580" y="3337"/>
                    <a:pt x="15580" y="3337"/>
                  </a:cubicBezTo>
                  <a:cubicBezTo>
                    <a:pt x="15580" y="4741"/>
                    <a:pt x="15580" y="4741"/>
                    <a:pt x="15580" y="4741"/>
                  </a:cubicBezTo>
                  <a:cubicBezTo>
                    <a:pt x="15580" y="5093"/>
                    <a:pt x="15934" y="5444"/>
                    <a:pt x="16289" y="5444"/>
                  </a:cubicBezTo>
                  <a:cubicBezTo>
                    <a:pt x="16643" y="5444"/>
                    <a:pt x="16997" y="5093"/>
                    <a:pt x="16997" y="4741"/>
                  </a:cubicBezTo>
                  <a:cubicBezTo>
                    <a:pt x="16997" y="3337"/>
                    <a:pt x="16997" y="3337"/>
                    <a:pt x="16997" y="3337"/>
                  </a:cubicBezTo>
                  <a:cubicBezTo>
                    <a:pt x="19830" y="3337"/>
                    <a:pt x="19830" y="3337"/>
                    <a:pt x="19830" y="3337"/>
                  </a:cubicBezTo>
                  <a:cubicBezTo>
                    <a:pt x="20184" y="3337"/>
                    <a:pt x="20361" y="3512"/>
                    <a:pt x="20361" y="3863"/>
                  </a:cubicBezTo>
                  <a:lnTo>
                    <a:pt x="20361" y="19844"/>
                  </a:lnTo>
                  <a:close/>
                  <a:moveTo>
                    <a:pt x="20361" y="19844"/>
                  </a:moveTo>
                  <a:cubicBezTo>
                    <a:pt x="20361" y="19844"/>
                    <a:pt x="20361" y="19844"/>
                    <a:pt x="20361" y="19844"/>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12" name="Rectangle">
              <a:extLst>
                <a:ext uri="{FF2B5EF4-FFF2-40B4-BE49-F238E27FC236}">
                  <a16:creationId xmlns:a16="http://schemas.microsoft.com/office/drawing/2014/main" id="{EB737CFC-7617-FA89-A3E0-81C0AB1F635F}"/>
                </a:ext>
              </a:extLst>
            </p:cNvPr>
            <p:cNvSpPr/>
            <p:nvPr/>
          </p:nvSpPr>
          <p:spPr>
            <a:xfrm>
              <a:off x="235809" y="400877"/>
              <a:ext cx="127337" cy="103756"/>
            </a:xfrm>
            <a:prstGeom prst="rect">
              <a:avLst/>
            </a:pr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13" name="Rectangle">
              <a:extLst>
                <a:ext uri="{FF2B5EF4-FFF2-40B4-BE49-F238E27FC236}">
                  <a16:creationId xmlns:a16="http://schemas.microsoft.com/office/drawing/2014/main" id="{C50FC763-5263-6751-E411-3995F304C63A}"/>
                </a:ext>
              </a:extLst>
            </p:cNvPr>
            <p:cNvSpPr/>
            <p:nvPr/>
          </p:nvSpPr>
          <p:spPr>
            <a:xfrm>
              <a:off x="235809" y="565942"/>
              <a:ext cx="127337" cy="103756"/>
            </a:xfrm>
            <a:prstGeom prst="rect">
              <a:avLst/>
            </a:pr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14" name="Rectangle">
              <a:extLst>
                <a:ext uri="{FF2B5EF4-FFF2-40B4-BE49-F238E27FC236}">
                  <a16:creationId xmlns:a16="http://schemas.microsoft.com/office/drawing/2014/main" id="{55B1E514-A458-48D2-A770-CB65366323AB}"/>
                </a:ext>
              </a:extLst>
            </p:cNvPr>
            <p:cNvSpPr/>
            <p:nvPr/>
          </p:nvSpPr>
          <p:spPr>
            <a:xfrm>
              <a:off x="235809" y="740442"/>
              <a:ext cx="127337" cy="94324"/>
            </a:xfrm>
            <a:prstGeom prst="rect">
              <a:avLst/>
            </a:pr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15" name="Rectangle">
              <a:extLst>
                <a:ext uri="{FF2B5EF4-FFF2-40B4-BE49-F238E27FC236}">
                  <a16:creationId xmlns:a16="http://schemas.microsoft.com/office/drawing/2014/main" id="{E3F1A67E-71CD-155B-14F9-F4650C54EFE5}"/>
                </a:ext>
              </a:extLst>
            </p:cNvPr>
            <p:cNvSpPr/>
            <p:nvPr/>
          </p:nvSpPr>
          <p:spPr>
            <a:xfrm>
              <a:off x="462186" y="740442"/>
              <a:ext cx="136772" cy="94324"/>
            </a:xfrm>
            <a:prstGeom prst="rect">
              <a:avLst/>
            </a:pr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16" name="Rectangle">
              <a:extLst>
                <a:ext uri="{FF2B5EF4-FFF2-40B4-BE49-F238E27FC236}">
                  <a16:creationId xmlns:a16="http://schemas.microsoft.com/office/drawing/2014/main" id="{A9EAE131-D43B-A767-88B6-16E49F9B2664}"/>
                </a:ext>
              </a:extLst>
            </p:cNvPr>
            <p:cNvSpPr/>
            <p:nvPr/>
          </p:nvSpPr>
          <p:spPr>
            <a:xfrm>
              <a:off x="462186" y="565942"/>
              <a:ext cx="136772" cy="103756"/>
            </a:xfrm>
            <a:prstGeom prst="rect">
              <a:avLst/>
            </a:pr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17" name="Rectangle">
              <a:extLst>
                <a:ext uri="{FF2B5EF4-FFF2-40B4-BE49-F238E27FC236}">
                  <a16:creationId xmlns:a16="http://schemas.microsoft.com/office/drawing/2014/main" id="{A9699ED3-E114-7D55-AD0C-AF6D3653328E}"/>
                </a:ext>
              </a:extLst>
            </p:cNvPr>
            <p:cNvSpPr/>
            <p:nvPr/>
          </p:nvSpPr>
          <p:spPr>
            <a:xfrm>
              <a:off x="462186" y="400877"/>
              <a:ext cx="136772" cy="103756"/>
            </a:xfrm>
            <a:prstGeom prst="rect">
              <a:avLst/>
            </a:pr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18" name="Rectangle">
              <a:extLst>
                <a:ext uri="{FF2B5EF4-FFF2-40B4-BE49-F238E27FC236}">
                  <a16:creationId xmlns:a16="http://schemas.microsoft.com/office/drawing/2014/main" id="{50C40590-2686-3F15-2547-F4A5AD9F9D85}"/>
                </a:ext>
              </a:extLst>
            </p:cNvPr>
            <p:cNvSpPr/>
            <p:nvPr/>
          </p:nvSpPr>
          <p:spPr>
            <a:xfrm>
              <a:off x="693281" y="740442"/>
              <a:ext cx="141486" cy="94324"/>
            </a:xfrm>
            <a:prstGeom prst="rect">
              <a:avLst/>
            </a:pr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19" name="Rectangle">
              <a:extLst>
                <a:ext uri="{FF2B5EF4-FFF2-40B4-BE49-F238E27FC236}">
                  <a16:creationId xmlns:a16="http://schemas.microsoft.com/office/drawing/2014/main" id="{1D7A1825-8FBD-67F4-4BCF-E8574C72EDF9}"/>
                </a:ext>
              </a:extLst>
            </p:cNvPr>
            <p:cNvSpPr/>
            <p:nvPr/>
          </p:nvSpPr>
          <p:spPr>
            <a:xfrm>
              <a:off x="693281" y="565942"/>
              <a:ext cx="141486" cy="103756"/>
            </a:xfrm>
            <a:prstGeom prst="rect">
              <a:avLst/>
            </a:pr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20" name="Rectangle">
              <a:extLst>
                <a:ext uri="{FF2B5EF4-FFF2-40B4-BE49-F238E27FC236}">
                  <a16:creationId xmlns:a16="http://schemas.microsoft.com/office/drawing/2014/main" id="{5AF619FD-A692-B70D-13F0-0B0712D05B65}"/>
                </a:ext>
              </a:extLst>
            </p:cNvPr>
            <p:cNvSpPr/>
            <p:nvPr/>
          </p:nvSpPr>
          <p:spPr>
            <a:xfrm>
              <a:off x="693281" y="400877"/>
              <a:ext cx="141486" cy="103756"/>
            </a:xfrm>
            <a:prstGeom prst="rect">
              <a:avLst/>
            </a:pr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grpSp>
      <p:grpSp>
        <p:nvGrpSpPr>
          <p:cNvPr id="221" name="Group">
            <a:extLst>
              <a:ext uri="{FF2B5EF4-FFF2-40B4-BE49-F238E27FC236}">
                <a16:creationId xmlns:a16="http://schemas.microsoft.com/office/drawing/2014/main" id="{F7F2A84D-FCE5-0323-63B2-A5C7BA78044D}"/>
              </a:ext>
            </a:extLst>
          </p:cNvPr>
          <p:cNvGrpSpPr/>
          <p:nvPr/>
        </p:nvGrpSpPr>
        <p:grpSpPr>
          <a:xfrm>
            <a:off x="1596521" y="4043545"/>
            <a:ext cx="518028" cy="489749"/>
            <a:chOff x="0" y="0"/>
            <a:chExt cx="1065854" cy="1070576"/>
          </a:xfrm>
          <a:solidFill>
            <a:schemeClr val="tx1"/>
          </a:solidFill>
        </p:grpSpPr>
        <p:sp>
          <p:nvSpPr>
            <p:cNvPr id="222" name="Shape">
              <a:extLst>
                <a:ext uri="{FF2B5EF4-FFF2-40B4-BE49-F238E27FC236}">
                  <a16:creationId xmlns:a16="http://schemas.microsoft.com/office/drawing/2014/main" id="{0243BEF1-61FE-8AA3-35BE-09141461A526}"/>
                </a:ext>
              </a:extLst>
            </p:cNvPr>
            <p:cNvSpPr/>
            <p:nvPr/>
          </p:nvSpPr>
          <p:spPr>
            <a:xfrm>
              <a:off x="580814" y="141485"/>
              <a:ext cx="348999" cy="348999"/>
            </a:xfrm>
            <a:custGeom>
              <a:avLst/>
              <a:gdLst/>
              <a:ahLst/>
              <a:cxnLst>
                <a:cxn ang="0">
                  <a:pos x="wd2" y="hd2"/>
                </a:cxn>
                <a:cxn ang="5400000">
                  <a:pos x="wd2" y="hd2"/>
                </a:cxn>
                <a:cxn ang="10800000">
                  <a:pos x="wd2" y="hd2"/>
                </a:cxn>
                <a:cxn ang="16200000">
                  <a:pos x="wd2" y="hd2"/>
                </a:cxn>
              </a:cxnLst>
              <a:rect l="0" t="0" r="r" b="b"/>
              <a:pathLst>
                <a:path w="21600" h="21600" extrusionOk="0">
                  <a:moveTo>
                    <a:pt x="19440" y="20520"/>
                  </a:moveTo>
                  <a:cubicBezTo>
                    <a:pt x="19440" y="20520"/>
                    <a:pt x="19440" y="20520"/>
                    <a:pt x="19440" y="20520"/>
                  </a:cubicBezTo>
                  <a:cubicBezTo>
                    <a:pt x="19440" y="21060"/>
                    <a:pt x="19980" y="21600"/>
                    <a:pt x="20520" y="21600"/>
                  </a:cubicBezTo>
                  <a:cubicBezTo>
                    <a:pt x="21060" y="21600"/>
                    <a:pt x="21600" y="21060"/>
                    <a:pt x="21600" y="20520"/>
                  </a:cubicBezTo>
                  <a:cubicBezTo>
                    <a:pt x="21600" y="20520"/>
                    <a:pt x="21600" y="20520"/>
                    <a:pt x="21600" y="20520"/>
                  </a:cubicBezTo>
                  <a:cubicBezTo>
                    <a:pt x="21600" y="9180"/>
                    <a:pt x="12420" y="0"/>
                    <a:pt x="1080" y="0"/>
                  </a:cubicBezTo>
                  <a:cubicBezTo>
                    <a:pt x="1080" y="0"/>
                    <a:pt x="1080" y="0"/>
                    <a:pt x="1080" y="0"/>
                  </a:cubicBezTo>
                  <a:cubicBezTo>
                    <a:pt x="540" y="0"/>
                    <a:pt x="0" y="0"/>
                    <a:pt x="0" y="540"/>
                  </a:cubicBezTo>
                  <a:cubicBezTo>
                    <a:pt x="0" y="1620"/>
                    <a:pt x="540" y="1620"/>
                    <a:pt x="1080" y="1620"/>
                  </a:cubicBezTo>
                  <a:cubicBezTo>
                    <a:pt x="1080" y="1620"/>
                    <a:pt x="1080" y="1620"/>
                    <a:pt x="1080" y="1620"/>
                  </a:cubicBezTo>
                  <a:cubicBezTo>
                    <a:pt x="11340" y="1620"/>
                    <a:pt x="19440" y="10260"/>
                    <a:pt x="19440" y="20520"/>
                  </a:cubicBezTo>
                  <a:close/>
                  <a:moveTo>
                    <a:pt x="19440" y="20520"/>
                  </a:moveTo>
                  <a:cubicBezTo>
                    <a:pt x="19440" y="20520"/>
                    <a:pt x="19440" y="20520"/>
                    <a:pt x="19440" y="2052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23" name="Shape">
              <a:extLst>
                <a:ext uri="{FF2B5EF4-FFF2-40B4-BE49-F238E27FC236}">
                  <a16:creationId xmlns:a16="http://schemas.microsoft.com/office/drawing/2014/main" id="{0F0CAB4C-C2E4-9AE1-90F3-CDE8CD1E0AA7}"/>
                </a:ext>
              </a:extLst>
            </p:cNvPr>
            <p:cNvSpPr/>
            <p:nvPr/>
          </p:nvSpPr>
          <p:spPr>
            <a:xfrm>
              <a:off x="0" y="0"/>
              <a:ext cx="1065855" cy="1070577"/>
            </a:xfrm>
            <a:custGeom>
              <a:avLst/>
              <a:gdLst/>
              <a:ahLst/>
              <a:cxnLst>
                <a:cxn ang="0">
                  <a:pos x="wd2" y="hd2"/>
                </a:cxn>
                <a:cxn ang="5400000">
                  <a:pos x="wd2" y="hd2"/>
                </a:cxn>
                <a:cxn ang="10800000">
                  <a:pos x="wd2" y="hd2"/>
                </a:cxn>
                <a:cxn ang="16200000">
                  <a:pos x="wd2" y="hd2"/>
                </a:cxn>
              </a:cxnLst>
              <a:rect l="0" t="0" r="r" b="b"/>
              <a:pathLst>
                <a:path w="21317" h="21600" extrusionOk="0">
                  <a:moveTo>
                    <a:pt x="6097" y="702"/>
                  </a:moveTo>
                  <a:cubicBezTo>
                    <a:pt x="5749" y="176"/>
                    <a:pt x="5226" y="0"/>
                    <a:pt x="4703" y="0"/>
                  </a:cubicBezTo>
                  <a:cubicBezTo>
                    <a:pt x="4355" y="0"/>
                    <a:pt x="4181" y="0"/>
                    <a:pt x="3832" y="176"/>
                  </a:cubicBezTo>
                  <a:cubicBezTo>
                    <a:pt x="3136" y="527"/>
                    <a:pt x="2613" y="1229"/>
                    <a:pt x="2613" y="2107"/>
                  </a:cubicBezTo>
                  <a:cubicBezTo>
                    <a:pt x="2613" y="11239"/>
                    <a:pt x="2613" y="11239"/>
                    <a:pt x="2613" y="11239"/>
                  </a:cubicBezTo>
                  <a:cubicBezTo>
                    <a:pt x="523" y="13346"/>
                    <a:pt x="523" y="13346"/>
                    <a:pt x="523" y="13346"/>
                  </a:cubicBezTo>
                  <a:cubicBezTo>
                    <a:pt x="-174" y="14224"/>
                    <a:pt x="-174" y="15454"/>
                    <a:pt x="523" y="16332"/>
                  </a:cubicBezTo>
                  <a:cubicBezTo>
                    <a:pt x="5226" y="21073"/>
                    <a:pt x="5226" y="21073"/>
                    <a:pt x="5226" y="21073"/>
                  </a:cubicBezTo>
                  <a:cubicBezTo>
                    <a:pt x="5574" y="21424"/>
                    <a:pt x="6097" y="21600"/>
                    <a:pt x="6620" y="21600"/>
                  </a:cubicBezTo>
                  <a:cubicBezTo>
                    <a:pt x="7142" y="21600"/>
                    <a:pt x="7665" y="21424"/>
                    <a:pt x="8013" y="21073"/>
                  </a:cubicBezTo>
                  <a:cubicBezTo>
                    <a:pt x="10103" y="18966"/>
                    <a:pt x="10103" y="18966"/>
                    <a:pt x="10103" y="18966"/>
                  </a:cubicBezTo>
                  <a:cubicBezTo>
                    <a:pt x="19336" y="18966"/>
                    <a:pt x="19336" y="18966"/>
                    <a:pt x="19336" y="18966"/>
                  </a:cubicBezTo>
                  <a:cubicBezTo>
                    <a:pt x="20207" y="18966"/>
                    <a:pt x="20903" y="18439"/>
                    <a:pt x="21252" y="17561"/>
                  </a:cubicBezTo>
                  <a:cubicBezTo>
                    <a:pt x="21426" y="16859"/>
                    <a:pt x="21252" y="15980"/>
                    <a:pt x="20729" y="15454"/>
                  </a:cubicBezTo>
                  <a:lnTo>
                    <a:pt x="6097" y="702"/>
                  </a:lnTo>
                  <a:close/>
                  <a:moveTo>
                    <a:pt x="9232" y="17912"/>
                  </a:moveTo>
                  <a:cubicBezTo>
                    <a:pt x="7142" y="20020"/>
                    <a:pt x="7142" y="20020"/>
                    <a:pt x="7142" y="20020"/>
                  </a:cubicBezTo>
                  <a:cubicBezTo>
                    <a:pt x="6968" y="20195"/>
                    <a:pt x="6794" y="20195"/>
                    <a:pt x="6620" y="20195"/>
                  </a:cubicBezTo>
                  <a:cubicBezTo>
                    <a:pt x="6620" y="20195"/>
                    <a:pt x="6271" y="20195"/>
                    <a:pt x="6097" y="20020"/>
                  </a:cubicBezTo>
                  <a:cubicBezTo>
                    <a:pt x="1568" y="15278"/>
                    <a:pt x="1568" y="15278"/>
                    <a:pt x="1568" y="15278"/>
                  </a:cubicBezTo>
                  <a:cubicBezTo>
                    <a:pt x="1394" y="15102"/>
                    <a:pt x="1220" y="14927"/>
                    <a:pt x="1220" y="14927"/>
                  </a:cubicBezTo>
                  <a:cubicBezTo>
                    <a:pt x="1220" y="14751"/>
                    <a:pt x="1394" y="14576"/>
                    <a:pt x="1568" y="14400"/>
                  </a:cubicBezTo>
                  <a:cubicBezTo>
                    <a:pt x="3658" y="12293"/>
                    <a:pt x="3658" y="12293"/>
                    <a:pt x="3658" y="12293"/>
                  </a:cubicBezTo>
                  <a:cubicBezTo>
                    <a:pt x="3658" y="12293"/>
                    <a:pt x="3658" y="12293"/>
                    <a:pt x="3658" y="12293"/>
                  </a:cubicBezTo>
                  <a:cubicBezTo>
                    <a:pt x="9232" y="17912"/>
                    <a:pt x="9232" y="17912"/>
                    <a:pt x="9232" y="17912"/>
                  </a:cubicBezTo>
                  <a:cubicBezTo>
                    <a:pt x="9232" y="17912"/>
                    <a:pt x="9232" y="17912"/>
                    <a:pt x="9232" y="17912"/>
                  </a:cubicBezTo>
                  <a:close/>
                  <a:moveTo>
                    <a:pt x="10103" y="17561"/>
                  </a:moveTo>
                  <a:cubicBezTo>
                    <a:pt x="10103" y="17561"/>
                    <a:pt x="9929" y="17561"/>
                    <a:pt x="9755" y="17561"/>
                  </a:cubicBezTo>
                  <a:cubicBezTo>
                    <a:pt x="3832" y="11590"/>
                    <a:pt x="3832" y="11590"/>
                    <a:pt x="3832" y="11590"/>
                  </a:cubicBezTo>
                  <a:cubicBezTo>
                    <a:pt x="4007" y="11590"/>
                    <a:pt x="4007" y="11415"/>
                    <a:pt x="4007" y="11239"/>
                  </a:cubicBezTo>
                  <a:cubicBezTo>
                    <a:pt x="4007" y="3161"/>
                    <a:pt x="4007" y="3161"/>
                    <a:pt x="4007" y="3161"/>
                  </a:cubicBezTo>
                  <a:cubicBezTo>
                    <a:pt x="18116" y="17561"/>
                    <a:pt x="18116" y="17561"/>
                    <a:pt x="18116" y="17561"/>
                  </a:cubicBezTo>
                  <a:lnTo>
                    <a:pt x="10103" y="17561"/>
                  </a:lnTo>
                  <a:close/>
                  <a:moveTo>
                    <a:pt x="20032" y="17210"/>
                  </a:moveTo>
                  <a:cubicBezTo>
                    <a:pt x="19858" y="17385"/>
                    <a:pt x="19684" y="17561"/>
                    <a:pt x="19336" y="17561"/>
                  </a:cubicBezTo>
                  <a:cubicBezTo>
                    <a:pt x="19161" y="17561"/>
                    <a:pt x="19161" y="17561"/>
                    <a:pt x="19161" y="17561"/>
                  </a:cubicBezTo>
                  <a:cubicBezTo>
                    <a:pt x="4007" y="2283"/>
                    <a:pt x="4007" y="2283"/>
                    <a:pt x="4007" y="2283"/>
                  </a:cubicBezTo>
                  <a:cubicBezTo>
                    <a:pt x="4007" y="2107"/>
                    <a:pt x="4007" y="2107"/>
                    <a:pt x="4007" y="2107"/>
                  </a:cubicBezTo>
                  <a:cubicBezTo>
                    <a:pt x="4007" y="1756"/>
                    <a:pt x="4181" y="1580"/>
                    <a:pt x="4355" y="1405"/>
                  </a:cubicBezTo>
                  <a:cubicBezTo>
                    <a:pt x="4529" y="1405"/>
                    <a:pt x="4529" y="1405"/>
                    <a:pt x="4703" y="1405"/>
                  </a:cubicBezTo>
                  <a:cubicBezTo>
                    <a:pt x="4878" y="1405"/>
                    <a:pt x="5052" y="1405"/>
                    <a:pt x="5052" y="1580"/>
                  </a:cubicBezTo>
                  <a:cubicBezTo>
                    <a:pt x="19858" y="16332"/>
                    <a:pt x="19858" y="16332"/>
                    <a:pt x="19858" y="16332"/>
                  </a:cubicBezTo>
                  <a:cubicBezTo>
                    <a:pt x="20032" y="16507"/>
                    <a:pt x="20032" y="16859"/>
                    <a:pt x="20032" y="17210"/>
                  </a:cubicBezTo>
                  <a:close/>
                  <a:moveTo>
                    <a:pt x="20032" y="17210"/>
                  </a:moveTo>
                  <a:cubicBezTo>
                    <a:pt x="20032" y="17210"/>
                    <a:pt x="20032" y="17210"/>
                    <a:pt x="20032" y="1721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24" name="Shape">
              <a:extLst>
                <a:ext uri="{FF2B5EF4-FFF2-40B4-BE49-F238E27FC236}">
                  <a16:creationId xmlns:a16="http://schemas.microsoft.com/office/drawing/2014/main" id="{66758DB3-7BEB-B083-B9C2-AA64CE14CCE4}"/>
                </a:ext>
              </a:extLst>
            </p:cNvPr>
            <p:cNvSpPr/>
            <p:nvPr/>
          </p:nvSpPr>
          <p:spPr>
            <a:xfrm>
              <a:off x="566664" y="0"/>
              <a:ext cx="495202" cy="504634"/>
            </a:xfrm>
            <a:custGeom>
              <a:avLst/>
              <a:gdLst/>
              <a:ahLst/>
              <a:cxnLst>
                <a:cxn ang="0">
                  <a:pos x="wd2" y="hd2"/>
                </a:cxn>
                <a:cxn ang="5400000">
                  <a:pos x="wd2" y="hd2"/>
                </a:cxn>
                <a:cxn ang="10800000">
                  <a:pos x="wd2" y="hd2"/>
                </a:cxn>
                <a:cxn ang="16200000">
                  <a:pos x="wd2" y="hd2"/>
                </a:cxn>
              </a:cxnLst>
              <a:rect l="0" t="0" r="r" b="b"/>
              <a:pathLst>
                <a:path w="21600" h="21600" extrusionOk="0">
                  <a:moveTo>
                    <a:pt x="1516" y="2979"/>
                  </a:moveTo>
                  <a:cubicBezTo>
                    <a:pt x="1516" y="2979"/>
                    <a:pt x="1516" y="2979"/>
                    <a:pt x="1516" y="2979"/>
                  </a:cubicBezTo>
                  <a:cubicBezTo>
                    <a:pt x="10989" y="2979"/>
                    <a:pt x="18947" y="10800"/>
                    <a:pt x="18947" y="20110"/>
                  </a:cubicBezTo>
                  <a:cubicBezTo>
                    <a:pt x="18947" y="20855"/>
                    <a:pt x="19705" y="21600"/>
                    <a:pt x="20463" y="21600"/>
                  </a:cubicBezTo>
                  <a:cubicBezTo>
                    <a:pt x="21221" y="21600"/>
                    <a:pt x="21600" y="20855"/>
                    <a:pt x="21600" y="20110"/>
                  </a:cubicBezTo>
                  <a:cubicBezTo>
                    <a:pt x="21600" y="20110"/>
                    <a:pt x="21600" y="20110"/>
                    <a:pt x="21600" y="20110"/>
                  </a:cubicBezTo>
                  <a:cubicBezTo>
                    <a:pt x="21600" y="8938"/>
                    <a:pt x="12505" y="0"/>
                    <a:pt x="1516" y="0"/>
                  </a:cubicBezTo>
                  <a:cubicBezTo>
                    <a:pt x="1516" y="0"/>
                    <a:pt x="1516" y="0"/>
                    <a:pt x="1516" y="0"/>
                  </a:cubicBezTo>
                  <a:cubicBezTo>
                    <a:pt x="758" y="0"/>
                    <a:pt x="0" y="745"/>
                    <a:pt x="0" y="1490"/>
                  </a:cubicBezTo>
                  <a:cubicBezTo>
                    <a:pt x="0" y="2234"/>
                    <a:pt x="758" y="2979"/>
                    <a:pt x="1516" y="2979"/>
                  </a:cubicBezTo>
                  <a:close/>
                  <a:moveTo>
                    <a:pt x="1516" y="2979"/>
                  </a:moveTo>
                  <a:cubicBezTo>
                    <a:pt x="1516" y="2979"/>
                    <a:pt x="1516" y="2979"/>
                    <a:pt x="1516" y="2979"/>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grpSp>
      <p:grpSp>
        <p:nvGrpSpPr>
          <p:cNvPr id="225" name="Group">
            <a:extLst>
              <a:ext uri="{FF2B5EF4-FFF2-40B4-BE49-F238E27FC236}">
                <a16:creationId xmlns:a16="http://schemas.microsoft.com/office/drawing/2014/main" id="{50B50365-6D3B-82C7-5DAF-BE8655E2E0FF}"/>
              </a:ext>
            </a:extLst>
          </p:cNvPr>
          <p:cNvGrpSpPr/>
          <p:nvPr/>
        </p:nvGrpSpPr>
        <p:grpSpPr>
          <a:xfrm>
            <a:off x="2555000" y="4112584"/>
            <a:ext cx="517152" cy="366772"/>
            <a:chOff x="0" y="0"/>
            <a:chExt cx="1064048" cy="801752"/>
          </a:xfrm>
          <a:solidFill>
            <a:schemeClr val="tx1"/>
          </a:solidFill>
        </p:grpSpPr>
        <p:sp>
          <p:nvSpPr>
            <p:cNvPr id="226" name="Shape">
              <a:extLst>
                <a:ext uri="{FF2B5EF4-FFF2-40B4-BE49-F238E27FC236}">
                  <a16:creationId xmlns:a16="http://schemas.microsoft.com/office/drawing/2014/main" id="{7134AFBF-4901-0C34-701D-2E2A46795C95}"/>
                </a:ext>
              </a:extLst>
            </p:cNvPr>
            <p:cNvSpPr/>
            <p:nvPr/>
          </p:nvSpPr>
          <p:spPr>
            <a:xfrm>
              <a:off x="0" y="0"/>
              <a:ext cx="1064049" cy="801753"/>
            </a:xfrm>
            <a:custGeom>
              <a:avLst/>
              <a:gdLst/>
              <a:ahLst/>
              <a:cxnLst>
                <a:cxn ang="0">
                  <a:pos x="wd2" y="hd2"/>
                </a:cxn>
                <a:cxn ang="5400000">
                  <a:pos x="wd2" y="hd2"/>
                </a:cxn>
                <a:cxn ang="10800000">
                  <a:pos x="wd2" y="hd2"/>
                </a:cxn>
                <a:cxn ang="16200000">
                  <a:pos x="wd2" y="hd2"/>
                </a:cxn>
              </a:cxnLst>
              <a:rect l="0" t="0" r="r" b="b"/>
              <a:pathLst>
                <a:path w="21468" h="21600" extrusionOk="0">
                  <a:moveTo>
                    <a:pt x="21073" y="8687"/>
                  </a:moveTo>
                  <a:cubicBezTo>
                    <a:pt x="17737" y="1643"/>
                    <a:pt x="17737" y="1643"/>
                    <a:pt x="17737" y="1643"/>
                  </a:cubicBezTo>
                  <a:cubicBezTo>
                    <a:pt x="17210" y="470"/>
                    <a:pt x="16332" y="0"/>
                    <a:pt x="15454" y="0"/>
                  </a:cubicBezTo>
                  <a:cubicBezTo>
                    <a:pt x="2634" y="0"/>
                    <a:pt x="2634" y="0"/>
                    <a:pt x="2634" y="0"/>
                  </a:cubicBezTo>
                  <a:cubicBezTo>
                    <a:pt x="1054" y="0"/>
                    <a:pt x="0" y="1409"/>
                    <a:pt x="0" y="3522"/>
                  </a:cubicBezTo>
                  <a:cubicBezTo>
                    <a:pt x="0" y="17843"/>
                    <a:pt x="0" y="17843"/>
                    <a:pt x="0" y="17843"/>
                  </a:cubicBezTo>
                  <a:cubicBezTo>
                    <a:pt x="0" y="19957"/>
                    <a:pt x="1054" y="21600"/>
                    <a:pt x="2634" y="21600"/>
                  </a:cubicBezTo>
                  <a:cubicBezTo>
                    <a:pt x="15454" y="21600"/>
                    <a:pt x="15454" y="21600"/>
                    <a:pt x="15454" y="21600"/>
                  </a:cubicBezTo>
                  <a:cubicBezTo>
                    <a:pt x="16332" y="21600"/>
                    <a:pt x="17210" y="20896"/>
                    <a:pt x="17737" y="19722"/>
                  </a:cubicBezTo>
                  <a:cubicBezTo>
                    <a:pt x="21073" y="12678"/>
                    <a:pt x="21073" y="12678"/>
                    <a:pt x="21073" y="12678"/>
                  </a:cubicBezTo>
                  <a:cubicBezTo>
                    <a:pt x="21600" y="11504"/>
                    <a:pt x="21600" y="9861"/>
                    <a:pt x="21073" y="8687"/>
                  </a:cubicBezTo>
                  <a:close/>
                  <a:moveTo>
                    <a:pt x="19844" y="11739"/>
                  </a:moveTo>
                  <a:cubicBezTo>
                    <a:pt x="16507" y="18783"/>
                    <a:pt x="16507" y="18783"/>
                    <a:pt x="16507" y="18783"/>
                  </a:cubicBezTo>
                  <a:cubicBezTo>
                    <a:pt x="16332" y="19487"/>
                    <a:pt x="15805" y="19722"/>
                    <a:pt x="15454" y="19722"/>
                  </a:cubicBezTo>
                  <a:cubicBezTo>
                    <a:pt x="2634" y="19722"/>
                    <a:pt x="2634" y="19722"/>
                    <a:pt x="2634" y="19722"/>
                  </a:cubicBezTo>
                  <a:cubicBezTo>
                    <a:pt x="1932" y="19722"/>
                    <a:pt x="1229" y="18783"/>
                    <a:pt x="1229" y="17843"/>
                  </a:cubicBezTo>
                  <a:cubicBezTo>
                    <a:pt x="1229" y="3522"/>
                    <a:pt x="1229" y="3522"/>
                    <a:pt x="1229" y="3522"/>
                  </a:cubicBezTo>
                  <a:cubicBezTo>
                    <a:pt x="1229" y="2583"/>
                    <a:pt x="1932" y="1643"/>
                    <a:pt x="2634" y="1643"/>
                  </a:cubicBezTo>
                  <a:cubicBezTo>
                    <a:pt x="15454" y="1643"/>
                    <a:pt x="15454" y="1643"/>
                    <a:pt x="15454" y="1643"/>
                  </a:cubicBezTo>
                  <a:cubicBezTo>
                    <a:pt x="15805" y="1643"/>
                    <a:pt x="16332" y="2113"/>
                    <a:pt x="16507" y="2583"/>
                  </a:cubicBezTo>
                  <a:cubicBezTo>
                    <a:pt x="19844" y="9626"/>
                    <a:pt x="19844" y="9626"/>
                    <a:pt x="19844" y="9626"/>
                  </a:cubicBezTo>
                  <a:cubicBezTo>
                    <a:pt x="20195" y="10330"/>
                    <a:pt x="20195" y="11035"/>
                    <a:pt x="19844" y="11739"/>
                  </a:cubicBezTo>
                  <a:close/>
                  <a:moveTo>
                    <a:pt x="19844" y="11739"/>
                  </a:moveTo>
                  <a:cubicBezTo>
                    <a:pt x="19844" y="11739"/>
                    <a:pt x="19844" y="11739"/>
                    <a:pt x="19844" y="11739"/>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27" name="Shape">
              <a:extLst>
                <a:ext uri="{FF2B5EF4-FFF2-40B4-BE49-F238E27FC236}">
                  <a16:creationId xmlns:a16="http://schemas.microsoft.com/office/drawing/2014/main" id="{7484C4FB-FC1C-BC7E-0412-2B32123B09B2}"/>
                </a:ext>
              </a:extLst>
            </p:cNvPr>
            <p:cNvSpPr/>
            <p:nvPr/>
          </p:nvSpPr>
          <p:spPr>
            <a:xfrm>
              <a:off x="660266" y="292403"/>
              <a:ext cx="198081" cy="202799"/>
            </a:xfrm>
            <a:custGeom>
              <a:avLst/>
              <a:gdLst/>
              <a:ahLst/>
              <a:cxnLst>
                <a:cxn ang="0">
                  <a:pos x="wd2" y="hd2"/>
                </a:cxn>
                <a:cxn ang="5400000">
                  <a:pos x="wd2" y="hd2"/>
                </a:cxn>
                <a:cxn ang="10800000">
                  <a:pos x="wd2" y="hd2"/>
                </a:cxn>
                <a:cxn ang="16200000">
                  <a:pos x="wd2" y="hd2"/>
                </a:cxn>
              </a:cxnLst>
              <a:rect l="0" t="0" r="r" b="b"/>
              <a:pathLst>
                <a:path w="21600" h="21600" extrusionOk="0">
                  <a:moveTo>
                    <a:pt x="11270" y="0"/>
                  </a:moveTo>
                  <a:cubicBezTo>
                    <a:pt x="4696" y="0"/>
                    <a:pt x="0" y="4696"/>
                    <a:pt x="0" y="11270"/>
                  </a:cubicBezTo>
                  <a:cubicBezTo>
                    <a:pt x="0" y="16904"/>
                    <a:pt x="4696" y="21600"/>
                    <a:pt x="11270" y="21600"/>
                  </a:cubicBezTo>
                  <a:cubicBezTo>
                    <a:pt x="16904" y="21600"/>
                    <a:pt x="21600" y="16904"/>
                    <a:pt x="21600" y="11270"/>
                  </a:cubicBezTo>
                  <a:cubicBezTo>
                    <a:pt x="21600" y="4696"/>
                    <a:pt x="16904" y="0"/>
                    <a:pt x="11270" y="0"/>
                  </a:cubicBezTo>
                  <a:close/>
                  <a:moveTo>
                    <a:pt x="11270" y="17843"/>
                  </a:moveTo>
                  <a:cubicBezTo>
                    <a:pt x="7513" y="17843"/>
                    <a:pt x="3757" y="15026"/>
                    <a:pt x="3757" y="11270"/>
                  </a:cubicBezTo>
                  <a:cubicBezTo>
                    <a:pt x="3757" y="6574"/>
                    <a:pt x="7513" y="3757"/>
                    <a:pt x="11270" y="3757"/>
                  </a:cubicBezTo>
                  <a:cubicBezTo>
                    <a:pt x="15026" y="3757"/>
                    <a:pt x="17843" y="6574"/>
                    <a:pt x="17843" y="11270"/>
                  </a:cubicBezTo>
                  <a:cubicBezTo>
                    <a:pt x="17843" y="15026"/>
                    <a:pt x="15026" y="17843"/>
                    <a:pt x="11270" y="17843"/>
                  </a:cubicBezTo>
                  <a:close/>
                  <a:moveTo>
                    <a:pt x="11270" y="17843"/>
                  </a:moveTo>
                  <a:cubicBezTo>
                    <a:pt x="11270" y="17843"/>
                    <a:pt x="11270" y="17843"/>
                    <a:pt x="11270" y="17843"/>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grpSp>
      <p:grpSp>
        <p:nvGrpSpPr>
          <p:cNvPr id="228" name="Group">
            <a:extLst>
              <a:ext uri="{FF2B5EF4-FFF2-40B4-BE49-F238E27FC236}">
                <a16:creationId xmlns:a16="http://schemas.microsoft.com/office/drawing/2014/main" id="{6E4BB504-F228-5389-A784-AB423C3727CF}"/>
              </a:ext>
            </a:extLst>
          </p:cNvPr>
          <p:cNvGrpSpPr/>
          <p:nvPr/>
        </p:nvGrpSpPr>
        <p:grpSpPr>
          <a:xfrm>
            <a:off x="3513125" y="4056491"/>
            <a:ext cx="519475" cy="474646"/>
            <a:chOff x="0" y="0"/>
            <a:chExt cx="1068830" cy="1037562"/>
          </a:xfrm>
          <a:solidFill>
            <a:schemeClr val="tx1"/>
          </a:solidFill>
        </p:grpSpPr>
        <p:sp>
          <p:nvSpPr>
            <p:cNvPr id="229" name="Shape">
              <a:extLst>
                <a:ext uri="{FF2B5EF4-FFF2-40B4-BE49-F238E27FC236}">
                  <a16:creationId xmlns:a16="http://schemas.microsoft.com/office/drawing/2014/main" id="{9FDB8CCD-992B-D5C7-EAFF-D17B20C8D553}"/>
                </a:ext>
              </a:extLst>
            </p:cNvPr>
            <p:cNvSpPr/>
            <p:nvPr/>
          </p:nvSpPr>
          <p:spPr>
            <a:xfrm>
              <a:off x="537646" y="565943"/>
              <a:ext cx="132054" cy="132054"/>
            </a:xfrm>
            <a:custGeom>
              <a:avLst/>
              <a:gdLst/>
              <a:ahLst/>
              <a:cxnLst>
                <a:cxn ang="0">
                  <a:pos x="wd2" y="hd2"/>
                </a:cxn>
                <a:cxn ang="5400000">
                  <a:pos x="wd2" y="hd2"/>
                </a:cxn>
                <a:cxn ang="10800000">
                  <a:pos x="wd2" y="hd2"/>
                </a:cxn>
                <a:cxn ang="16200000">
                  <a:pos x="wd2" y="hd2"/>
                </a:cxn>
              </a:cxnLst>
              <a:rect l="0" t="0" r="r" b="b"/>
              <a:pathLst>
                <a:path w="21600" h="21600" extrusionOk="0">
                  <a:moveTo>
                    <a:pt x="21600" y="10080"/>
                  </a:moveTo>
                  <a:cubicBezTo>
                    <a:pt x="21600" y="17280"/>
                    <a:pt x="15840" y="21600"/>
                    <a:pt x="10080" y="21600"/>
                  </a:cubicBezTo>
                  <a:cubicBezTo>
                    <a:pt x="4320" y="21600"/>
                    <a:pt x="0" y="17280"/>
                    <a:pt x="0" y="10080"/>
                  </a:cubicBezTo>
                  <a:cubicBezTo>
                    <a:pt x="0" y="4320"/>
                    <a:pt x="4320" y="0"/>
                    <a:pt x="10080" y="0"/>
                  </a:cubicBezTo>
                  <a:cubicBezTo>
                    <a:pt x="15840" y="0"/>
                    <a:pt x="21600" y="4320"/>
                    <a:pt x="21600" y="10080"/>
                  </a:cubicBezTo>
                  <a:close/>
                  <a:moveTo>
                    <a:pt x="21600" y="10080"/>
                  </a:moveTo>
                  <a:cubicBezTo>
                    <a:pt x="21600" y="10080"/>
                    <a:pt x="21600" y="10080"/>
                    <a:pt x="21600" y="1008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30" name="Shape">
              <a:extLst>
                <a:ext uri="{FF2B5EF4-FFF2-40B4-BE49-F238E27FC236}">
                  <a16:creationId xmlns:a16="http://schemas.microsoft.com/office/drawing/2014/main" id="{A2B15BDC-CF48-FDB9-0B4B-80C12BA4B552}"/>
                </a:ext>
              </a:extLst>
            </p:cNvPr>
            <p:cNvSpPr/>
            <p:nvPr/>
          </p:nvSpPr>
          <p:spPr>
            <a:xfrm>
              <a:off x="0" y="0"/>
              <a:ext cx="1068831" cy="1037563"/>
            </a:xfrm>
            <a:custGeom>
              <a:avLst/>
              <a:gdLst/>
              <a:ahLst/>
              <a:cxnLst>
                <a:cxn ang="0">
                  <a:pos x="wd2" y="hd2"/>
                </a:cxn>
                <a:cxn ang="5400000">
                  <a:pos x="wd2" y="hd2"/>
                </a:cxn>
                <a:cxn ang="10800000">
                  <a:pos x="wd2" y="hd2"/>
                </a:cxn>
                <a:cxn ang="16200000">
                  <a:pos x="wd2" y="hd2"/>
                </a:cxn>
              </a:cxnLst>
              <a:rect l="0" t="0" r="r" b="b"/>
              <a:pathLst>
                <a:path w="20920" h="21600" extrusionOk="0">
                  <a:moveTo>
                    <a:pt x="18879" y="8350"/>
                  </a:moveTo>
                  <a:cubicBezTo>
                    <a:pt x="18879" y="8350"/>
                    <a:pt x="18879" y="8350"/>
                    <a:pt x="18879" y="8350"/>
                  </a:cubicBezTo>
                  <a:cubicBezTo>
                    <a:pt x="18879" y="1997"/>
                    <a:pt x="18879" y="1997"/>
                    <a:pt x="18879" y="1997"/>
                  </a:cubicBezTo>
                  <a:cubicBezTo>
                    <a:pt x="18879" y="908"/>
                    <a:pt x="18028" y="0"/>
                    <a:pt x="17008" y="0"/>
                  </a:cubicBezTo>
                  <a:cubicBezTo>
                    <a:pt x="3572" y="0"/>
                    <a:pt x="3572" y="0"/>
                    <a:pt x="3572" y="0"/>
                  </a:cubicBezTo>
                  <a:cubicBezTo>
                    <a:pt x="1701" y="0"/>
                    <a:pt x="0" y="1634"/>
                    <a:pt x="0" y="3812"/>
                  </a:cubicBezTo>
                  <a:cubicBezTo>
                    <a:pt x="0" y="17607"/>
                    <a:pt x="0" y="17607"/>
                    <a:pt x="0" y="17607"/>
                  </a:cubicBezTo>
                  <a:cubicBezTo>
                    <a:pt x="0" y="19785"/>
                    <a:pt x="1701" y="21600"/>
                    <a:pt x="3572" y="21600"/>
                  </a:cubicBezTo>
                  <a:cubicBezTo>
                    <a:pt x="15307" y="21600"/>
                    <a:pt x="15307" y="21600"/>
                    <a:pt x="15307" y="21600"/>
                  </a:cubicBezTo>
                  <a:cubicBezTo>
                    <a:pt x="17348" y="21600"/>
                    <a:pt x="18879" y="19785"/>
                    <a:pt x="18879" y="17607"/>
                  </a:cubicBezTo>
                  <a:cubicBezTo>
                    <a:pt x="18879" y="16699"/>
                    <a:pt x="18879" y="16699"/>
                    <a:pt x="18879" y="16699"/>
                  </a:cubicBezTo>
                  <a:cubicBezTo>
                    <a:pt x="21600" y="14521"/>
                    <a:pt x="21600" y="10346"/>
                    <a:pt x="18879" y="8350"/>
                  </a:cubicBezTo>
                  <a:close/>
                  <a:moveTo>
                    <a:pt x="3572" y="1271"/>
                  </a:moveTo>
                  <a:cubicBezTo>
                    <a:pt x="17008" y="1271"/>
                    <a:pt x="17008" y="1271"/>
                    <a:pt x="17008" y="1271"/>
                  </a:cubicBezTo>
                  <a:cubicBezTo>
                    <a:pt x="17348" y="1271"/>
                    <a:pt x="17688" y="1634"/>
                    <a:pt x="17688" y="1997"/>
                  </a:cubicBezTo>
                  <a:cubicBezTo>
                    <a:pt x="17688" y="6353"/>
                    <a:pt x="17688" y="6353"/>
                    <a:pt x="17688" y="6353"/>
                  </a:cubicBezTo>
                  <a:cubicBezTo>
                    <a:pt x="17518" y="6171"/>
                    <a:pt x="17178" y="6171"/>
                    <a:pt x="17008" y="6171"/>
                  </a:cubicBezTo>
                  <a:cubicBezTo>
                    <a:pt x="17008" y="2723"/>
                    <a:pt x="17008" y="2723"/>
                    <a:pt x="17008" y="2723"/>
                  </a:cubicBezTo>
                  <a:cubicBezTo>
                    <a:pt x="17008" y="2360"/>
                    <a:pt x="16668" y="1997"/>
                    <a:pt x="16328" y="1997"/>
                  </a:cubicBezTo>
                  <a:cubicBezTo>
                    <a:pt x="2721" y="1997"/>
                    <a:pt x="2721" y="1997"/>
                    <a:pt x="2721" y="1997"/>
                  </a:cubicBezTo>
                  <a:cubicBezTo>
                    <a:pt x="2211" y="1997"/>
                    <a:pt x="2041" y="2360"/>
                    <a:pt x="2041" y="2723"/>
                  </a:cubicBezTo>
                  <a:cubicBezTo>
                    <a:pt x="2041" y="5445"/>
                    <a:pt x="2041" y="5445"/>
                    <a:pt x="2041" y="5445"/>
                  </a:cubicBezTo>
                  <a:cubicBezTo>
                    <a:pt x="1531" y="5082"/>
                    <a:pt x="1361" y="4356"/>
                    <a:pt x="1361" y="3812"/>
                  </a:cubicBezTo>
                  <a:cubicBezTo>
                    <a:pt x="1361" y="2360"/>
                    <a:pt x="2381" y="1271"/>
                    <a:pt x="3572" y="1271"/>
                  </a:cubicBezTo>
                  <a:close/>
                  <a:moveTo>
                    <a:pt x="16328" y="3449"/>
                  </a:moveTo>
                  <a:cubicBezTo>
                    <a:pt x="2721" y="3449"/>
                    <a:pt x="2721" y="3449"/>
                    <a:pt x="2721" y="3449"/>
                  </a:cubicBezTo>
                  <a:cubicBezTo>
                    <a:pt x="2721" y="2723"/>
                    <a:pt x="2721" y="2723"/>
                    <a:pt x="2721" y="2723"/>
                  </a:cubicBezTo>
                  <a:cubicBezTo>
                    <a:pt x="16328" y="2723"/>
                    <a:pt x="16328" y="2723"/>
                    <a:pt x="16328" y="2723"/>
                  </a:cubicBezTo>
                  <a:lnTo>
                    <a:pt x="16328" y="3449"/>
                  </a:lnTo>
                  <a:close/>
                  <a:moveTo>
                    <a:pt x="16328" y="4175"/>
                  </a:moveTo>
                  <a:cubicBezTo>
                    <a:pt x="16328" y="4719"/>
                    <a:pt x="16328" y="4719"/>
                    <a:pt x="16328" y="4719"/>
                  </a:cubicBezTo>
                  <a:cubicBezTo>
                    <a:pt x="2721" y="4719"/>
                    <a:pt x="2721" y="4719"/>
                    <a:pt x="2721" y="4719"/>
                  </a:cubicBezTo>
                  <a:cubicBezTo>
                    <a:pt x="2721" y="4175"/>
                    <a:pt x="2721" y="4175"/>
                    <a:pt x="2721" y="4175"/>
                  </a:cubicBezTo>
                  <a:lnTo>
                    <a:pt x="16328" y="4175"/>
                  </a:lnTo>
                  <a:close/>
                  <a:moveTo>
                    <a:pt x="16328" y="5445"/>
                  </a:moveTo>
                  <a:cubicBezTo>
                    <a:pt x="16328" y="6171"/>
                    <a:pt x="16328" y="6171"/>
                    <a:pt x="16328" y="6171"/>
                  </a:cubicBezTo>
                  <a:cubicBezTo>
                    <a:pt x="3572" y="6171"/>
                    <a:pt x="3572" y="6171"/>
                    <a:pt x="3572" y="6171"/>
                  </a:cubicBezTo>
                  <a:cubicBezTo>
                    <a:pt x="3231" y="6171"/>
                    <a:pt x="2891" y="6171"/>
                    <a:pt x="2721" y="5990"/>
                  </a:cubicBezTo>
                  <a:cubicBezTo>
                    <a:pt x="2721" y="5445"/>
                    <a:pt x="2721" y="5445"/>
                    <a:pt x="2721" y="5445"/>
                  </a:cubicBezTo>
                  <a:lnTo>
                    <a:pt x="16328" y="5445"/>
                  </a:lnTo>
                  <a:close/>
                  <a:moveTo>
                    <a:pt x="17688" y="17607"/>
                  </a:moveTo>
                  <a:cubicBezTo>
                    <a:pt x="17688" y="19059"/>
                    <a:pt x="16668" y="20148"/>
                    <a:pt x="15307" y="20148"/>
                  </a:cubicBezTo>
                  <a:cubicBezTo>
                    <a:pt x="3572" y="20148"/>
                    <a:pt x="3572" y="20148"/>
                    <a:pt x="3572" y="20148"/>
                  </a:cubicBezTo>
                  <a:cubicBezTo>
                    <a:pt x="2381" y="20148"/>
                    <a:pt x="1361" y="19059"/>
                    <a:pt x="1361" y="17607"/>
                  </a:cubicBezTo>
                  <a:cubicBezTo>
                    <a:pt x="1361" y="6716"/>
                    <a:pt x="1361" y="6716"/>
                    <a:pt x="1361" y="6716"/>
                  </a:cubicBezTo>
                  <a:cubicBezTo>
                    <a:pt x="1871" y="7261"/>
                    <a:pt x="2721" y="7624"/>
                    <a:pt x="3572" y="7624"/>
                  </a:cubicBezTo>
                  <a:cubicBezTo>
                    <a:pt x="17008" y="7624"/>
                    <a:pt x="17008" y="7624"/>
                    <a:pt x="17008" y="7624"/>
                  </a:cubicBezTo>
                  <a:cubicBezTo>
                    <a:pt x="17348" y="7624"/>
                    <a:pt x="17688" y="7987"/>
                    <a:pt x="17688" y="8350"/>
                  </a:cubicBezTo>
                  <a:cubicBezTo>
                    <a:pt x="17688" y="9620"/>
                    <a:pt x="17688" y="9620"/>
                    <a:pt x="17688" y="9620"/>
                  </a:cubicBezTo>
                  <a:cubicBezTo>
                    <a:pt x="11735" y="9620"/>
                    <a:pt x="11735" y="9620"/>
                    <a:pt x="11735" y="9620"/>
                  </a:cubicBezTo>
                  <a:cubicBezTo>
                    <a:pt x="10035" y="9620"/>
                    <a:pt x="8504" y="11254"/>
                    <a:pt x="8504" y="13069"/>
                  </a:cubicBezTo>
                  <a:cubicBezTo>
                    <a:pt x="8504" y="15066"/>
                    <a:pt x="10035" y="16699"/>
                    <a:pt x="11735" y="16699"/>
                  </a:cubicBezTo>
                  <a:cubicBezTo>
                    <a:pt x="17688" y="16699"/>
                    <a:pt x="17688" y="16699"/>
                    <a:pt x="17688" y="16699"/>
                  </a:cubicBezTo>
                  <a:lnTo>
                    <a:pt x="17688" y="17607"/>
                  </a:lnTo>
                  <a:close/>
                  <a:moveTo>
                    <a:pt x="18539" y="15247"/>
                  </a:moveTo>
                  <a:cubicBezTo>
                    <a:pt x="11735" y="15247"/>
                    <a:pt x="11735" y="15247"/>
                    <a:pt x="11735" y="15247"/>
                  </a:cubicBezTo>
                  <a:cubicBezTo>
                    <a:pt x="10715" y="15247"/>
                    <a:pt x="9865" y="14339"/>
                    <a:pt x="9865" y="13069"/>
                  </a:cubicBezTo>
                  <a:cubicBezTo>
                    <a:pt x="9865" y="11980"/>
                    <a:pt x="10715" y="11072"/>
                    <a:pt x="11735" y="11072"/>
                  </a:cubicBezTo>
                  <a:cubicBezTo>
                    <a:pt x="17688" y="11072"/>
                    <a:pt x="17688" y="11072"/>
                    <a:pt x="17688" y="11072"/>
                  </a:cubicBezTo>
                  <a:cubicBezTo>
                    <a:pt x="18028" y="11072"/>
                    <a:pt x="18369" y="10891"/>
                    <a:pt x="18709" y="10528"/>
                  </a:cubicBezTo>
                  <a:cubicBezTo>
                    <a:pt x="18709" y="10346"/>
                    <a:pt x="18879" y="10346"/>
                    <a:pt x="18879" y="10165"/>
                  </a:cubicBezTo>
                  <a:cubicBezTo>
                    <a:pt x="18879" y="10165"/>
                    <a:pt x="18879" y="10165"/>
                    <a:pt x="18879" y="10165"/>
                  </a:cubicBezTo>
                  <a:cubicBezTo>
                    <a:pt x="19389" y="10709"/>
                    <a:pt x="19559" y="11617"/>
                    <a:pt x="19559" y="12524"/>
                  </a:cubicBezTo>
                  <a:cubicBezTo>
                    <a:pt x="19559" y="13613"/>
                    <a:pt x="19219" y="14521"/>
                    <a:pt x="18539" y="15247"/>
                  </a:cubicBezTo>
                  <a:close/>
                  <a:moveTo>
                    <a:pt x="18539" y="15247"/>
                  </a:moveTo>
                  <a:cubicBezTo>
                    <a:pt x="18539" y="15247"/>
                    <a:pt x="18539" y="15247"/>
                    <a:pt x="18539" y="15247"/>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grpSp>
      <p:grpSp>
        <p:nvGrpSpPr>
          <p:cNvPr id="231" name="Group">
            <a:extLst>
              <a:ext uri="{FF2B5EF4-FFF2-40B4-BE49-F238E27FC236}">
                <a16:creationId xmlns:a16="http://schemas.microsoft.com/office/drawing/2014/main" id="{4E9A7536-BFE7-06C9-894A-FB156BAC2C07}"/>
              </a:ext>
            </a:extLst>
          </p:cNvPr>
          <p:cNvGrpSpPr/>
          <p:nvPr/>
        </p:nvGrpSpPr>
        <p:grpSpPr>
          <a:xfrm>
            <a:off x="5381242" y="4047860"/>
            <a:ext cx="453850" cy="489749"/>
            <a:chOff x="0" y="0"/>
            <a:chExt cx="933805" cy="1070576"/>
          </a:xfrm>
          <a:solidFill>
            <a:schemeClr val="tx1"/>
          </a:solidFill>
        </p:grpSpPr>
        <p:sp>
          <p:nvSpPr>
            <p:cNvPr id="232" name="Shape">
              <a:extLst>
                <a:ext uri="{FF2B5EF4-FFF2-40B4-BE49-F238E27FC236}">
                  <a16:creationId xmlns:a16="http://schemas.microsoft.com/office/drawing/2014/main" id="{114B695D-F963-5551-E670-936E05C3213C}"/>
                </a:ext>
              </a:extLst>
            </p:cNvPr>
            <p:cNvSpPr/>
            <p:nvPr/>
          </p:nvSpPr>
          <p:spPr>
            <a:xfrm>
              <a:off x="0" y="-1"/>
              <a:ext cx="933806" cy="1070578"/>
            </a:xfrm>
            <a:custGeom>
              <a:avLst/>
              <a:gdLst/>
              <a:ahLst/>
              <a:cxnLst>
                <a:cxn ang="0">
                  <a:pos x="wd2" y="hd2"/>
                </a:cxn>
                <a:cxn ang="5400000">
                  <a:pos x="wd2" y="hd2"/>
                </a:cxn>
                <a:cxn ang="10800000">
                  <a:pos x="wd2" y="hd2"/>
                </a:cxn>
                <a:cxn ang="16200000">
                  <a:pos x="wd2" y="hd2"/>
                </a:cxn>
              </a:cxnLst>
              <a:rect l="0" t="0" r="r" b="b"/>
              <a:pathLst>
                <a:path w="21600" h="21600" extrusionOk="0">
                  <a:moveTo>
                    <a:pt x="21600" y="4566"/>
                  </a:moveTo>
                  <a:cubicBezTo>
                    <a:pt x="21600" y="3512"/>
                    <a:pt x="20591" y="2810"/>
                    <a:pt x="19379" y="2810"/>
                  </a:cubicBezTo>
                  <a:cubicBezTo>
                    <a:pt x="16957" y="2810"/>
                    <a:pt x="16957" y="2810"/>
                    <a:pt x="16957" y="2810"/>
                  </a:cubicBezTo>
                  <a:cubicBezTo>
                    <a:pt x="16957" y="2107"/>
                    <a:pt x="16957" y="2107"/>
                    <a:pt x="16957" y="2107"/>
                  </a:cubicBezTo>
                  <a:cubicBezTo>
                    <a:pt x="16957" y="878"/>
                    <a:pt x="15948" y="0"/>
                    <a:pt x="14736" y="0"/>
                  </a:cubicBezTo>
                  <a:cubicBezTo>
                    <a:pt x="6864" y="0"/>
                    <a:pt x="6864" y="0"/>
                    <a:pt x="6864" y="0"/>
                  </a:cubicBezTo>
                  <a:cubicBezTo>
                    <a:pt x="5652" y="0"/>
                    <a:pt x="4643" y="878"/>
                    <a:pt x="4643" y="2107"/>
                  </a:cubicBezTo>
                  <a:cubicBezTo>
                    <a:pt x="4643" y="2634"/>
                    <a:pt x="4643" y="2634"/>
                    <a:pt x="4643" y="2634"/>
                  </a:cubicBezTo>
                  <a:cubicBezTo>
                    <a:pt x="2221" y="2634"/>
                    <a:pt x="2221" y="2634"/>
                    <a:pt x="2221" y="2634"/>
                  </a:cubicBezTo>
                  <a:cubicBezTo>
                    <a:pt x="1009" y="2634"/>
                    <a:pt x="0" y="3512"/>
                    <a:pt x="0" y="4566"/>
                  </a:cubicBezTo>
                  <a:cubicBezTo>
                    <a:pt x="0" y="4566"/>
                    <a:pt x="0" y="4566"/>
                    <a:pt x="0" y="4566"/>
                  </a:cubicBezTo>
                  <a:cubicBezTo>
                    <a:pt x="0" y="6146"/>
                    <a:pt x="0" y="6146"/>
                    <a:pt x="0" y="6146"/>
                  </a:cubicBezTo>
                  <a:cubicBezTo>
                    <a:pt x="0" y="6849"/>
                    <a:pt x="606" y="7376"/>
                    <a:pt x="1413" y="7376"/>
                  </a:cubicBezTo>
                  <a:cubicBezTo>
                    <a:pt x="1413" y="18966"/>
                    <a:pt x="1413" y="18966"/>
                    <a:pt x="1413" y="18966"/>
                  </a:cubicBezTo>
                  <a:cubicBezTo>
                    <a:pt x="1413" y="20371"/>
                    <a:pt x="2826" y="21600"/>
                    <a:pt x="4643" y="21600"/>
                  </a:cubicBezTo>
                  <a:cubicBezTo>
                    <a:pt x="16957" y="21600"/>
                    <a:pt x="16957" y="21600"/>
                    <a:pt x="16957" y="21600"/>
                  </a:cubicBezTo>
                  <a:cubicBezTo>
                    <a:pt x="18572" y="21600"/>
                    <a:pt x="19985" y="20371"/>
                    <a:pt x="19985" y="18966"/>
                  </a:cubicBezTo>
                  <a:cubicBezTo>
                    <a:pt x="19985" y="7376"/>
                    <a:pt x="19985" y="7376"/>
                    <a:pt x="19985" y="7376"/>
                  </a:cubicBezTo>
                  <a:cubicBezTo>
                    <a:pt x="20994" y="7376"/>
                    <a:pt x="21600" y="6849"/>
                    <a:pt x="21600" y="6146"/>
                  </a:cubicBezTo>
                  <a:cubicBezTo>
                    <a:pt x="21600" y="4566"/>
                    <a:pt x="21600" y="4566"/>
                    <a:pt x="21600" y="4566"/>
                  </a:cubicBezTo>
                  <a:close/>
                  <a:moveTo>
                    <a:pt x="6056" y="2107"/>
                  </a:moveTo>
                  <a:cubicBezTo>
                    <a:pt x="6056" y="1756"/>
                    <a:pt x="6460" y="1405"/>
                    <a:pt x="6864" y="1405"/>
                  </a:cubicBezTo>
                  <a:cubicBezTo>
                    <a:pt x="14736" y="1405"/>
                    <a:pt x="14736" y="1405"/>
                    <a:pt x="14736" y="1405"/>
                  </a:cubicBezTo>
                  <a:cubicBezTo>
                    <a:pt x="15140" y="1405"/>
                    <a:pt x="15342" y="1756"/>
                    <a:pt x="15342" y="2107"/>
                  </a:cubicBezTo>
                  <a:cubicBezTo>
                    <a:pt x="15342" y="2634"/>
                    <a:pt x="15342" y="2634"/>
                    <a:pt x="15342" y="2634"/>
                  </a:cubicBezTo>
                  <a:cubicBezTo>
                    <a:pt x="6056" y="2634"/>
                    <a:pt x="6056" y="2634"/>
                    <a:pt x="6056" y="2634"/>
                  </a:cubicBezTo>
                  <a:lnTo>
                    <a:pt x="6056" y="2107"/>
                  </a:lnTo>
                  <a:close/>
                  <a:moveTo>
                    <a:pt x="18572" y="18966"/>
                  </a:moveTo>
                  <a:cubicBezTo>
                    <a:pt x="18572" y="19668"/>
                    <a:pt x="17764" y="20195"/>
                    <a:pt x="16957" y="20195"/>
                  </a:cubicBezTo>
                  <a:cubicBezTo>
                    <a:pt x="4643" y="20195"/>
                    <a:pt x="4643" y="20195"/>
                    <a:pt x="4643" y="20195"/>
                  </a:cubicBezTo>
                  <a:cubicBezTo>
                    <a:pt x="3634" y="20195"/>
                    <a:pt x="3028" y="19668"/>
                    <a:pt x="3028" y="18966"/>
                  </a:cubicBezTo>
                  <a:cubicBezTo>
                    <a:pt x="3028" y="7376"/>
                    <a:pt x="3028" y="7376"/>
                    <a:pt x="3028" y="7376"/>
                  </a:cubicBezTo>
                  <a:cubicBezTo>
                    <a:pt x="18572" y="7376"/>
                    <a:pt x="18572" y="7376"/>
                    <a:pt x="18572" y="7376"/>
                  </a:cubicBezTo>
                  <a:lnTo>
                    <a:pt x="18572" y="18966"/>
                  </a:lnTo>
                  <a:close/>
                  <a:moveTo>
                    <a:pt x="19985" y="5444"/>
                  </a:moveTo>
                  <a:cubicBezTo>
                    <a:pt x="19985" y="6146"/>
                    <a:pt x="19985" y="6146"/>
                    <a:pt x="19985" y="6146"/>
                  </a:cubicBezTo>
                  <a:cubicBezTo>
                    <a:pt x="1413" y="6146"/>
                    <a:pt x="1413" y="6146"/>
                    <a:pt x="1413" y="6146"/>
                  </a:cubicBezTo>
                  <a:cubicBezTo>
                    <a:pt x="1413" y="4741"/>
                    <a:pt x="1413" y="4741"/>
                    <a:pt x="1413" y="4741"/>
                  </a:cubicBezTo>
                  <a:cubicBezTo>
                    <a:pt x="1413" y="4390"/>
                    <a:pt x="1817" y="4039"/>
                    <a:pt x="2221" y="4039"/>
                  </a:cubicBezTo>
                  <a:cubicBezTo>
                    <a:pt x="19379" y="4039"/>
                    <a:pt x="19379" y="4039"/>
                    <a:pt x="19379" y="4039"/>
                  </a:cubicBezTo>
                  <a:cubicBezTo>
                    <a:pt x="19783" y="4039"/>
                    <a:pt x="19985" y="4390"/>
                    <a:pt x="19985" y="4741"/>
                  </a:cubicBezTo>
                  <a:lnTo>
                    <a:pt x="19985" y="5444"/>
                  </a:lnTo>
                  <a:close/>
                  <a:moveTo>
                    <a:pt x="19985" y="5444"/>
                  </a:moveTo>
                  <a:cubicBezTo>
                    <a:pt x="19985" y="5444"/>
                    <a:pt x="19985" y="5444"/>
                    <a:pt x="19985" y="5444"/>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33" name="Shape">
              <a:extLst>
                <a:ext uri="{FF2B5EF4-FFF2-40B4-BE49-F238E27FC236}">
                  <a16:creationId xmlns:a16="http://schemas.microsoft.com/office/drawing/2014/main" id="{EC7DD916-DF86-0A7C-946B-80FC29622696}"/>
                </a:ext>
              </a:extLst>
            </p:cNvPr>
            <p:cNvSpPr/>
            <p:nvPr/>
          </p:nvSpPr>
          <p:spPr>
            <a:xfrm>
              <a:off x="202797" y="433889"/>
              <a:ext cx="127340" cy="509349"/>
            </a:xfrm>
            <a:custGeom>
              <a:avLst/>
              <a:gdLst/>
              <a:ahLst/>
              <a:cxnLst>
                <a:cxn ang="0">
                  <a:pos x="wd2" y="hd2"/>
                </a:cxn>
                <a:cxn ang="5400000">
                  <a:pos x="wd2" y="hd2"/>
                </a:cxn>
                <a:cxn ang="10800000">
                  <a:pos x="wd2" y="hd2"/>
                </a:cxn>
                <a:cxn ang="16200000">
                  <a:pos x="wd2" y="hd2"/>
                </a:cxn>
              </a:cxnLst>
              <a:rect l="0" t="0" r="r" b="b"/>
              <a:pathLst>
                <a:path w="21600" h="21600" extrusionOk="0">
                  <a:moveTo>
                    <a:pt x="4320" y="21600"/>
                  </a:moveTo>
                  <a:cubicBezTo>
                    <a:pt x="15840" y="21600"/>
                    <a:pt x="15840" y="21600"/>
                    <a:pt x="15840" y="21600"/>
                  </a:cubicBezTo>
                  <a:cubicBezTo>
                    <a:pt x="18720" y="21600"/>
                    <a:pt x="21600" y="20855"/>
                    <a:pt x="21600" y="20110"/>
                  </a:cubicBezTo>
                  <a:cubicBezTo>
                    <a:pt x="21600" y="1490"/>
                    <a:pt x="21600" y="1490"/>
                    <a:pt x="21600" y="1490"/>
                  </a:cubicBezTo>
                  <a:cubicBezTo>
                    <a:pt x="21600" y="745"/>
                    <a:pt x="18720" y="0"/>
                    <a:pt x="15840" y="0"/>
                  </a:cubicBezTo>
                  <a:cubicBezTo>
                    <a:pt x="4320" y="0"/>
                    <a:pt x="4320" y="0"/>
                    <a:pt x="4320" y="0"/>
                  </a:cubicBezTo>
                  <a:cubicBezTo>
                    <a:pt x="1440" y="0"/>
                    <a:pt x="0" y="745"/>
                    <a:pt x="0" y="1490"/>
                  </a:cubicBezTo>
                  <a:cubicBezTo>
                    <a:pt x="0" y="20110"/>
                    <a:pt x="0" y="20110"/>
                    <a:pt x="0" y="20110"/>
                  </a:cubicBezTo>
                  <a:cubicBezTo>
                    <a:pt x="0" y="20855"/>
                    <a:pt x="1440" y="21600"/>
                    <a:pt x="4320" y="21600"/>
                  </a:cubicBezTo>
                  <a:close/>
                  <a:moveTo>
                    <a:pt x="4320" y="1490"/>
                  </a:moveTo>
                  <a:cubicBezTo>
                    <a:pt x="15840" y="1490"/>
                    <a:pt x="15840" y="1490"/>
                    <a:pt x="15840" y="1490"/>
                  </a:cubicBezTo>
                  <a:cubicBezTo>
                    <a:pt x="15840" y="20110"/>
                    <a:pt x="15840" y="20110"/>
                    <a:pt x="15840" y="20110"/>
                  </a:cubicBezTo>
                  <a:cubicBezTo>
                    <a:pt x="4320" y="20110"/>
                    <a:pt x="4320" y="20110"/>
                    <a:pt x="4320" y="20110"/>
                  </a:cubicBezTo>
                  <a:lnTo>
                    <a:pt x="4320" y="1490"/>
                  </a:lnTo>
                  <a:close/>
                  <a:moveTo>
                    <a:pt x="4320" y="1490"/>
                  </a:moveTo>
                  <a:cubicBezTo>
                    <a:pt x="4320" y="1490"/>
                    <a:pt x="4320" y="1490"/>
                    <a:pt x="4320" y="149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34" name="Shape">
              <a:extLst>
                <a:ext uri="{FF2B5EF4-FFF2-40B4-BE49-F238E27FC236}">
                  <a16:creationId xmlns:a16="http://schemas.microsoft.com/office/drawing/2014/main" id="{80BA08A3-0131-5E1D-525B-251051C591F7}"/>
                </a:ext>
              </a:extLst>
            </p:cNvPr>
            <p:cNvSpPr/>
            <p:nvPr/>
          </p:nvSpPr>
          <p:spPr>
            <a:xfrm>
              <a:off x="400877" y="433889"/>
              <a:ext cx="132054" cy="509349"/>
            </a:xfrm>
            <a:custGeom>
              <a:avLst/>
              <a:gdLst/>
              <a:ahLst/>
              <a:cxnLst>
                <a:cxn ang="0">
                  <a:pos x="wd2" y="hd2"/>
                </a:cxn>
                <a:cxn ang="5400000">
                  <a:pos x="wd2" y="hd2"/>
                </a:cxn>
                <a:cxn ang="10800000">
                  <a:pos x="wd2" y="hd2"/>
                </a:cxn>
                <a:cxn ang="16200000">
                  <a:pos x="wd2" y="hd2"/>
                </a:cxn>
              </a:cxnLst>
              <a:rect l="0" t="0" r="r" b="b"/>
              <a:pathLst>
                <a:path w="21600" h="21600" extrusionOk="0">
                  <a:moveTo>
                    <a:pt x="4320" y="21600"/>
                  </a:moveTo>
                  <a:cubicBezTo>
                    <a:pt x="15840" y="21600"/>
                    <a:pt x="15840" y="21600"/>
                    <a:pt x="15840" y="21600"/>
                  </a:cubicBezTo>
                  <a:cubicBezTo>
                    <a:pt x="18720" y="21600"/>
                    <a:pt x="21600" y="20855"/>
                    <a:pt x="21600" y="20110"/>
                  </a:cubicBezTo>
                  <a:cubicBezTo>
                    <a:pt x="21600" y="1490"/>
                    <a:pt x="21600" y="1490"/>
                    <a:pt x="21600" y="1490"/>
                  </a:cubicBezTo>
                  <a:cubicBezTo>
                    <a:pt x="21600" y="745"/>
                    <a:pt x="18720" y="0"/>
                    <a:pt x="15840" y="0"/>
                  </a:cubicBezTo>
                  <a:cubicBezTo>
                    <a:pt x="4320" y="0"/>
                    <a:pt x="4320" y="0"/>
                    <a:pt x="4320" y="0"/>
                  </a:cubicBezTo>
                  <a:cubicBezTo>
                    <a:pt x="1440" y="0"/>
                    <a:pt x="0" y="745"/>
                    <a:pt x="0" y="1490"/>
                  </a:cubicBezTo>
                  <a:cubicBezTo>
                    <a:pt x="0" y="20110"/>
                    <a:pt x="0" y="20110"/>
                    <a:pt x="0" y="20110"/>
                  </a:cubicBezTo>
                  <a:cubicBezTo>
                    <a:pt x="0" y="20855"/>
                    <a:pt x="1440" y="21600"/>
                    <a:pt x="4320" y="21600"/>
                  </a:cubicBezTo>
                  <a:close/>
                  <a:moveTo>
                    <a:pt x="4320" y="1490"/>
                  </a:moveTo>
                  <a:cubicBezTo>
                    <a:pt x="15840" y="1490"/>
                    <a:pt x="15840" y="1490"/>
                    <a:pt x="15840" y="1490"/>
                  </a:cubicBezTo>
                  <a:cubicBezTo>
                    <a:pt x="15840" y="20110"/>
                    <a:pt x="15840" y="20110"/>
                    <a:pt x="15840" y="20110"/>
                  </a:cubicBezTo>
                  <a:cubicBezTo>
                    <a:pt x="4320" y="20110"/>
                    <a:pt x="4320" y="20110"/>
                    <a:pt x="4320" y="20110"/>
                  </a:cubicBezTo>
                  <a:lnTo>
                    <a:pt x="4320" y="1490"/>
                  </a:lnTo>
                  <a:close/>
                  <a:moveTo>
                    <a:pt x="4320" y="1490"/>
                  </a:moveTo>
                  <a:cubicBezTo>
                    <a:pt x="4320" y="1490"/>
                    <a:pt x="4320" y="1490"/>
                    <a:pt x="4320" y="149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35" name="Shape">
              <a:extLst>
                <a:ext uri="{FF2B5EF4-FFF2-40B4-BE49-F238E27FC236}">
                  <a16:creationId xmlns:a16="http://schemas.microsoft.com/office/drawing/2014/main" id="{933051E9-BB3B-B044-B740-B62F239FE885}"/>
                </a:ext>
              </a:extLst>
            </p:cNvPr>
            <p:cNvSpPr/>
            <p:nvPr/>
          </p:nvSpPr>
          <p:spPr>
            <a:xfrm>
              <a:off x="603672" y="433889"/>
              <a:ext cx="127339" cy="509349"/>
            </a:xfrm>
            <a:custGeom>
              <a:avLst/>
              <a:gdLst/>
              <a:ahLst/>
              <a:cxnLst>
                <a:cxn ang="0">
                  <a:pos x="wd2" y="hd2"/>
                </a:cxn>
                <a:cxn ang="5400000">
                  <a:pos x="wd2" y="hd2"/>
                </a:cxn>
                <a:cxn ang="10800000">
                  <a:pos x="wd2" y="hd2"/>
                </a:cxn>
                <a:cxn ang="16200000">
                  <a:pos x="wd2" y="hd2"/>
                </a:cxn>
              </a:cxnLst>
              <a:rect l="0" t="0" r="r" b="b"/>
              <a:pathLst>
                <a:path w="21600" h="21600" extrusionOk="0">
                  <a:moveTo>
                    <a:pt x="5760" y="21600"/>
                  </a:moveTo>
                  <a:cubicBezTo>
                    <a:pt x="15840" y="21600"/>
                    <a:pt x="15840" y="21600"/>
                    <a:pt x="15840" y="21600"/>
                  </a:cubicBezTo>
                  <a:cubicBezTo>
                    <a:pt x="18720" y="21600"/>
                    <a:pt x="21600" y="20855"/>
                    <a:pt x="21600" y="20110"/>
                  </a:cubicBezTo>
                  <a:cubicBezTo>
                    <a:pt x="21600" y="1490"/>
                    <a:pt x="21600" y="1490"/>
                    <a:pt x="21600" y="1490"/>
                  </a:cubicBezTo>
                  <a:cubicBezTo>
                    <a:pt x="21600" y="745"/>
                    <a:pt x="18720" y="0"/>
                    <a:pt x="15840" y="0"/>
                  </a:cubicBezTo>
                  <a:cubicBezTo>
                    <a:pt x="5760" y="0"/>
                    <a:pt x="5760" y="0"/>
                    <a:pt x="5760" y="0"/>
                  </a:cubicBezTo>
                  <a:cubicBezTo>
                    <a:pt x="1440" y="0"/>
                    <a:pt x="0" y="745"/>
                    <a:pt x="0" y="1490"/>
                  </a:cubicBezTo>
                  <a:cubicBezTo>
                    <a:pt x="0" y="20110"/>
                    <a:pt x="0" y="20110"/>
                    <a:pt x="0" y="20110"/>
                  </a:cubicBezTo>
                  <a:cubicBezTo>
                    <a:pt x="0" y="20855"/>
                    <a:pt x="1440" y="21600"/>
                    <a:pt x="5760" y="21600"/>
                  </a:cubicBezTo>
                  <a:close/>
                  <a:moveTo>
                    <a:pt x="5760" y="1490"/>
                  </a:moveTo>
                  <a:cubicBezTo>
                    <a:pt x="15840" y="1490"/>
                    <a:pt x="15840" y="1490"/>
                    <a:pt x="15840" y="1490"/>
                  </a:cubicBezTo>
                  <a:cubicBezTo>
                    <a:pt x="15840" y="20110"/>
                    <a:pt x="15840" y="20110"/>
                    <a:pt x="15840" y="20110"/>
                  </a:cubicBezTo>
                  <a:cubicBezTo>
                    <a:pt x="5760" y="20110"/>
                    <a:pt x="5760" y="20110"/>
                    <a:pt x="5760" y="20110"/>
                  </a:cubicBezTo>
                  <a:lnTo>
                    <a:pt x="5760" y="1490"/>
                  </a:lnTo>
                  <a:close/>
                  <a:moveTo>
                    <a:pt x="5760" y="1490"/>
                  </a:moveTo>
                  <a:cubicBezTo>
                    <a:pt x="5760" y="1490"/>
                    <a:pt x="5760" y="1490"/>
                    <a:pt x="5760" y="149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grpSp>
      <p:grpSp>
        <p:nvGrpSpPr>
          <p:cNvPr id="236" name="Group">
            <a:extLst>
              <a:ext uri="{FF2B5EF4-FFF2-40B4-BE49-F238E27FC236}">
                <a16:creationId xmlns:a16="http://schemas.microsoft.com/office/drawing/2014/main" id="{A8A5E502-B5E5-DBEB-45B0-0A270F08EB95}"/>
              </a:ext>
            </a:extLst>
          </p:cNvPr>
          <p:cNvGrpSpPr/>
          <p:nvPr/>
        </p:nvGrpSpPr>
        <p:grpSpPr>
          <a:xfrm>
            <a:off x="6272895" y="4088854"/>
            <a:ext cx="518030" cy="409920"/>
            <a:chOff x="0" y="0"/>
            <a:chExt cx="1065858" cy="896074"/>
          </a:xfrm>
          <a:solidFill>
            <a:schemeClr val="tx1"/>
          </a:solidFill>
        </p:grpSpPr>
        <p:sp>
          <p:nvSpPr>
            <p:cNvPr id="237" name="Shape">
              <a:extLst>
                <a:ext uri="{FF2B5EF4-FFF2-40B4-BE49-F238E27FC236}">
                  <a16:creationId xmlns:a16="http://schemas.microsoft.com/office/drawing/2014/main" id="{91576E71-A3AE-28F2-80F2-B544EF089B09}"/>
                </a:ext>
              </a:extLst>
            </p:cNvPr>
            <p:cNvSpPr/>
            <p:nvPr/>
          </p:nvSpPr>
          <p:spPr>
            <a:xfrm>
              <a:off x="268821" y="231091"/>
              <a:ext cx="528214" cy="532931"/>
            </a:xfrm>
            <a:custGeom>
              <a:avLst/>
              <a:gdLst/>
              <a:ahLst/>
              <a:cxnLst>
                <a:cxn ang="0">
                  <a:pos x="wd2" y="hd2"/>
                </a:cxn>
                <a:cxn ang="5400000">
                  <a:pos x="wd2" y="hd2"/>
                </a:cxn>
                <a:cxn ang="10800000">
                  <a:pos x="wd2" y="hd2"/>
                </a:cxn>
                <a:cxn ang="16200000">
                  <a:pos x="wd2" y="hd2"/>
                </a:cxn>
              </a:cxnLst>
              <a:rect l="0" t="0" r="r" b="b"/>
              <a:pathLst>
                <a:path w="21600" h="21600" extrusionOk="0">
                  <a:moveTo>
                    <a:pt x="10977" y="0"/>
                  </a:moveTo>
                  <a:cubicBezTo>
                    <a:pt x="4957" y="0"/>
                    <a:pt x="0" y="4603"/>
                    <a:pt x="0" y="10623"/>
                  </a:cubicBezTo>
                  <a:cubicBezTo>
                    <a:pt x="0" y="16643"/>
                    <a:pt x="4957" y="21600"/>
                    <a:pt x="10977" y="21600"/>
                  </a:cubicBezTo>
                  <a:cubicBezTo>
                    <a:pt x="16997" y="21600"/>
                    <a:pt x="21600" y="16643"/>
                    <a:pt x="21600" y="10623"/>
                  </a:cubicBezTo>
                  <a:cubicBezTo>
                    <a:pt x="21600" y="4603"/>
                    <a:pt x="16997" y="0"/>
                    <a:pt x="10977" y="0"/>
                  </a:cubicBezTo>
                  <a:close/>
                  <a:moveTo>
                    <a:pt x="16997" y="15934"/>
                  </a:moveTo>
                  <a:cubicBezTo>
                    <a:pt x="14164" y="19475"/>
                    <a:pt x="8852" y="19830"/>
                    <a:pt x="5666" y="16997"/>
                  </a:cubicBezTo>
                  <a:cubicBezTo>
                    <a:pt x="2125" y="13810"/>
                    <a:pt x="1770" y="8852"/>
                    <a:pt x="4603" y="5311"/>
                  </a:cubicBezTo>
                  <a:cubicBezTo>
                    <a:pt x="7790" y="2125"/>
                    <a:pt x="12748" y="1770"/>
                    <a:pt x="16289" y="4603"/>
                  </a:cubicBezTo>
                  <a:cubicBezTo>
                    <a:pt x="19475" y="7436"/>
                    <a:pt x="20184" y="12748"/>
                    <a:pt x="16997" y="15934"/>
                  </a:cubicBezTo>
                  <a:close/>
                  <a:moveTo>
                    <a:pt x="16997" y="15934"/>
                  </a:moveTo>
                  <a:cubicBezTo>
                    <a:pt x="16997" y="15934"/>
                    <a:pt x="16997" y="15934"/>
                    <a:pt x="16997" y="15934"/>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38" name="Shape">
              <a:extLst>
                <a:ext uri="{FF2B5EF4-FFF2-40B4-BE49-F238E27FC236}">
                  <a16:creationId xmlns:a16="http://schemas.microsoft.com/office/drawing/2014/main" id="{507ECD42-D174-C835-5CCB-A187F7B53757}"/>
                </a:ext>
              </a:extLst>
            </p:cNvPr>
            <p:cNvSpPr/>
            <p:nvPr/>
          </p:nvSpPr>
          <p:spPr>
            <a:xfrm>
              <a:off x="396159" y="363144"/>
              <a:ext cx="160352" cy="150919"/>
            </a:xfrm>
            <a:custGeom>
              <a:avLst/>
              <a:gdLst/>
              <a:ahLst/>
              <a:cxnLst>
                <a:cxn ang="0">
                  <a:pos x="wd2" y="hd2"/>
                </a:cxn>
                <a:cxn ang="5400000">
                  <a:pos x="wd2" y="hd2"/>
                </a:cxn>
                <a:cxn ang="10800000">
                  <a:pos x="wd2" y="hd2"/>
                </a:cxn>
                <a:cxn ang="16200000">
                  <a:pos x="wd2" y="hd2"/>
                </a:cxn>
              </a:cxnLst>
              <a:rect l="0" t="0" r="r" b="b"/>
              <a:pathLst>
                <a:path w="21600" h="21600" extrusionOk="0">
                  <a:moveTo>
                    <a:pt x="19200" y="0"/>
                  </a:moveTo>
                  <a:cubicBezTo>
                    <a:pt x="8400" y="0"/>
                    <a:pt x="0" y="8894"/>
                    <a:pt x="0" y="19059"/>
                  </a:cubicBezTo>
                  <a:cubicBezTo>
                    <a:pt x="0" y="20329"/>
                    <a:pt x="1200" y="21600"/>
                    <a:pt x="2400" y="21600"/>
                  </a:cubicBezTo>
                  <a:cubicBezTo>
                    <a:pt x="3600" y="21600"/>
                    <a:pt x="4800" y="20329"/>
                    <a:pt x="4800" y="19059"/>
                  </a:cubicBezTo>
                  <a:cubicBezTo>
                    <a:pt x="4800" y="11435"/>
                    <a:pt x="10800" y="5082"/>
                    <a:pt x="19200" y="5082"/>
                  </a:cubicBezTo>
                  <a:cubicBezTo>
                    <a:pt x="20400" y="5082"/>
                    <a:pt x="21600" y="3812"/>
                    <a:pt x="21600" y="2541"/>
                  </a:cubicBezTo>
                  <a:cubicBezTo>
                    <a:pt x="21600" y="1271"/>
                    <a:pt x="20400" y="0"/>
                    <a:pt x="19200" y="0"/>
                  </a:cubicBezTo>
                  <a:close/>
                  <a:moveTo>
                    <a:pt x="19200" y="0"/>
                  </a:moveTo>
                  <a:cubicBezTo>
                    <a:pt x="19200" y="0"/>
                    <a:pt x="19200" y="0"/>
                    <a:pt x="19200" y="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39" name="Shape">
              <a:extLst>
                <a:ext uri="{FF2B5EF4-FFF2-40B4-BE49-F238E27FC236}">
                  <a16:creationId xmlns:a16="http://schemas.microsoft.com/office/drawing/2014/main" id="{B028D581-9BF3-562F-5984-9A84AB6154E5}"/>
                </a:ext>
              </a:extLst>
            </p:cNvPr>
            <p:cNvSpPr/>
            <p:nvPr/>
          </p:nvSpPr>
          <p:spPr>
            <a:xfrm>
              <a:off x="-1" y="-1"/>
              <a:ext cx="1065860" cy="896076"/>
            </a:xfrm>
            <a:custGeom>
              <a:avLst/>
              <a:gdLst/>
              <a:ahLst/>
              <a:cxnLst>
                <a:cxn ang="0">
                  <a:pos x="wd2" y="hd2"/>
                </a:cxn>
                <a:cxn ang="5400000">
                  <a:pos x="wd2" y="hd2"/>
                </a:cxn>
                <a:cxn ang="10800000">
                  <a:pos x="wd2" y="hd2"/>
                </a:cxn>
                <a:cxn ang="16200000">
                  <a:pos x="wd2" y="hd2"/>
                </a:cxn>
              </a:cxnLst>
              <a:rect l="0" t="0" r="r" b="b"/>
              <a:pathLst>
                <a:path w="21600" h="21600" extrusionOk="0">
                  <a:moveTo>
                    <a:pt x="20020" y="4823"/>
                  </a:moveTo>
                  <a:cubicBezTo>
                    <a:pt x="17034" y="4194"/>
                    <a:pt x="17034" y="4194"/>
                    <a:pt x="17034" y="4194"/>
                  </a:cubicBezTo>
                  <a:cubicBezTo>
                    <a:pt x="16156" y="1468"/>
                    <a:pt x="16156" y="1468"/>
                    <a:pt x="16156" y="1468"/>
                  </a:cubicBezTo>
                  <a:cubicBezTo>
                    <a:pt x="15805" y="629"/>
                    <a:pt x="15102" y="0"/>
                    <a:pt x="14224" y="0"/>
                  </a:cubicBezTo>
                  <a:cubicBezTo>
                    <a:pt x="7551" y="0"/>
                    <a:pt x="7551" y="0"/>
                    <a:pt x="7551" y="0"/>
                  </a:cubicBezTo>
                  <a:cubicBezTo>
                    <a:pt x="6673" y="0"/>
                    <a:pt x="5971" y="629"/>
                    <a:pt x="5620" y="1468"/>
                  </a:cubicBezTo>
                  <a:cubicBezTo>
                    <a:pt x="4741" y="4194"/>
                    <a:pt x="4741" y="4194"/>
                    <a:pt x="4741" y="4194"/>
                  </a:cubicBezTo>
                  <a:cubicBezTo>
                    <a:pt x="1756" y="4823"/>
                    <a:pt x="1756" y="4823"/>
                    <a:pt x="1756" y="4823"/>
                  </a:cubicBezTo>
                  <a:cubicBezTo>
                    <a:pt x="702" y="5033"/>
                    <a:pt x="0" y="6082"/>
                    <a:pt x="0" y="7130"/>
                  </a:cubicBezTo>
                  <a:cubicBezTo>
                    <a:pt x="0" y="19293"/>
                    <a:pt x="0" y="19293"/>
                    <a:pt x="0" y="19293"/>
                  </a:cubicBezTo>
                  <a:cubicBezTo>
                    <a:pt x="0" y="20551"/>
                    <a:pt x="1054" y="21600"/>
                    <a:pt x="2107" y="21600"/>
                  </a:cubicBezTo>
                  <a:cubicBezTo>
                    <a:pt x="19668" y="21600"/>
                    <a:pt x="19668" y="21600"/>
                    <a:pt x="19668" y="21600"/>
                  </a:cubicBezTo>
                  <a:cubicBezTo>
                    <a:pt x="20722" y="21600"/>
                    <a:pt x="21600" y="20551"/>
                    <a:pt x="21600" y="19293"/>
                  </a:cubicBezTo>
                  <a:cubicBezTo>
                    <a:pt x="21600" y="7130"/>
                    <a:pt x="21600" y="7130"/>
                    <a:pt x="21600" y="7130"/>
                  </a:cubicBezTo>
                  <a:cubicBezTo>
                    <a:pt x="21600" y="6082"/>
                    <a:pt x="20898" y="5033"/>
                    <a:pt x="20020" y="4823"/>
                  </a:cubicBezTo>
                  <a:close/>
                  <a:moveTo>
                    <a:pt x="20195" y="19293"/>
                  </a:moveTo>
                  <a:cubicBezTo>
                    <a:pt x="20195" y="19713"/>
                    <a:pt x="20020" y="20132"/>
                    <a:pt x="19668" y="20132"/>
                  </a:cubicBezTo>
                  <a:cubicBezTo>
                    <a:pt x="2107" y="20132"/>
                    <a:pt x="2107" y="20132"/>
                    <a:pt x="2107" y="20132"/>
                  </a:cubicBezTo>
                  <a:cubicBezTo>
                    <a:pt x="1756" y="20132"/>
                    <a:pt x="1405" y="19713"/>
                    <a:pt x="1405" y="19293"/>
                  </a:cubicBezTo>
                  <a:cubicBezTo>
                    <a:pt x="1405" y="7130"/>
                    <a:pt x="1405" y="7130"/>
                    <a:pt x="1405" y="7130"/>
                  </a:cubicBezTo>
                  <a:cubicBezTo>
                    <a:pt x="1405" y="6711"/>
                    <a:pt x="1580" y="6501"/>
                    <a:pt x="1932" y="6291"/>
                  </a:cubicBezTo>
                  <a:cubicBezTo>
                    <a:pt x="5620" y="5662"/>
                    <a:pt x="5620" y="5662"/>
                    <a:pt x="5620" y="5662"/>
                  </a:cubicBezTo>
                  <a:cubicBezTo>
                    <a:pt x="6849" y="2097"/>
                    <a:pt x="6849" y="2097"/>
                    <a:pt x="6849" y="2097"/>
                  </a:cubicBezTo>
                  <a:cubicBezTo>
                    <a:pt x="7024" y="1678"/>
                    <a:pt x="7200" y="1468"/>
                    <a:pt x="7551" y="1468"/>
                  </a:cubicBezTo>
                  <a:cubicBezTo>
                    <a:pt x="14224" y="1468"/>
                    <a:pt x="14224" y="1468"/>
                    <a:pt x="14224" y="1468"/>
                  </a:cubicBezTo>
                  <a:cubicBezTo>
                    <a:pt x="14576" y="1468"/>
                    <a:pt x="14751" y="1678"/>
                    <a:pt x="14927" y="2097"/>
                  </a:cubicBezTo>
                  <a:cubicBezTo>
                    <a:pt x="15980" y="5662"/>
                    <a:pt x="15980" y="5662"/>
                    <a:pt x="15980" y="5662"/>
                  </a:cubicBezTo>
                  <a:cubicBezTo>
                    <a:pt x="19668" y="6291"/>
                    <a:pt x="19668" y="6291"/>
                    <a:pt x="19668" y="6291"/>
                  </a:cubicBezTo>
                  <a:cubicBezTo>
                    <a:pt x="20020" y="6501"/>
                    <a:pt x="20195" y="6711"/>
                    <a:pt x="20195" y="7130"/>
                  </a:cubicBezTo>
                  <a:lnTo>
                    <a:pt x="20195" y="19293"/>
                  </a:lnTo>
                  <a:close/>
                  <a:moveTo>
                    <a:pt x="20195" y="19293"/>
                  </a:moveTo>
                  <a:cubicBezTo>
                    <a:pt x="20195" y="19293"/>
                    <a:pt x="20195" y="19293"/>
                    <a:pt x="20195" y="19293"/>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grpSp>
      <p:sp>
        <p:nvSpPr>
          <p:cNvPr id="240" name="Shape">
            <a:extLst>
              <a:ext uri="{FF2B5EF4-FFF2-40B4-BE49-F238E27FC236}">
                <a16:creationId xmlns:a16="http://schemas.microsoft.com/office/drawing/2014/main" id="{8F4F09DC-A08E-143E-C053-50F49D1957F4}"/>
              </a:ext>
            </a:extLst>
          </p:cNvPr>
          <p:cNvSpPr/>
          <p:nvPr/>
        </p:nvSpPr>
        <p:spPr>
          <a:xfrm>
            <a:off x="7228745" y="4062561"/>
            <a:ext cx="520546" cy="460908"/>
          </a:xfrm>
          <a:custGeom>
            <a:avLst/>
            <a:gdLst/>
            <a:ahLst/>
            <a:cxnLst>
              <a:cxn ang="0">
                <a:pos x="wd2" y="hd2"/>
              </a:cxn>
              <a:cxn ang="5400000">
                <a:pos x="wd2" y="hd2"/>
              </a:cxn>
              <a:cxn ang="10800000">
                <a:pos x="wd2" y="hd2"/>
              </a:cxn>
              <a:cxn ang="16200000">
                <a:pos x="wd2" y="hd2"/>
              </a:cxn>
            </a:cxnLst>
            <a:rect l="0" t="0" r="r" b="b"/>
            <a:pathLst>
              <a:path w="21600" h="21600" extrusionOk="0">
                <a:moveTo>
                  <a:pt x="19493" y="0"/>
                </a:moveTo>
                <a:cubicBezTo>
                  <a:pt x="2107" y="0"/>
                  <a:pt x="2107" y="0"/>
                  <a:pt x="2107" y="0"/>
                </a:cubicBezTo>
                <a:cubicBezTo>
                  <a:pt x="878" y="0"/>
                  <a:pt x="0" y="939"/>
                  <a:pt x="0" y="2254"/>
                </a:cubicBezTo>
                <a:cubicBezTo>
                  <a:pt x="0" y="16529"/>
                  <a:pt x="0" y="16529"/>
                  <a:pt x="0" y="16529"/>
                </a:cubicBezTo>
                <a:cubicBezTo>
                  <a:pt x="0" y="17843"/>
                  <a:pt x="878" y="18783"/>
                  <a:pt x="2107" y="18783"/>
                </a:cubicBezTo>
                <a:cubicBezTo>
                  <a:pt x="8780" y="18783"/>
                  <a:pt x="8780" y="18783"/>
                  <a:pt x="8780" y="18783"/>
                </a:cubicBezTo>
                <a:cubicBezTo>
                  <a:pt x="8780" y="19534"/>
                  <a:pt x="8780" y="19534"/>
                  <a:pt x="8780" y="19534"/>
                </a:cubicBezTo>
                <a:cubicBezTo>
                  <a:pt x="4566" y="20285"/>
                  <a:pt x="4566" y="20285"/>
                  <a:pt x="4566" y="20285"/>
                </a:cubicBezTo>
                <a:cubicBezTo>
                  <a:pt x="4215" y="20285"/>
                  <a:pt x="4039" y="20473"/>
                  <a:pt x="4039" y="20849"/>
                </a:cubicBezTo>
                <a:cubicBezTo>
                  <a:pt x="4039" y="21224"/>
                  <a:pt x="4390" y="21600"/>
                  <a:pt x="4741" y="21600"/>
                </a:cubicBezTo>
                <a:cubicBezTo>
                  <a:pt x="16859" y="21600"/>
                  <a:pt x="16859" y="21600"/>
                  <a:pt x="16859" y="21600"/>
                </a:cubicBezTo>
                <a:cubicBezTo>
                  <a:pt x="17210" y="21600"/>
                  <a:pt x="17561" y="21224"/>
                  <a:pt x="17561" y="20849"/>
                </a:cubicBezTo>
                <a:cubicBezTo>
                  <a:pt x="17561" y="20473"/>
                  <a:pt x="17385" y="20285"/>
                  <a:pt x="17034" y="20285"/>
                </a:cubicBezTo>
                <a:cubicBezTo>
                  <a:pt x="12820" y="19534"/>
                  <a:pt x="12820" y="19534"/>
                  <a:pt x="12820" y="19534"/>
                </a:cubicBezTo>
                <a:cubicBezTo>
                  <a:pt x="12820" y="18783"/>
                  <a:pt x="12820" y="18783"/>
                  <a:pt x="12820" y="18783"/>
                </a:cubicBezTo>
                <a:cubicBezTo>
                  <a:pt x="19493" y="18783"/>
                  <a:pt x="19493" y="18783"/>
                  <a:pt x="19493" y="18783"/>
                </a:cubicBezTo>
                <a:cubicBezTo>
                  <a:pt x="20722" y="18783"/>
                  <a:pt x="21600" y="17843"/>
                  <a:pt x="21600" y="16529"/>
                </a:cubicBezTo>
                <a:cubicBezTo>
                  <a:pt x="21600" y="2254"/>
                  <a:pt x="21600" y="2254"/>
                  <a:pt x="21600" y="2254"/>
                </a:cubicBezTo>
                <a:cubicBezTo>
                  <a:pt x="21600" y="939"/>
                  <a:pt x="20722" y="0"/>
                  <a:pt x="19493" y="0"/>
                </a:cubicBezTo>
                <a:close/>
                <a:moveTo>
                  <a:pt x="20195" y="16529"/>
                </a:moveTo>
                <a:cubicBezTo>
                  <a:pt x="20195" y="16904"/>
                  <a:pt x="20020" y="17280"/>
                  <a:pt x="19493" y="17280"/>
                </a:cubicBezTo>
                <a:cubicBezTo>
                  <a:pt x="2107" y="17280"/>
                  <a:pt x="2107" y="17280"/>
                  <a:pt x="2107" y="17280"/>
                </a:cubicBezTo>
                <a:cubicBezTo>
                  <a:pt x="1756" y="17280"/>
                  <a:pt x="1405" y="16904"/>
                  <a:pt x="1405" y="16529"/>
                </a:cubicBezTo>
                <a:cubicBezTo>
                  <a:pt x="1405" y="2254"/>
                  <a:pt x="1405" y="2254"/>
                  <a:pt x="1405" y="2254"/>
                </a:cubicBezTo>
                <a:cubicBezTo>
                  <a:pt x="1405" y="1690"/>
                  <a:pt x="1756" y="1503"/>
                  <a:pt x="2107" y="1503"/>
                </a:cubicBezTo>
                <a:cubicBezTo>
                  <a:pt x="19493" y="1503"/>
                  <a:pt x="19493" y="1503"/>
                  <a:pt x="19493" y="1503"/>
                </a:cubicBezTo>
                <a:cubicBezTo>
                  <a:pt x="20020" y="1503"/>
                  <a:pt x="20195" y="1690"/>
                  <a:pt x="20195" y="2254"/>
                </a:cubicBezTo>
                <a:lnTo>
                  <a:pt x="20195" y="16529"/>
                </a:lnTo>
                <a:close/>
                <a:moveTo>
                  <a:pt x="18263" y="2817"/>
                </a:moveTo>
                <a:cubicBezTo>
                  <a:pt x="3337" y="2817"/>
                  <a:pt x="3337" y="2817"/>
                  <a:pt x="3337" y="2817"/>
                </a:cubicBezTo>
                <a:cubicBezTo>
                  <a:pt x="2985" y="2817"/>
                  <a:pt x="2810" y="3193"/>
                  <a:pt x="2810" y="3569"/>
                </a:cubicBezTo>
                <a:cubicBezTo>
                  <a:pt x="2810" y="13711"/>
                  <a:pt x="2810" y="13711"/>
                  <a:pt x="2810" y="13711"/>
                </a:cubicBezTo>
                <a:cubicBezTo>
                  <a:pt x="2810" y="14087"/>
                  <a:pt x="2985" y="14463"/>
                  <a:pt x="3337" y="14463"/>
                </a:cubicBezTo>
                <a:cubicBezTo>
                  <a:pt x="18263" y="14463"/>
                  <a:pt x="18263" y="14463"/>
                  <a:pt x="18263" y="14463"/>
                </a:cubicBezTo>
                <a:cubicBezTo>
                  <a:pt x="18615" y="14463"/>
                  <a:pt x="18966" y="14087"/>
                  <a:pt x="18966" y="13711"/>
                </a:cubicBezTo>
                <a:cubicBezTo>
                  <a:pt x="18966" y="3569"/>
                  <a:pt x="18966" y="3569"/>
                  <a:pt x="18966" y="3569"/>
                </a:cubicBezTo>
                <a:cubicBezTo>
                  <a:pt x="18966" y="3193"/>
                  <a:pt x="18615" y="2817"/>
                  <a:pt x="18263" y="2817"/>
                </a:cubicBezTo>
                <a:close/>
                <a:moveTo>
                  <a:pt x="18263" y="13711"/>
                </a:moveTo>
                <a:cubicBezTo>
                  <a:pt x="3337" y="13711"/>
                  <a:pt x="3337" y="13711"/>
                  <a:pt x="3337" y="13711"/>
                </a:cubicBezTo>
                <a:cubicBezTo>
                  <a:pt x="3337" y="3569"/>
                  <a:pt x="3337" y="3569"/>
                  <a:pt x="3337" y="3569"/>
                </a:cubicBezTo>
                <a:cubicBezTo>
                  <a:pt x="18263" y="3569"/>
                  <a:pt x="18263" y="3569"/>
                  <a:pt x="18263" y="3569"/>
                </a:cubicBezTo>
                <a:lnTo>
                  <a:pt x="18263" y="13711"/>
                </a:lnTo>
                <a:close/>
                <a:moveTo>
                  <a:pt x="18263" y="13711"/>
                </a:moveTo>
                <a:cubicBezTo>
                  <a:pt x="18263" y="13711"/>
                  <a:pt x="18263" y="13711"/>
                  <a:pt x="18263" y="13711"/>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grpSp>
        <p:nvGrpSpPr>
          <p:cNvPr id="241" name="Group">
            <a:extLst>
              <a:ext uri="{FF2B5EF4-FFF2-40B4-BE49-F238E27FC236}">
                <a16:creationId xmlns:a16="http://schemas.microsoft.com/office/drawing/2014/main" id="{F01AFF68-26F1-55B0-DDB1-0FCDA7960FD4}"/>
              </a:ext>
            </a:extLst>
          </p:cNvPr>
          <p:cNvGrpSpPr/>
          <p:nvPr/>
        </p:nvGrpSpPr>
        <p:grpSpPr>
          <a:xfrm>
            <a:off x="8186855" y="4062964"/>
            <a:ext cx="520324" cy="459542"/>
            <a:chOff x="0" y="0"/>
            <a:chExt cx="1070576" cy="1004549"/>
          </a:xfrm>
          <a:solidFill>
            <a:schemeClr val="tx1"/>
          </a:solidFill>
        </p:grpSpPr>
        <p:sp>
          <p:nvSpPr>
            <p:cNvPr id="242" name="Shape">
              <a:extLst>
                <a:ext uri="{FF2B5EF4-FFF2-40B4-BE49-F238E27FC236}">
                  <a16:creationId xmlns:a16="http://schemas.microsoft.com/office/drawing/2014/main" id="{E3804CE2-5239-347E-FB19-269C07CC7E96}"/>
                </a:ext>
              </a:extLst>
            </p:cNvPr>
            <p:cNvSpPr/>
            <p:nvPr/>
          </p:nvSpPr>
          <p:spPr>
            <a:xfrm>
              <a:off x="-1" y="-1"/>
              <a:ext cx="1070578" cy="1004551"/>
            </a:xfrm>
            <a:custGeom>
              <a:avLst/>
              <a:gdLst/>
              <a:ahLst/>
              <a:cxnLst>
                <a:cxn ang="0">
                  <a:pos x="wd2" y="hd2"/>
                </a:cxn>
                <a:cxn ang="5400000">
                  <a:pos x="wd2" y="hd2"/>
                </a:cxn>
                <a:cxn ang="10800000">
                  <a:pos x="wd2" y="hd2"/>
                </a:cxn>
                <a:cxn ang="16200000">
                  <a:pos x="wd2" y="hd2"/>
                </a:cxn>
              </a:cxnLst>
              <a:rect l="0" t="0" r="r" b="b"/>
              <a:pathLst>
                <a:path w="21600" h="21600" extrusionOk="0">
                  <a:moveTo>
                    <a:pt x="21249" y="4696"/>
                  </a:moveTo>
                  <a:cubicBezTo>
                    <a:pt x="17210" y="376"/>
                    <a:pt x="17210" y="376"/>
                    <a:pt x="17210" y="376"/>
                  </a:cubicBezTo>
                  <a:cubicBezTo>
                    <a:pt x="16859" y="188"/>
                    <a:pt x="16507" y="0"/>
                    <a:pt x="16156" y="0"/>
                  </a:cubicBezTo>
                  <a:cubicBezTo>
                    <a:pt x="2107" y="0"/>
                    <a:pt x="2107" y="0"/>
                    <a:pt x="2107" y="0"/>
                  </a:cubicBezTo>
                  <a:cubicBezTo>
                    <a:pt x="878" y="0"/>
                    <a:pt x="0" y="939"/>
                    <a:pt x="0" y="2066"/>
                  </a:cubicBezTo>
                  <a:cubicBezTo>
                    <a:pt x="0" y="19534"/>
                    <a:pt x="0" y="19534"/>
                    <a:pt x="0" y="19534"/>
                  </a:cubicBezTo>
                  <a:cubicBezTo>
                    <a:pt x="0" y="20661"/>
                    <a:pt x="878" y="21600"/>
                    <a:pt x="2107" y="21600"/>
                  </a:cubicBezTo>
                  <a:cubicBezTo>
                    <a:pt x="19493" y="21600"/>
                    <a:pt x="19493" y="21600"/>
                    <a:pt x="19493" y="21600"/>
                  </a:cubicBezTo>
                  <a:cubicBezTo>
                    <a:pt x="20722" y="21600"/>
                    <a:pt x="21600" y="20661"/>
                    <a:pt x="21600" y="19534"/>
                  </a:cubicBezTo>
                  <a:cubicBezTo>
                    <a:pt x="21600" y="5823"/>
                    <a:pt x="21600" y="5823"/>
                    <a:pt x="21600" y="5823"/>
                  </a:cubicBezTo>
                  <a:cubicBezTo>
                    <a:pt x="21600" y="5447"/>
                    <a:pt x="21424" y="5071"/>
                    <a:pt x="21249" y="4696"/>
                  </a:cubicBezTo>
                  <a:close/>
                  <a:moveTo>
                    <a:pt x="20195" y="19534"/>
                  </a:moveTo>
                  <a:cubicBezTo>
                    <a:pt x="20195" y="19910"/>
                    <a:pt x="19844" y="20097"/>
                    <a:pt x="19493" y="20097"/>
                  </a:cubicBezTo>
                  <a:cubicBezTo>
                    <a:pt x="2107" y="20097"/>
                    <a:pt x="2107" y="20097"/>
                    <a:pt x="2107" y="20097"/>
                  </a:cubicBezTo>
                  <a:cubicBezTo>
                    <a:pt x="1580" y="20097"/>
                    <a:pt x="1405" y="19910"/>
                    <a:pt x="1405" y="19534"/>
                  </a:cubicBezTo>
                  <a:cubicBezTo>
                    <a:pt x="1405" y="2066"/>
                    <a:pt x="1405" y="2066"/>
                    <a:pt x="1405" y="2066"/>
                  </a:cubicBezTo>
                  <a:cubicBezTo>
                    <a:pt x="1405" y="1690"/>
                    <a:pt x="1580" y="1503"/>
                    <a:pt x="2107" y="1503"/>
                  </a:cubicBezTo>
                  <a:cubicBezTo>
                    <a:pt x="15454" y="1503"/>
                    <a:pt x="15454" y="1503"/>
                    <a:pt x="15454" y="1503"/>
                  </a:cubicBezTo>
                  <a:cubicBezTo>
                    <a:pt x="15454" y="4320"/>
                    <a:pt x="15454" y="4320"/>
                    <a:pt x="15454" y="4320"/>
                  </a:cubicBezTo>
                  <a:cubicBezTo>
                    <a:pt x="15454" y="5447"/>
                    <a:pt x="16332" y="6574"/>
                    <a:pt x="17561" y="6574"/>
                  </a:cubicBezTo>
                  <a:cubicBezTo>
                    <a:pt x="20195" y="6574"/>
                    <a:pt x="20195" y="6574"/>
                    <a:pt x="20195" y="6574"/>
                  </a:cubicBezTo>
                  <a:lnTo>
                    <a:pt x="20195" y="19534"/>
                  </a:lnTo>
                  <a:close/>
                  <a:moveTo>
                    <a:pt x="18263" y="5823"/>
                  </a:moveTo>
                  <a:cubicBezTo>
                    <a:pt x="17561" y="5823"/>
                    <a:pt x="17561" y="5823"/>
                    <a:pt x="17561" y="5823"/>
                  </a:cubicBezTo>
                  <a:cubicBezTo>
                    <a:pt x="16859" y="5823"/>
                    <a:pt x="16156" y="5071"/>
                    <a:pt x="16156" y="4320"/>
                  </a:cubicBezTo>
                  <a:cubicBezTo>
                    <a:pt x="16156" y="1503"/>
                    <a:pt x="16156" y="1503"/>
                    <a:pt x="16156" y="1503"/>
                  </a:cubicBezTo>
                  <a:cubicBezTo>
                    <a:pt x="20195" y="5823"/>
                    <a:pt x="20195" y="5823"/>
                    <a:pt x="20195" y="5823"/>
                  </a:cubicBezTo>
                  <a:lnTo>
                    <a:pt x="18263" y="5823"/>
                  </a:lnTo>
                  <a:close/>
                  <a:moveTo>
                    <a:pt x="18263" y="5823"/>
                  </a:moveTo>
                  <a:cubicBezTo>
                    <a:pt x="18263" y="5823"/>
                    <a:pt x="18263" y="5823"/>
                    <a:pt x="18263" y="5823"/>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43" name="Shape">
              <a:extLst>
                <a:ext uri="{FF2B5EF4-FFF2-40B4-BE49-F238E27FC236}">
                  <a16:creationId xmlns:a16="http://schemas.microsoft.com/office/drawing/2014/main" id="{A561B419-F7BF-8604-23B0-FE8A58B2C22C}"/>
                </a:ext>
              </a:extLst>
            </p:cNvPr>
            <p:cNvSpPr/>
            <p:nvPr/>
          </p:nvSpPr>
          <p:spPr>
            <a:xfrm>
              <a:off x="504630" y="202368"/>
              <a:ext cx="198081" cy="33868"/>
            </a:xfrm>
            <a:custGeom>
              <a:avLst/>
              <a:gdLst/>
              <a:ahLst/>
              <a:cxnLst>
                <a:cxn ang="0">
                  <a:pos x="wd2" y="hd2"/>
                </a:cxn>
                <a:cxn ang="5400000">
                  <a:pos x="wd2" y="hd2"/>
                </a:cxn>
                <a:cxn ang="10800000">
                  <a:pos x="wd2" y="hd2"/>
                </a:cxn>
                <a:cxn ang="16200000">
                  <a:pos x="wd2" y="hd2"/>
                </a:cxn>
              </a:cxnLst>
              <a:rect l="0" t="0" r="r" b="b"/>
              <a:pathLst>
                <a:path w="21600" h="21600" extrusionOk="0">
                  <a:moveTo>
                    <a:pt x="939" y="21600"/>
                  </a:moveTo>
                  <a:cubicBezTo>
                    <a:pt x="19722" y="21600"/>
                    <a:pt x="19722" y="21600"/>
                    <a:pt x="19722" y="21600"/>
                  </a:cubicBezTo>
                  <a:cubicBezTo>
                    <a:pt x="20661" y="21600"/>
                    <a:pt x="21600" y="16200"/>
                    <a:pt x="21600" y="10800"/>
                  </a:cubicBezTo>
                  <a:cubicBezTo>
                    <a:pt x="21600" y="5400"/>
                    <a:pt x="20661" y="0"/>
                    <a:pt x="19722" y="0"/>
                  </a:cubicBezTo>
                  <a:cubicBezTo>
                    <a:pt x="939" y="0"/>
                    <a:pt x="939" y="0"/>
                    <a:pt x="939" y="0"/>
                  </a:cubicBezTo>
                  <a:cubicBezTo>
                    <a:pt x="0" y="0"/>
                    <a:pt x="0" y="5400"/>
                    <a:pt x="0" y="10800"/>
                  </a:cubicBezTo>
                  <a:cubicBezTo>
                    <a:pt x="0" y="16200"/>
                    <a:pt x="0" y="21600"/>
                    <a:pt x="939" y="21600"/>
                  </a:cubicBezTo>
                  <a:close/>
                  <a:moveTo>
                    <a:pt x="939" y="21600"/>
                  </a:moveTo>
                  <a:cubicBezTo>
                    <a:pt x="939" y="21600"/>
                    <a:pt x="939" y="21600"/>
                    <a:pt x="939" y="2160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44" name="Shape">
              <a:extLst>
                <a:ext uri="{FF2B5EF4-FFF2-40B4-BE49-F238E27FC236}">
                  <a16:creationId xmlns:a16="http://schemas.microsoft.com/office/drawing/2014/main" id="{25653D07-07B3-3A6E-18DE-BE659A3F8449}"/>
                </a:ext>
              </a:extLst>
            </p:cNvPr>
            <p:cNvSpPr/>
            <p:nvPr/>
          </p:nvSpPr>
          <p:spPr>
            <a:xfrm>
              <a:off x="504630" y="303765"/>
              <a:ext cx="198081" cy="33868"/>
            </a:xfrm>
            <a:custGeom>
              <a:avLst/>
              <a:gdLst/>
              <a:ahLst/>
              <a:cxnLst>
                <a:cxn ang="0">
                  <a:pos x="wd2" y="hd2"/>
                </a:cxn>
                <a:cxn ang="5400000">
                  <a:pos x="wd2" y="hd2"/>
                </a:cxn>
                <a:cxn ang="10800000">
                  <a:pos x="wd2" y="hd2"/>
                </a:cxn>
                <a:cxn ang="16200000">
                  <a:pos x="wd2" y="hd2"/>
                </a:cxn>
              </a:cxnLst>
              <a:rect l="0" t="0" r="r" b="b"/>
              <a:pathLst>
                <a:path w="21600" h="21600" extrusionOk="0">
                  <a:moveTo>
                    <a:pt x="939" y="21600"/>
                  </a:moveTo>
                  <a:cubicBezTo>
                    <a:pt x="19722" y="21600"/>
                    <a:pt x="19722" y="21600"/>
                    <a:pt x="19722" y="21600"/>
                  </a:cubicBezTo>
                  <a:cubicBezTo>
                    <a:pt x="20661" y="21600"/>
                    <a:pt x="21600" y="14400"/>
                    <a:pt x="21600" y="7200"/>
                  </a:cubicBezTo>
                  <a:cubicBezTo>
                    <a:pt x="21600" y="0"/>
                    <a:pt x="20661" y="0"/>
                    <a:pt x="19722" y="0"/>
                  </a:cubicBezTo>
                  <a:cubicBezTo>
                    <a:pt x="939" y="0"/>
                    <a:pt x="939" y="0"/>
                    <a:pt x="939" y="0"/>
                  </a:cubicBezTo>
                  <a:cubicBezTo>
                    <a:pt x="0" y="0"/>
                    <a:pt x="0" y="0"/>
                    <a:pt x="0" y="7200"/>
                  </a:cubicBezTo>
                  <a:cubicBezTo>
                    <a:pt x="0" y="14400"/>
                    <a:pt x="0" y="21600"/>
                    <a:pt x="939" y="21600"/>
                  </a:cubicBezTo>
                  <a:close/>
                  <a:moveTo>
                    <a:pt x="939" y="21600"/>
                  </a:moveTo>
                  <a:cubicBezTo>
                    <a:pt x="939" y="21600"/>
                    <a:pt x="939" y="21600"/>
                    <a:pt x="939" y="2160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45" name="Shape">
              <a:extLst>
                <a:ext uri="{FF2B5EF4-FFF2-40B4-BE49-F238E27FC236}">
                  <a16:creationId xmlns:a16="http://schemas.microsoft.com/office/drawing/2014/main" id="{925C1FF1-2397-1136-6728-B9CE8562B41C}"/>
                </a:ext>
              </a:extLst>
            </p:cNvPr>
            <p:cNvSpPr/>
            <p:nvPr/>
          </p:nvSpPr>
          <p:spPr>
            <a:xfrm>
              <a:off x="504630" y="400874"/>
              <a:ext cx="424458" cy="37730"/>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200"/>
                    <a:pt x="0" y="21600"/>
                    <a:pt x="441" y="21600"/>
                  </a:cubicBezTo>
                  <a:cubicBezTo>
                    <a:pt x="21159" y="21600"/>
                    <a:pt x="21159" y="21600"/>
                    <a:pt x="21159" y="21600"/>
                  </a:cubicBezTo>
                  <a:cubicBezTo>
                    <a:pt x="21600" y="21600"/>
                    <a:pt x="21600" y="16200"/>
                    <a:pt x="21600" y="10800"/>
                  </a:cubicBezTo>
                  <a:cubicBezTo>
                    <a:pt x="21600" y="5400"/>
                    <a:pt x="21600" y="0"/>
                    <a:pt x="21159" y="0"/>
                  </a:cubicBezTo>
                  <a:cubicBezTo>
                    <a:pt x="441" y="0"/>
                    <a:pt x="441" y="0"/>
                    <a:pt x="441" y="0"/>
                  </a:cubicBezTo>
                  <a:cubicBezTo>
                    <a:pt x="0" y="0"/>
                    <a:pt x="0" y="5400"/>
                    <a:pt x="0" y="10800"/>
                  </a:cubicBezTo>
                  <a:close/>
                  <a:moveTo>
                    <a:pt x="0" y="10800"/>
                  </a:moveTo>
                  <a:cubicBezTo>
                    <a:pt x="0" y="10800"/>
                    <a:pt x="0" y="10800"/>
                    <a:pt x="0" y="1080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46" name="Shape">
              <a:extLst>
                <a:ext uri="{FF2B5EF4-FFF2-40B4-BE49-F238E27FC236}">
                  <a16:creationId xmlns:a16="http://schemas.microsoft.com/office/drawing/2014/main" id="{2DA8E350-5615-4CCB-0516-D7A9A497CECE}"/>
                </a:ext>
              </a:extLst>
            </p:cNvPr>
            <p:cNvSpPr/>
            <p:nvPr/>
          </p:nvSpPr>
          <p:spPr>
            <a:xfrm>
              <a:off x="132053" y="603246"/>
              <a:ext cx="797038" cy="33867"/>
            </a:xfrm>
            <a:custGeom>
              <a:avLst/>
              <a:gdLst/>
              <a:ahLst/>
              <a:cxnLst>
                <a:cxn ang="0">
                  <a:pos x="wd2" y="hd2"/>
                </a:cxn>
                <a:cxn ang="5400000">
                  <a:pos x="wd2" y="hd2"/>
                </a:cxn>
                <a:cxn ang="10800000">
                  <a:pos x="wd2" y="hd2"/>
                </a:cxn>
                <a:cxn ang="16200000">
                  <a:pos x="wd2" y="hd2"/>
                </a:cxn>
              </a:cxnLst>
              <a:rect l="0" t="0" r="r" b="b"/>
              <a:pathLst>
                <a:path w="21600" h="21600" extrusionOk="0">
                  <a:moveTo>
                    <a:pt x="21365" y="0"/>
                  </a:moveTo>
                  <a:cubicBezTo>
                    <a:pt x="470" y="0"/>
                    <a:pt x="470" y="0"/>
                    <a:pt x="470" y="0"/>
                  </a:cubicBezTo>
                  <a:cubicBezTo>
                    <a:pt x="235" y="0"/>
                    <a:pt x="0" y="5400"/>
                    <a:pt x="0" y="10800"/>
                  </a:cubicBezTo>
                  <a:cubicBezTo>
                    <a:pt x="0" y="16200"/>
                    <a:pt x="235" y="21600"/>
                    <a:pt x="470" y="21600"/>
                  </a:cubicBezTo>
                  <a:cubicBezTo>
                    <a:pt x="21365" y="21600"/>
                    <a:pt x="21365" y="21600"/>
                    <a:pt x="21365" y="21600"/>
                  </a:cubicBezTo>
                  <a:cubicBezTo>
                    <a:pt x="21600" y="21600"/>
                    <a:pt x="21600" y="16200"/>
                    <a:pt x="21600" y="10800"/>
                  </a:cubicBezTo>
                  <a:cubicBezTo>
                    <a:pt x="21600" y="5400"/>
                    <a:pt x="21600" y="0"/>
                    <a:pt x="21365" y="0"/>
                  </a:cubicBezTo>
                  <a:close/>
                  <a:moveTo>
                    <a:pt x="21365" y="0"/>
                  </a:moveTo>
                  <a:cubicBezTo>
                    <a:pt x="21365" y="0"/>
                    <a:pt x="21365" y="0"/>
                    <a:pt x="21365" y="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47" name="Shape">
              <a:extLst>
                <a:ext uri="{FF2B5EF4-FFF2-40B4-BE49-F238E27FC236}">
                  <a16:creationId xmlns:a16="http://schemas.microsoft.com/office/drawing/2014/main" id="{5D8BC67C-AC93-8AAB-A98A-6F327D1FB64A}"/>
                </a:ext>
              </a:extLst>
            </p:cNvPr>
            <p:cNvSpPr/>
            <p:nvPr/>
          </p:nvSpPr>
          <p:spPr>
            <a:xfrm>
              <a:off x="132053" y="704643"/>
              <a:ext cx="797038" cy="33867"/>
            </a:xfrm>
            <a:custGeom>
              <a:avLst/>
              <a:gdLst/>
              <a:ahLst/>
              <a:cxnLst>
                <a:cxn ang="0">
                  <a:pos x="wd2" y="hd2"/>
                </a:cxn>
                <a:cxn ang="5400000">
                  <a:pos x="wd2" y="hd2"/>
                </a:cxn>
                <a:cxn ang="10800000">
                  <a:pos x="wd2" y="hd2"/>
                </a:cxn>
                <a:cxn ang="16200000">
                  <a:pos x="wd2" y="hd2"/>
                </a:cxn>
              </a:cxnLst>
              <a:rect l="0" t="0" r="r" b="b"/>
              <a:pathLst>
                <a:path w="21600" h="21600" extrusionOk="0">
                  <a:moveTo>
                    <a:pt x="21365" y="0"/>
                  </a:moveTo>
                  <a:cubicBezTo>
                    <a:pt x="470" y="0"/>
                    <a:pt x="470" y="0"/>
                    <a:pt x="470" y="0"/>
                  </a:cubicBezTo>
                  <a:cubicBezTo>
                    <a:pt x="235" y="0"/>
                    <a:pt x="0" y="0"/>
                    <a:pt x="0" y="7200"/>
                  </a:cubicBezTo>
                  <a:cubicBezTo>
                    <a:pt x="0" y="21600"/>
                    <a:pt x="235" y="21600"/>
                    <a:pt x="470" y="21600"/>
                  </a:cubicBezTo>
                  <a:cubicBezTo>
                    <a:pt x="21365" y="21600"/>
                    <a:pt x="21365" y="21600"/>
                    <a:pt x="21365" y="21600"/>
                  </a:cubicBezTo>
                  <a:cubicBezTo>
                    <a:pt x="21600" y="21600"/>
                    <a:pt x="21600" y="21600"/>
                    <a:pt x="21600" y="7200"/>
                  </a:cubicBezTo>
                  <a:cubicBezTo>
                    <a:pt x="21600" y="0"/>
                    <a:pt x="21600" y="0"/>
                    <a:pt x="21365" y="0"/>
                  </a:cubicBezTo>
                  <a:close/>
                  <a:moveTo>
                    <a:pt x="21365" y="0"/>
                  </a:moveTo>
                  <a:cubicBezTo>
                    <a:pt x="21365" y="0"/>
                    <a:pt x="21365" y="0"/>
                    <a:pt x="21365" y="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48" name="Shape">
              <a:extLst>
                <a:ext uri="{FF2B5EF4-FFF2-40B4-BE49-F238E27FC236}">
                  <a16:creationId xmlns:a16="http://schemas.microsoft.com/office/drawing/2014/main" id="{0ADBA27B-F26E-1B1A-38C1-9A043A302EC0}"/>
                </a:ext>
              </a:extLst>
            </p:cNvPr>
            <p:cNvSpPr/>
            <p:nvPr/>
          </p:nvSpPr>
          <p:spPr>
            <a:xfrm>
              <a:off x="132053" y="801751"/>
              <a:ext cx="797038" cy="37731"/>
            </a:xfrm>
            <a:custGeom>
              <a:avLst/>
              <a:gdLst/>
              <a:ahLst/>
              <a:cxnLst>
                <a:cxn ang="0">
                  <a:pos x="wd2" y="hd2"/>
                </a:cxn>
                <a:cxn ang="5400000">
                  <a:pos x="wd2" y="hd2"/>
                </a:cxn>
                <a:cxn ang="10800000">
                  <a:pos x="wd2" y="hd2"/>
                </a:cxn>
                <a:cxn ang="16200000">
                  <a:pos x="wd2" y="hd2"/>
                </a:cxn>
              </a:cxnLst>
              <a:rect l="0" t="0" r="r" b="b"/>
              <a:pathLst>
                <a:path w="21600" h="21600" extrusionOk="0">
                  <a:moveTo>
                    <a:pt x="21365" y="0"/>
                  </a:moveTo>
                  <a:cubicBezTo>
                    <a:pt x="470" y="0"/>
                    <a:pt x="470" y="0"/>
                    <a:pt x="470" y="0"/>
                  </a:cubicBezTo>
                  <a:cubicBezTo>
                    <a:pt x="235" y="0"/>
                    <a:pt x="0" y="5400"/>
                    <a:pt x="0" y="10800"/>
                  </a:cubicBezTo>
                  <a:cubicBezTo>
                    <a:pt x="0" y="16200"/>
                    <a:pt x="235" y="21600"/>
                    <a:pt x="470" y="21600"/>
                  </a:cubicBezTo>
                  <a:cubicBezTo>
                    <a:pt x="21365" y="21600"/>
                    <a:pt x="21365" y="21600"/>
                    <a:pt x="21365" y="21600"/>
                  </a:cubicBezTo>
                  <a:cubicBezTo>
                    <a:pt x="21600" y="21600"/>
                    <a:pt x="21600" y="16200"/>
                    <a:pt x="21600" y="10800"/>
                  </a:cubicBezTo>
                  <a:cubicBezTo>
                    <a:pt x="21600" y="5400"/>
                    <a:pt x="21600" y="0"/>
                    <a:pt x="21365" y="0"/>
                  </a:cubicBezTo>
                  <a:close/>
                  <a:moveTo>
                    <a:pt x="21365" y="0"/>
                  </a:moveTo>
                  <a:cubicBezTo>
                    <a:pt x="21365" y="0"/>
                    <a:pt x="21365" y="0"/>
                    <a:pt x="21365" y="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49" name="Shape">
              <a:extLst>
                <a:ext uri="{FF2B5EF4-FFF2-40B4-BE49-F238E27FC236}">
                  <a16:creationId xmlns:a16="http://schemas.microsoft.com/office/drawing/2014/main" id="{AF7ADFAE-B3BA-FD51-3702-3A93CC78BAB8}"/>
                </a:ext>
              </a:extLst>
            </p:cNvPr>
            <p:cNvSpPr/>
            <p:nvPr/>
          </p:nvSpPr>
          <p:spPr>
            <a:xfrm>
              <a:off x="132053" y="504206"/>
              <a:ext cx="797038" cy="33867"/>
            </a:xfrm>
            <a:custGeom>
              <a:avLst/>
              <a:gdLst/>
              <a:ahLst/>
              <a:cxnLst>
                <a:cxn ang="0">
                  <a:pos x="wd2" y="hd2"/>
                </a:cxn>
                <a:cxn ang="5400000">
                  <a:pos x="wd2" y="hd2"/>
                </a:cxn>
                <a:cxn ang="10800000">
                  <a:pos x="wd2" y="hd2"/>
                </a:cxn>
                <a:cxn ang="16200000">
                  <a:pos x="wd2" y="hd2"/>
                </a:cxn>
              </a:cxnLst>
              <a:rect l="0" t="0" r="r" b="b"/>
              <a:pathLst>
                <a:path w="21600" h="21600" extrusionOk="0">
                  <a:moveTo>
                    <a:pt x="21365" y="0"/>
                  </a:moveTo>
                  <a:cubicBezTo>
                    <a:pt x="470" y="0"/>
                    <a:pt x="470" y="0"/>
                    <a:pt x="470" y="0"/>
                  </a:cubicBezTo>
                  <a:cubicBezTo>
                    <a:pt x="235" y="0"/>
                    <a:pt x="0" y="0"/>
                    <a:pt x="0" y="7200"/>
                  </a:cubicBezTo>
                  <a:cubicBezTo>
                    <a:pt x="0" y="21600"/>
                    <a:pt x="235" y="21600"/>
                    <a:pt x="470" y="21600"/>
                  </a:cubicBezTo>
                  <a:cubicBezTo>
                    <a:pt x="21365" y="21600"/>
                    <a:pt x="21365" y="21600"/>
                    <a:pt x="21365" y="21600"/>
                  </a:cubicBezTo>
                  <a:cubicBezTo>
                    <a:pt x="21600" y="21600"/>
                    <a:pt x="21600" y="21600"/>
                    <a:pt x="21600" y="7200"/>
                  </a:cubicBezTo>
                  <a:cubicBezTo>
                    <a:pt x="21600" y="0"/>
                    <a:pt x="21600" y="0"/>
                    <a:pt x="21365" y="0"/>
                  </a:cubicBezTo>
                  <a:close/>
                  <a:moveTo>
                    <a:pt x="21365" y="0"/>
                  </a:moveTo>
                  <a:cubicBezTo>
                    <a:pt x="21365" y="0"/>
                    <a:pt x="21365" y="0"/>
                    <a:pt x="21365" y="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50" name="Shape">
              <a:extLst>
                <a:ext uri="{FF2B5EF4-FFF2-40B4-BE49-F238E27FC236}">
                  <a16:creationId xmlns:a16="http://schemas.microsoft.com/office/drawing/2014/main" id="{C7816E39-2297-2313-3967-980BAA27314B}"/>
                </a:ext>
              </a:extLst>
            </p:cNvPr>
            <p:cNvSpPr/>
            <p:nvPr/>
          </p:nvSpPr>
          <p:spPr>
            <a:xfrm>
              <a:off x="132053" y="169782"/>
              <a:ext cx="301837" cy="268825"/>
            </a:xfrm>
            <a:custGeom>
              <a:avLst/>
              <a:gdLst/>
              <a:ahLst/>
              <a:cxnLst>
                <a:cxn ang="0">
                  <a:pos x="wd2" y="hd2"/>
                </a:cxn>
                <a:cxn ang="5400000">
                  <a:pos x="wd2" y="hd2"/>
                </a:cxn>
                <a:cxn ang="10800000">
                  <a:pos x="wd2" y="hd2"/>
                </a:cxn>
                <a:cxn ang="16200000">
                  <a:pos x="wd2" y="hd2"/>
                </a:cxn>
              </a:cxnLst>
              <a:rect l="0" t="0" r="r" b="b"/>
              <a:pathLst>
                <a:path w="21600" h="21600" extrusionOk="0">
                  <a:moveTo>
                    <a:pt x="2469" y="21600"/>
                  </a:moveTo>
                  <a:cubicBezTo>
                    <a:pt x="19131" y="21600"/>
                    <a:pt x="19131" y="21600"/>
                    <a:pt x="19131" y="21600"/>
                  </a:cubicBezTo>
                  <a:cubicBezTo>
                    <a:pt x="20366" y="21600"/>
                    <a:pt x="21600" y="20206"/>
                    <a:pt x="21600" y="18813"/>
                  </a:cubicBezTo>
                  <a:cubicBezTo>
                    <a:pt x="21600" y="2787"/>
                    <a:pt x="21600" y="2787"/>
                    <a:pt x="21600" y="2787"/>
                  </a:cubicBezTo>
                  <a:cubicBezTo>
                    <a:pt x="21600" y="1394"/>
                    <a:pt x="20366" y="0"/>
                    <a:pt x="19131" y="0"/>
                  </a:cubicBezTo>
                  <a:cubicBezTo>
                    <a:pt x="2469" y="0"/>
                    <a:pt x="2469" y="0"/>
                    <a:pt x="2469" y="0"/>
                  </a:cubicBezTo>
                  <a:cubicBezTo>
                    <a:pt x="1234" y="0"/>
                    <a:pt x="0" y="1394"/>
                    <a:pt x="0" y="2787"/>
                  </a:cubicBezTo>
                  <a:cubicBezTo>
                    <a:pt x="0" y="18813"/>
                    <a:pt x="0" y="18813"/>
                    <a:pt x="0" y="18813"/>
                  </a:cubicBezTo>
                  <a:cubicBezTo>
                    <a:pt x="0" y="20206"/>
                    <a:pt x="1234" y="21600"/>
                    <a:pt x="2469" y="21600"/>
                  </a:cubicBezTo>
                  <a:close/>
                  <a:moveTo>
                    <a:pt x="4937" y="5574"/>
                  </a:moveTo>
                  <a:cubicBezTo>
                    <a:pt x="16663" y="5574"/>
                    <a:pt x="16663" y="5574"/>
                    <a:pt x="16663" y="5574"/>
                  </a:cubicBezTo>
                  <a:cubicBezTo>
                    <a:pt x="16663" y="16026"/>
                    <a:pt x="16663" y="16026"/>
                    <a:pt x="16663" y="16026"/>
                  </a:cubicBezTo>
                  <a:cubicBezTo>
                    <a:pt x="4937" y="16026"/>
                    <a:pt x="4937" y="16026"/>
                    <a:pt x="4937" y="16026"/>
                  </a:cubicBezTo>
                  <a:lnTo>
                    <a:pt x="4937" y="5574"/>
                  </a:lnTo>
                  <a:close/>
                  <a:moveTo>
                    <a:pt x="4937" y="5574"/>
                  </a:moveTo>
                  <a:cubicBezTo>
                    <a:pt x="4937" y="5574"/>
                    <a:pt x="4937" y="5574"/>
                    <a:pt x="4937" y="5574"/>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grpSp>
      <p:grpSp>
        <p:nvGrpSpPr>
          <p:cNvPr id="251" name="Group">
            <a:extLst>
              <a:ext uri="{FF2B5EF4-FFF2-40B4-BE49-F238E27FC236}">
                <a16:creationId xmlns:a16="http://schemas.microsoft.com/office/drawing/2014/main" id="{D9CED762-148A-A78D-CCA1-8F328951DD30}"/>
              </a:ext>
            </a:extLst>
          </p:cNvPr>
          <p:cNvGrpSpPr/>
          <p:nvPr/>
        </p:nvGrpSpPr>
        <p:grpSpPr>
          <a:xfrm>
            <a:off x="9144982" y="4047860"/>
            <a:ext cx="387377" cy="489749"/>
            <a:chOff x="0" y="0"/>
            <a:chExt cx="797037" cy="1070576"/>
          </a:xfrm>
          <a:solidFill>
            <a:schemeClr val="tx1"/>
          </a:solidFill>
        </p:grpSpPr>
        <p:sp>
          <p:nvSpPr>
            <p:cNvPr id="252" name="Shape">
              <a:extLst>
                <a:ext uri="{FF2B5EF4-FFF2-40B4-BE49-F238E27FC236}">
                  <a16:creationId xmlns:a16="http://schemas.microsoft.com/office/drawing/2014/main" id="{97C50B9F-95D9-BF7D-4F7D-5B069963BD8B}"/>
                </a:ext>
              </a:extLst>
            </p:cNvPr>
            <p:cNvSpPr/>
            <p:nvPr/>
          </p:nvSpPr>
          <p:spPr>
            <a:xfrm>
              <a:off x="198079" y="193365"/>
              <a:ext cx="400879" cy="400878"/>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cubicBezTo>
                    <a:pt x="16435" y="21600"/>
                    <a:pt x="21600" y="16904"/>
                    <a:pt x="21600" y="10800"/>
                  </a:cubicBezTo>
                  <a:cubicBezTo>
                    <a:pt x="21600" y="5165"/>
                    <a:pt x="16435" y="0"/>
                    <a:pt x="10800" y="0"/>
                  </a:cubicBezTo>
                  <a:cubicBezTo>
                    <a:pt x="4696" y="0"/>
                    <a:pt x="0" y="5165"/>
                    <a:pt x="0" y="10800"/>
                  </a:cubicBezTo>
                  <a:cubicBezTo>
                    <a:pt x="0" y="16904"/>
                    <a:pt x="4696" y="21600"/>
                    <a:pt x="10800" y="21600"/>
                  </a:cubicBezTo>
                  <a:close/>
                  <a:moveTo>
                    <a:pt x="10800" y="1878"/>
                  </a:moveTo>
                  <a:cubicBezTo>
                    <a:pt x="15496" y="1878"/>
                    <a:pt x="19722" y="6104"/>
                    <a:pt x="19722" y="10800"/>
                  </a:cubicBezTo>
                  <a:cubicBezTo>
                    <a:pt x="19722" y="15965"/>
                    <a:pt x="15496" y="19722"/>
                    <a:pt x="10800" y="19722"/>
                  </a:cubicBezTo>
                  <a:cubicBezTo>
                    <a:pt x="5635" y="19722"/>
                    <a:pt x="1878" y="15965"/>
                    <a:pt x="1878" y="10800"/>
                  </a:cubicBezTo>
                  <a:cubicBezTo>
                    <a:pt x="1878" y="6104"/>
                    <a:pt x="5635" y="1878"/>
                    <a:pt x="10800" y="1878"/>
                  </a:cubicBezTo>
                  <a:close/>
                  <a:moveTo>
                    <a:pt x="10800" y="1878"/>
                  </a:moveTo>
                  <a:cubicBezTo>
                    <a:pt x="10800" y="1878"/>
                    <a:pt x="10800" y="1878"/>
                    <a:pt x="10800" y="1878"/>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53" name="Shape">
              <a:extLst>
                <a:ext uri="{FF2B5EF4-FFF2-40B4-BE49-F238E27FC236}">
                  <a16:creationId xmlns:a16="http://schemas.microsoft.com/office/drawing/2014/main" id="{A3652A23-174D-DB6D-03EF-16D87363BC76}"/>
                </a:ext>
              </a:extLst>
            </p:cNvPr>
            <p:cNvSpPr/>
            <p:nvPr/>
          </p:nvSpPr>
          <p:spPr>
            <a:xfrm>
              <a:off x="-1" y="-1"/>
              <a:ext cx="797039" cy="1070578"/>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696" y="0"/>
                    <a:pt x="0" y="3688"/>
                    <a:pt x="0" y="8078"/>
                  </a:cubicBezTo>
                  <a:cubicBezTo>
                    <a:pt x="0" y="12820"/>
                    <a:pt x="5400" y="17737"/>
                    <a:pt x="9391" y="21073"/>
                  </a:cubicBezTo>
                  <a:cubicBezTo>
                    <a:pt x="9391" y="21073"/>
                    <a:pt x="9861" y="21600"/>
                    <a:pt x="10800" y="21600"/>
                  </a:cubicBezTo>
                  <a:cubicBezTo>
                    <a:pt x="10800" y="21600"/>
                    <a:pt x="10800" y="21600"/>
                    <a:pt x="10800" y="21600"/>
                  </a:cubicBezTo>
                  <a:cubicBezTo>
                    <a:pt x="11504" y="21600"/>
                    <a:pt x="12209" y="21073"/>
                    <a:pt x="12209" y="21073"/>
                  </a:cubicBezTo>
                  <a:cubicBezTo>
                    <a:pt x="16200" y="17737"/>
                    <a:pt x="21600" y="12820"/>
                    <a:pt x="21600" y="8078"/>
                  </a:cubicBezTo>
                  <a:cubicBezTo>
                    <a:pt x="21600" y="3688"/>
                    <a:pt x="16670" y="0"/>
                    <a:pt x="10800" y="0"/>
                  </a:cubicBezTo>
                  <a:close/>
                  <a:moveTo>
                    <a:pt x="10800" y="20195"/>
                  </a:moveTo>
                  <a:cubicBezTo>
                    <a:pt x="10800" y="20195"/>
                    <a:pt x="10800" y="20195"/>
                    <a:pt x="10800" y="20195"/>
                  </a:cubicBezTo>
                  <a:cubicBezTo>
                    <a:pt x="10800" y="20195"/>
                    <a:pt x="10565" y="20195"/>
                    <a:pt x="10565" y="20195"/>
                  </a:cubicBezTo>
                  <a:cubicBezTo>
                    <a:pt x="7278" y="17210"/>
                    <a:pt x="1643" y="12468"/>
                    <a:pt x="1643" y="8078"/>
                  </a:cubicBezTo>
                  <a:cubicBezTo>
                    <a:pt x="1643" y="4390"/>
                    <a:pt x="5870" y="1405"/>
                    <a:pt x="10800" y="1405"/>
                  </a:cubicBezTo>
                  <a:cubicBezTo>
                    <a:pt x="15730" y="1405"/>
                    <a:pt x="19722" y="4390"/>
                    <a:pt x="19722" y="8078"/>
                  </a:cubicBezTo>
                  <a:cubicBezTo>
                    <a:pt x="19722" y="12468"/>
                    <a:pt x="14087" y="17210"/>
                    <a:pt x="10800" y="20195"/>
                  </a:cubicBezTo>
                  <a:close/>
                  <a:moveTo>
                    <a:pt x="10800" y="20195"/>
                  </a:moveTo>
                  <a:cubicBezTo>
                    <a:pt x="10800" y="20195"/>
                    <a:pt x="10800" y="20195"/>
                    <a:pt x="10800" y="20195"/>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grpSp>
      <p:sp>
        <p:nvSpPr>
          <p:cNvPr id="254" name="Shape">
            <a:extLst>
              <a:ext uri="{FF2B5EF4-FFF2-40B4-BE49-F238E27FC236}">
                <a16:creationId xmlns:a16="http://schemas.microsoft.com/office/drawing/2014/main" id="{E1EDE9C3-1A50-270A-281C-E63D662B4D64}"/>
              </a:ext>
            </a:extLst>
          </p:cNvPr>
          <p:cNvSpPr/>
          <p:nvPr/>
        </p:nvSpPr>
        <p:spPr>
          <a:xfrm>
            <a:off x="9969321" y="4132279"/>
            <a:ext cx="518488" cy="321473"/>
          </a:xfrm>
          <a:custGeom>
            <a:avLst/>
            <a:gdLst/>
            <a:ahLst/>
            <a:cxnLst>
              <a:cxn ang="0">
                <a:pos x="wd2" y="hd2"/>
              </a:cxn>
              <a:cxn ang="5400000">
                <a:pos x="wd2" y="hd2"/>
              </a:cxn>
              <a:cxn ang="10800000">
                <a:pos x="wd2" y="hd2"/>
              </a:cxn>
              <a:cxn ang="16200000">
                <a:pos x="wd2" y="hd2"/>
              </a:cxn>
            </a:cxnLst>
            <a:rect l="0" t="0" r="r" b="b"/>
            <a:pathLst>
              <a:path w="21600" h="21600" extrusionOk="0">
                <a:moveTo>
                  <a:pt x="18790" y="0"/>
                </a:moveTo>
                <a:cubicBezTo>
                  <a:pt x="2634" y="0"/>
                  <a:pt x="2634" y="0"/>
                  <a:pt x="2634" y="0"/>
                </a:cubicBezTo>
                <a:cubicBezTo>
                  <a:pt x="1229" y="0"/>
                  <a:pt x="0" y="1867"/>
                  <a:pt x="0" y="4267"/>
                </a:cubicBezTo>
                <a:cubicBezTo>
                  <a:pt x="0" y="17333"/>
                  <a:pt x="0" y="17333"/>
                  <a:pt x="0" y="17333"/>
                </a:cubicBezTo>
                <a:cubicBezTo>
                  <a:pt x="0" y="19733"/>
                  <a:pt x="1229" y="21600"/>
                  <a:pt x="2634" y="21600"/>
                </a:cubicBezTo>
                <a:cubicBezTo>
                  <a:pt x="18790" y="21600"/>
                  <a:pt x="18790" y="21600"/>
                  <a:pt x="18790" y="21600"/>
                </a:cubicBezTo>
                <a:cubicBezTo>
                  <a:pt x="20371" y="21600"/>
                  <a:pt x="21600" y="19733"/>
                  <a:pt x="21600" y="17333"/>
                </a:cubicBezTo>
                <a:cubicBezTo>
                  <a:pt x="21600" y="4267"/>
                  <a:pt x="21600" y="4267"/>
                  <a:pt x="21600" y="4267"/>
                </a:cubicBezTo>
                <a:cubicBezTo>
                  <a:pt x="21600" y="1867"/>
                  <a:pt x="20371" y="0"/>
                  <a:pt x="18790" y="0"/>
                </a:cubicBezTo>
                <a:close/>
                <a:moveTo>
                  <a:pt x="1405" y="5333"/>
                </a:moveTo>
                <a:cubicBezTo>
                  <a:pt x="5971" y="10933"/>
                  <a:pt x="5971" y="10933"/>
                  <a:pt x="5971" y="10933"/>
                </a:cubicBezTo>
                <a:cubicBezTo>
                  <a:pt x="1405" y="16267"/>
                  <a:pt x="1405" y="16267"/>
                  <a:pt x="1405" y="16267"/>
                </a:cubicBezTo>
                <a:lnTo>
                  <a:pt x="1405" y="5333"/>
                </a:lnTo>
                <a:close/>
                <a:moveTo>
                  <a:pt x="20195" y="17333"/>
                </a:moveTo>
                <a:cubicBezTo>
                  <a:pt x="20195" y="18667"/>
                  <a:pt x="19668" y="19467"/>
                  <a:pt x="18790" y="19467"/>
                </a:cubicBezTo>
                <a:cubicBezTo>
                  <a:pt x="2634" y="19467"/>
                  <a:pt x="2634" y="19467"/>
                  <a:pt x="2634" y="19467"/>
                </a:cubicBezTo>
                <a:cubicBezTo>
                  <a:pt x="1932" y="19467"/>
                  <a:pt x="1405" y="18667"/>
                  <a:pt x="1405" y="17333"/>
                </a:cubicBezTo>
                <a:cubicBezTo>
                  <a:pt x="6673" y="11467"/>
                  <a:pt x="6673" y="11467"/>
                  <a:pt x="6673" y="11467"/>
                </a:cubicBezTo>
                <a:cubicBezTo>
                  <a:pt x="9483" y="14933"/>
                  <a:pt x="9483" y="14933"/>
                  <a:pt x="9483" y="14933"/>
                </a:cubicBezTo>
                <a:cubicBezTo>
                  <a:pt x="9834" y="15200"/>
                  <a:pt x="10361" y="15467"/>
                  <a:pt x="10712" y="15467"/>
                </a:cubicBezTo>
                <a:cubicBezTo>
                  <a:pt x="11239" y="15467"/>
                  <a:pt x="11590" y="15200"/>
                  <a:pt x="11941" y="14933"/>
                </a:cubicBezTo>
                <a:cubicBezTo>
                  <a:pt x="14927" y="11467"/>
                  <a:pt x="14927" y="11467"/>
                  <a:pt x="14927" y="11467"/>
                </a:cubicBezTo>
                <a:lnTo>
                  <a:pt x="20195" y="17333"/>
                </a:lnTo>
                <a:close/>
                <a:moveTo>
                  <a:pt x="20195" y="16267"/>
                </a:moveTo>
                <a:cubicBezTo>
                  <a:pt x="15454" y="10933"/>
                  <a:pt x="15454" y="10933"/>
                  <a:pt x="15454" y="10933"/>
                </a:cubicBezTo>
                <a:cubicBezTo>
                  <a:pt x="20195" y="5333"/>
                  <a:pt x="20195" y="5333"/>
                  <a:pt x="20195" y="5333"/>
                </a:cubicBezTo>
                <a:lnTo>
                  <a:pt x="20195" y="16267"/>
                </a:lnTo>
                <a:close/>
                <a:moveTo>
                  <a:pt x="11590" y="13867"/>
                </a:moveTo>
                <a:cubicBezTo>
                  <a:pt x="11415" y="14133"/>
                  <a:pt x="11063" y="14400"/>
                  <a:pt x="10712" y="14400"/>
                </a:cubicBezTo>
                <a:cubicBezTo>
                  <a:pt x="10537" y="14400"/>
                  <a:pt x="10185" y="14133"/>
                  <a:pt x="10010" y="13867"/>
                </a:cubicBezTo>
                <a:cubicBezTo>
                  <a:pt x="7200" y="10933"/>
                  <a:pt x="7200" y="10933"/>
                  <a:pt x="7200" y="10933"/>
                </a:cubicBezTo>
                <a:cubicBezTo>
                  <a:pt x="6673" y="10133"/>
                  <a:pt x="6673" y="10133"/>
                  <a:pt x="6673" y="10133"/>
                </a:cubicBezTo>
                <a:cubicBezTo>
                  <a:pt x="1405" y="4267"/>
                  <a:pt x="1405" y="4267"/>
                  <a:pt x="1405" y="4267"/>
                </a:cubicBezTo>
                <a:cubicBezTo>
                  <a:pt x="1405" y="2933"/>
                  <a:pt x="1932" y="2133"/>
                  <a:pt x="2634" y="2133"/>
                </a:cubicBezTo>
                <a:cubicBezTo>
                  <a:pt x="18790" y="2133"/>
                  <a:pt x="18790" y="2133"/>
                  <a:pt x="18790" y="2133"/>
                </a:cubicBezTo>
                <a:cubicBezTo>
                  <a:pt x="19668" y="2133"/>
                  <a:pt x="20195" y="2933"/>
                  <a:pt x="20195" y="4267"/>
                </a:cubicBezTo>
                <a:lnTo>
                  <a:pt x="11590" y="13867"/>
                </a:lnTo>
                <a:close/>
                <a:moveTo>
                  <a:pt x="11590" y="13867"/>
                </a:moveTo>
                <a:cubicBezTo>
                  <a:pt x="11590" y="13867"/>
                  <a:pt x="11590" y="13867"/>
                  <a:pt x="11590" y="13867"/>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55" name="Shape">
            <a:extLst>
              <a:ext uri="{FF2B5EF4-FFF2-40B4-BE49-F238E27FC236}">
                <a16:creationId xmlns:a16="http://schemas.microsoft.com/office/drawing/2014/main" id="{E6848611-FD56-3385-34CE-59AA67EB30F8}"/>
              </a:ext>
            </a:extLst>
          </p:cNvPr>
          <p:cNvSpPr/>
          <p:nvPr/>
        </p:nvSpPr>
        <p:spPr>
          <a:xfrm>
            <a:off x="10926054" y="4043196"/>
            <a:ext cx="516351" cy="489956"/>
          </a:xfrm>
          <a:custGeom>
            <a:avLst/>
            <a:gdLst/>
            <a:ahLst/>
            <a:cxnLst>
              <a:cxn ang="0">
                <a:pos x="wd2" y="hd2"/>
              </a:cxn>
              <a:cxn ang="5400000">
                <a:pos x="wd2" y="hd2"/>
              </a:cxn>
              <a:cxn ang="10800000">
                <a:pos x="wd2" y="hd2"/>
              </a:cxn>
              <a:cxn ang="16200000">
                <a:pos x="wd2" y="hd2"/>
              </a:cxn>
            </a:cxnLst>
            <a:rect l="0" t="0" r="r" b="b"/>
            <a:pathLst>
              <a:path w="21011" h="21600" extrusionOk="0">
                <a:moveTo>
                  <a:pt x="19200" y="1756"/>
                </a:moveTo>
                <a:cubicBezTo>
                  <a:pt x="18171" y="702"/>
                  <a:pt x="16800" y="0"/>
                  <a:pt x="15429" y="0"/>
                </a:cubicBezTo>
                <a:cubicBezTo>
                  <a:pt x="14229" y="0"/>
                  <a:pt x="13029" y="527"/>
                  <a:pt x="12343" y="1229"/>
                </a:cubicBezTo>
                <a:cubicBezTo>
                  <a:pt x="9086" y="4566"/>
                  <a:pt x="9086" y="4566"/>
                  <a:pt x="9086" y="4566"/>
                </a:cubicBezTo>
                <a:cubicBezTo>
                  <a:pt x="9086" y="4566"/>
                  <a:pt x="9086" y="4566"/>
                  <a:pt x="9086" y="4566"/>
                </a:cubicBezTo>
                <a:cubicBezTo>
                  <a:pt x="9086" y="4566"/>
                  <a:pt x="9086" y="4566"/>
                  <a:pt x="9086" y="4566"/>
                </a:cubicBezTo>
                <a:cubicBezTo>
                  <a:pt x="9086" y="4566"/>
                  <a:pt x="9086" y="4566"/>
                  <a:pt x="9086" y="4566"/>
                </a:cubicBezTo>
                <a:cubicBezTo>
                  <a:pt x="2229" y="11590"/>
                  <a:pt x="2229" y="11590"/>
                  <a:pt x="2229" y="11590"/>
                </a:cubicBezTo>
                <a:cubicBezTo>
                  <a:pt x="1886" y="11941"/>
                  <a:pt x="1714" y="12293"/>
                  <a:pt x="1543" y="12820"/>
                </a:cubicBezTo>
                <a:cubicBezTo>
                  <a:pt x="0" y="18615"/>
                  <a:pt x="0" y="18615"/>
                  <a:pt x="0" y="18615"/>
                </a:cubicBezTo>
                <a:cubicBezTo>
                  <a:pt x="0" y="18615"/>
                  <a:pt x="0" y="18966"/>
                  <a:pt x="0" y="19317"/>
                </a:cubicBezTo>
                <a:cubicBezTo>
                  <a:pt x="0" y="20546"/>
                  <a:pt x="1029" y="21600"/>
                  <a:pt x="2229" y="21600"/>
                </a:cubicBezTo>
                <a:cubicBezTo>
                  <a:pt x="2571" y="21600"/>
                  <a:pt x="2914" y="21424"/>
                  <a:pt x="3086" y="21424"/>
                </a:cubicBezTo>
                <a:cubicBezTo>
                  <a:pt x="8571" y="20020"/>
                  <a:pt x="8571" y="20020"/>
                  <a:pt x="8571" y="20020"/>
                </a:cubicBezTo>
                <a:cubicBezTo>
                  <a:pt x="8914" y="19844"/>
                  <a:pt x="9429" y="19668"/>
                  <a:pt x="9771" y="19317"/>
                </a:cubicBezTo>
                <a:cubicBezTo>
                  <a:pt x="19714" y="8956"/>
                  <a:pt x="19714" y="8956"/>
                  <a:pt x="19714" y="8956"/>
                </a:cubicBezTo>
                <a:cubicBezTo>
                  <a:pt x="21600" y="7024"/>
                  <a:pt x="21429" y="3863"/>
                  <a:pt x="19200" y="1756"/>
                </a:cubicBezTo>
                <a:close/>
                <a:moveTo>
                  <a:pt x="10457" y="15980"/>
                </a:moveTo>
                <a:cubicBezTo>
                  <a:pt x="10457" y="15454"/>
                  <a:pt x="10286" y="14927"/>
                  <a:pt x="9943" y="14224"/>
                </a:cubicBezTo>
                <a:cubicBezTo>
                  <a:pt x="16286" y="7902"/>
                  <a:pt x="16286" y="7902"/>
                  <a:pt x="16286" y="7902"/>
                </a:cubicBezTo>
                <a:cubicBezTo>
                  <a:pt x="16629" y="9132"/>
                  <a:pt x="16457" y="10361"/>
                  <a:pt x="15600" y="11239"/>
                </a:cubicBezTo>
                <a:cubicBezTo>
                  <a:pt x="15600" y="11239"/>
                  <a:pt x="15600" y="11239"/>
                  <a:pt x="15600" y="11239"/>
                </a:cubicBezTo>
                <a:cubicBezTo>
                  <a:pt x="15600" y="11239"/>
                  <a:pt x="15600" y="11239"/>
                  <a:pt x="15600" y="11239"/>
                </a:cubicBezTo>
                <a:cubicBezTo>
                  <a:pt x="10457" y="16507"/>
                  <a:pt x="10457" y="16507"/>
                  <a:pt x="10457" y="16507"/>
                </a:cubicBezTo>
                <a:cubicBezTo>
                  <a:pt x="10457" y="16332"/>
                  <a:pt x="10457" y="16156"/>
                  <a:pt x="10457" y="15980"/>
                </a:cubicBezTo>
                <a:close/>
                <a:moveTo>
                  <a:pt x="9600" y="13698"/>
                </a:moveTo>
                <a:cubicBezTo>
                  <a:pt x="9429" y="13346"/>
                  <a:pt x="9086" y="12820"/>
                  <a:pt x="8743" y="12468"/>
                </a:cubicBezTo>
                <a:cubicBezTo>
                  <a:pt x="8400" y="12117"/>
                  <a:pt x="7886" y="11766"/>
                  <a:pt x="7371" y="11590"/>
                </a:cubicBezTo>
                <a:cubicBezTo>
                  <a:pt x="13714" y="5093"/>
                  <a:pt x="13714" y="5093"/>
                  <a:pt x="13714" y="5093"/>
                </a:cubicBezTo>
                <a:cubicBezTo>
                  <a:pt x="14229" y="5268"/>
                  <a:pt x="14743" y="5620"/>
                  <a:pt x="15086" y="5971"/>
                </a:cubicBezTo>
                <a:cubicBezTo>
                  <a:pt x="15429" y="6498"/>
                  <a:pt x="15771" y="6849"/>
                  <a:pt x="15943" y="7200"/>
                </a:cubicBezTo>
                <a:lnTo>
                  <a:pt x="9600" y="13698"/>
                </a:lnTo>
                <a:close/>
                <a:moveTo>
                  <a:pt x="6857" y="11239"/>
                </a:moveTo>
                <a:cubicBezTo>
                  <a:pt x="6171" y="10888"/>
                  <a:pt x="5657" y="10712"/>
                  <a:pt x="4971" y="10712"/>
                </a:cubicBezTo>
                <a:cubicBezTo>
                  <a:pt x="9943" y="5620"/>
                  <a:pt x="9943" y="5620"/>
                  <a:pt x="9943" y="5620"/>
                </a:cubicBezTo>
                <a:cubicBezTo>
                  <a:pt x="10800" y="4741"/>
                  <a:pt x="11829" y="4566"/>
                  <a:pt x="13029" y="4917"/>
                </a:cubicBezTo>
                <a:lnTo>
                  <a:pt x="6857" y="11239"/>
                </a:lnTo>
                <a:close/>
                <a:moveTo>
                  <a:pt x="2743" y="20195"/>
                </a:moveTo>
                <a:cubicBezTo>
                  <a:pt x="2571" y="20195"/>
                  <a:pt x="2400" y="20195"/>
                  <a:pt x="2229" y="20195"/>
                </a:cubicBezTo>
                <a:cubicBezTo>
                  <a:pt x="1714" y="20195"/>
                  <a:pt x="1200" y="19844"/>
                  <a:pt x="1200" y="19317"/>
                </a:cubicBezTo>
                <a:cubicBezTo>
                  <a:pt x="1200" y="19141"/>
                  <a:pt x="1371" y="18966"/>
                  <a:pt x="1371" y="18790"/>
                </a:cubicBezTo>
                <a:cubicBezTo>
                  <a:pt x="2057" y="16332"/>
                  <a:pt x="2057" y="16332"/>
                  <a:pt x="2057" y="16332"/>
                </a:cubicBezTo>
                <a:cubicBezTo>
                  <a:pt x="2743" y="16332"/>
                  <a:pt x="3600" y="16507"/>
                  <a:pt x="4286" y="17210"/>
                </a:cubicBezTo>
                <a:cubicBezTo>
                  <a:pt x="4800" y="17912"/>
                  <a:pt x="5143" y="18790"/>
                  <a:pt x="5143" y="19493"/>
                </a:cubicBezTo>
                <a:lnTo>
                  <a:pt x="2743" y="20195"/>
                </a:lnTo>
                <a:close/>
                <a:moveTo>
                  <a:pt x="5829" y="19317"/>
                </a:moveTo>
                <a:cubicBezTo>
                  <a:pt x="5829" y="18439"/>
                  <a:pt x="5314" y="17561"/>
                  <a:pt x="4629" y="16683"/>
                </a:cubicBezTo>
                <a:cubicBezTo>
                  <a:pt x="3943" y="15980"/>
                  <a:pt x="3086" y="15629"/>
                  <a:pt x="2229" y="15629"/>
                </a:cubicBezTo>
                <a:cubicBezTo>
                  <a:pt x="2914" y="13171"/>
                  <a:pt x="2914" y="13171"/>
                  <a:pt x="2914" y="13171"/>
                </a:cubicBezTo>
                <a:cubicBezTo>
                  <a:pt x="2914" y="12995"/>
                  <a:pt x="2914" y="12820"/>
                  <a:pt x="3086" y="12644"/>
                </a:cubicBezTo>
                <a:cubicBezTo>
                  <a:pt x="4457" y="11766"/>
                  <a:pt x="6514" y="11941"/>
                  <a:pt x="7886" y="13522"/>
                </a:cubicBezTo>
                <a:cubicBezTo>
                  <a:pt x="9429" y="14927"/>
                  <a:pt x="9600" y="17210"/>
                  <a:pt x="8400" y="18615"/>
                </a:cubicBezTo>
                <a:cubicBezTo>
                  <a:pt x="8400" y="18615"/>
                  <a:pt x="8229" y="18615"/>
                  <a:pt x="8229" y="18615"/>
                </a:cubicBezTo>
                <a:lnTo>
                  <a:pt x="5829" y="19317"/>
                </a:lnTo>
                <a:close/>
                <a:moveTo>
                  <a:pt x="18857" y="7902"/>
                </a:moveTo>
                <a:cubicBezTo>
                  <a:pt x="17657" y="9132"/>
                  <a:pt x="17657" y="9132"/>
                  <a:pt x="17657" y="9132"/>
                </a:cubicBezTo>
                <a:cubicBezTo>
                  <a:pt x="17657" y="8956"/>
                  <a:pt x="17657" y="8780"/>
                  <a:pt x="17657" y="8605"/>
                </a:cubicBezTo>
                <a:cubicBezTo>
                  <a:pt x="17657" y="7376"/>
                  <a:pt x="16971" y="6146"/>
                  <a:pt x="15943" y="5093"/>
                </a:cubicBezTo>
                <a:cubicBezTo>
                  <a:pt x="14914" y="4039"/>
                  <a:pt x="13543" y="3337"/>
                  <a:pt x="12171" y="3337"/>
                </a:cubicBezTo>
                <a:cubicBezTo>
                  <a:pt x="13200" y="2283"/>
                  <a:pt x="13200" y="2283"/>
                  <a:pt x="13200" y="2283"/>
                </a:cubicBezTo>
                <a:cubicBezTo>
                  <a:pt x="13714" y="1756"/>
                  <a:pt x="14571" y="1405"/>
                  <a:pt x="15429" y="1405"/>
                </a:cubicBezTo>
                <a:cubicBezTo>
                  <a:pt x="16457" y="1405"/>
                  <a:pt x="17486" y="1932"/>
                  <a:pt x="18343" y="2810"/>
                </a:cubicBezTo>
                <a:cubicBezTo>
                  <a:pt x="19200" y="3512"/>
                  <a:pt x="19543" y="4566"/>
                  <a:pt x="19714" y="5620"/>
                </a:cubicBezTo>
                <a:cubicBezTo>
                  <a:pt x="19714" y="6498"/>
                  <a:pt x="19371" y="7376"/>
                  <a:pt x="18857" y="7902"/>
                </a:cubicBezTo>
                <a:close/>
                <a:moveTo>
                  <a:pt x="18857" y="7902"/>
                </a:moveTo>
                <a:cubicBezTo>
                  <a:pt x="18857" y="7902"/>
                  <a:pt x="18857" y="7902"/>
                  <a:pt x="18857" y="7902"/>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grpSp>
        <p:nvGrpSpPr>
          <p:cNvPr id="256" name="Group">
            <a:extLst>
              <a:ext uri="{FF2B5EF4-FFF2-40B4-BE49-F238E27FC236}">
                <a16:creationId xmlns:a16="http://schemas.microsoft.com/office/drawing/2014/main" id="{A936B322-87AD-7269-2DE6-FE2842A82A2A}"/>
              </a:ext>
            </a:extLst>
          </p:cNvPr>
          <p:cNvGrpSpPr/>
          <p:nvPr/>
        </p:nvGrpSpPr>
        <p:grpSpPr>
          <a:xfrm>
            <a:off x="8781671" y="5383336"/>
            <a:ext cx="515740" cy="302047"/>
            <a:chOff x="0" y="0"/>
            <a:chExt cx="1061143" cy="660266"/>
          </a:xfrm>
          <a:solidFill>
            <a:schemeClr val="tx1"/>
          </a:solidFill>
        </p:grpSpPr>
        <p:sp>
          <p:nvSpPr>
            <p:cNvPr id="257" name="Shape">
              <a:extLst>
                <a:ext uri="{FF2B5EF4-FFF2-40B4-BE49-F238E27FC236}">
                  <a16:creationId xmlns:a16="http://schemas.microsoft.com/office/drawing/2014/main" id="{FE8B5FAF-7EC9-043A-7E51-3C3CC04E153F}"/>
                </a:ext>
              </a:extLst>
            </p:cNvPr>
            <p:cNvSpPr/>
            <p:nvPr/>
          </p:nvSpPr>
          <p:spPr>
            <a:xfrm>
              <a:off x="0" y="-1"/>
              <a:ext cx="1061145" cy="660268"/>
            </a:xfrm>
            <a:custGeom>
              <a:avLst/>
              <a:gdLst/>
              <a:ahLst/>
              <a:cxnLst>
                <a:cxn ang="0">
                  <a:pos x="wd2" y="hd2"/>
                </a:cxn>
                <a:cxn ang="5400000">
                  <a:pos x="wd2" y="hd2"/>
                </a:cxn>
                <a:cxn ang="10800000">
                  <a:pos x="wd2" y="hd2"/>
                </a:cxn>
                <a:cxn ang="16200000">
                  <a:pos x="wd2" y="hd2"/>
                </a:cxn>
              </a:cxnLst>
              <a:rect l="0" t="0" r="r" b="b"/>
              <a:pathLst>
                <a:path w="21600" h="21600" extrusionOk="0">
                  <a:moveTo>
                    <a:pt x="21600" y="10516"/>
                  </a:moveTo>
                  <a:cubicBezTo>
                    <a:pt x="21600" y="10516"/>
                    <a:pt x="21600" y="10516"/>
                    <a:pt x="21600" y="10516"/>
                  </a:cubicBezTo>
                  <a:cubicBezTo>
                    <a:pt x="21600" y="10516"/>
                    <a:pt x="21600" y="10516"/>
                    <a:pt x="21600" y="10232"/>
                  </a:cubicBezTo>
                  <a:cubicBezTo>
                    <a:pt x="21600" y="10232"/>
                    <a:pt x="21600" y="10232"/>
                    <a:pt x="21600" y="10232"/>
                  </a:cubicBezTo>
                  <a:cubicBezTo>
                    <a:pt x="19652" y="4263"/>
                    <a:pt x="15226" y="0"/>
                    <a:pt x="10800" y="0"/>
                  </a:cubicBezTo>
                  <a:cubicBezTo>
                    <a:pt x="6197" y="0"/>
                    <a:pt x="1948" y="4263"/>
                    <a:pt x="0" y="10232"/>
                  </a:cubicBezTo>
                  <a:cubicBezTo>
                    <a:pt x="0" y="10232"/>
                    <a:pt x="0" y="10232"/>
                    <a:pt x="0" y="10232"/>
                  </a:cubicBezTo>
                  <a:cubicBezTo>
                    <a:pt x="0" y="10232"/>
                    <a:pt x="0" y="10516"/>
                    <a:pt x="0" y="10516"/>
                  </a:cubicBezTo>
                  <a:cubicBezTo>
                    <a:pt x="0" y="10516"/>
                    <a:pt x="0" y="10516"/>
                    <a:pt x="0" y="10516"/>
                  </a:cubicBezTo>
                  <a:cubicBezTo>
                    <a:pt x="0" y="10516"/>
                    <a:pt x="0" y="10800"/>
                    <a:pt x="0" y="10800"/>
                  </a:cubicBezTo>
                  <a:cubicBezTo>
                    <a:pt x="0" y="10800"/>
                    <a:pt x="0" y="11084"/>
                    <a:pt x="0" y="11084"/>
                  </a:cubicBezTo>
                  <a:cubicBezTo>
                    <a:pt x="0" y="11084"/>
                    <a:pt x="0" y="11084"/>
                    <a:pt x="0" y="11084"/>
                  </a:cubicBezTo>
                  <a:cubicBezTo>
                    <a:pt x="0" y="11084"/>
                    <a:pt x="0" y="11084"/>
                    <a:pt x="0" y="11084"/>
                  </a:cubicBezTo>
                  <a:cubicBezTo>
                    <a:pt x="0" y="11368"/>
                    <a:pt x="0" y="11368"/>
                    <a:pt x="0" y="11368"/>
                  </a:cubicBezTo>
                  <a:cubicBezTo>
                    <a:pt x="1948" y="17337"/>
                    <a:pt x="6197" y="21600"/>
                    <a:pt x="10800" y="21600"/>
                  </a:cubicBezTo>
                  <a:cubicBezTo>
                    <a:pt x="15226" y="21600"/>
                    <a:pt x="19652" y="17337"/>
                    <a:pt x="21600" y="11368"/>
                  </a:cubicBezTo>
                  <a:cubicBezTo>
                    <a:pt x="21600" y="11368"/>
                    <a:pt x="21600" y="11368"/>
                    <a:pt x="21600" y="11084"/>
                  </a:cubicBezTo>
                  <a:cubicBezTo>
                    <a:pt x="21600" y="11084"/>
                    <a:pt x="21600" y="11084"/>
                    <a:pt x="21600" y="11084"/>
                  </a:cubicBezTo>
                  <a:cubicBezTo>
                    <a:pt x="21600" y="11084"/>
                    <a:pt x="21600" y="11084"/>
                    <a:pt x="21600" y="11084"/>
                  </a:cubicBezTo>
                  <a:cubicBezTo>
                    <a:pt x="21600" y="11084"/>
                    <a:pt x="21600" y="10800"/>
                    <a:pt x="21600" y="10800"/>
                  </a:cubicBezTo>
                  <a:cubicBezTo>
                    <a:pt x="21600" y="10800"/>
                    <a:pt x="21600" y="10516"/>
                    <a:pt x="21600" y="10516"/>
                  </a:cubicBezTo>
                  <a:close/>
                  <a:moveTo>
                    <a:pt x="10800" y="19611"/>
                  </a:moveTo>
                  <a:cubicBezTo>
                    <a:pt x="6905" y="19611"/>
                    <a:pt x="3187" y="15916"/>
                    <a:pt x="1416" y="10800"/>
                  </a:cubicBezTo>
                  <a:cubicBezTo>
                    <a:pt x="3187" y="5684"/>
                    <a:pt x="6905" y="1989"/>
                    <a:pt x="10800" y="1989"/>
                  </a:cubicBezTo>
                  <a:cubicBezTo>
                    <a:pt x="14518" y="1989"/>
                    <a:pt x="18413" y="5684"/>
                    <a:pt x="20184" y="10800"/>
                  </a:cubicBezTo>
                  <a:cubicBezTo>
                    <a:pt x="18236" y="15916"/>
                    <a:pt x="14518" y="19611"/>
                    <a:pt x="10800" y="19611"/>
                  </a:cubicBezTo>
                  <a:close/>
                  <a:moveTo>
                    <a:pt x="10800" y="19611"/>
                  </a:moveTo>
                  <a:cubicBezTo>
                    <a:pt x="10800" y="19611"/>
                    <a:pt x="10800" y="19611"/>
                    <a:pt x="10800" y="19611"/>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58" name="Shape">
              <a:extLst>
                <a:ext uri="{FF2B5EF4-FFF2-40B4-BE49-F238E27FC236}">
                  <a16:creationId xmlns:a16="http://schemas.microsoft.com/office/drawing/2014/main" id="{4C91BC59-84E7-C454-F2DC-EE698AD3A215}"/>
                </a:ext>
              </a:extLst>
            </p:cNvPr>
            <p:cNvSpPr/>
            <p:nvPr/>
          </p:nvSpPr>
          <p:spPr>
            <a:xfrm>
              <a:off x="400874" y="198080"/>
              <a:ext cx="150919" cy="150919"/>
            </a:xfrm>
            <a:custGeom>
              <a:avLst/>
              <a:gdLst/>
              <a:ahLst/>
              <a:cxnLst>
                <a:cxn ang="0">
                  <a:pos x="wd2" y="hd2"/>
                </a:cxn>
                <a:cxn ang="5400000">
                  <a:pos x="wd2" y="hd2"/>
                </a:cxn>
                <a:cxn ang="10800000">
                  <a:pos x="wd2" y="hd2"/>
                </a:cxn>
                <a:cxn ang="16200000">
                  <a:pos x="wd2" y="hd2"/>
                </a:cxn>
              </a:cxnLst>
              <a:rect l="0" t="0" r="r" b="b"/>
              <a:pathLst>
                <a:path w="21600" h="21600" extrusionOk="0">
                  <a:moveTo>
                    <a:pt x="19059" y="0"/>
                  </a:moveTo>
                  <a:cubicBezTo>
                    <a:pt x="19059" y="0"/>
                    <a:pt x="19059" y="0"/>
                    <a:pt x="19059" y="0"/>
                  </a:cubicBezTo>
                  <a:cubicBezTo>
                    <a:pt x="7624" y="0"/>
                    <a:pt x="0" y="8894"/>
                    <a:pt x="0" y="19059"/>
                  </a:cubicBezTo>
                  <a:cubicBezTo>
                    <a:pt x="0" y="20329"/>
                    <a:pt x="0" y="21600"/>
                    <a:pt x="1271" y="21600"/>
                  </a:cubicBezTo>
                  <a:cubicBezTo>
                    <a:pt x="3812" y="21600"/>
                    <a:pt x="3812" y="20329"/>
                    <a:pt x="3812" y="19059"/>
                  </a:cubicBezTo>
                  <a:cubicBezTo>
                    <a:pt x="3812" y="11435"/>
                    <a:pt x="11435" y="3812"/>
                    <a:pt x="19059" y="3812"/>
                  </a:cubicBezTo>
                  <a:cubicBezTo>
                    <a:pt x="19059" y="3812"/>
                    <a:pt x="19059" y="3812"/>
                    <a:pt x="19059" y="3812"/>
                  </a:cubicBezTo>
                  <a:cubicBezTo>
                    <a:pt x="20329" y="3812"/>
                    <a:pt x="21600" y="3812"/>
                    <a:pt x="21600" y="2541"/>
                  </a:cubicBezTo>
                  <a:cubicBezTo>
                    <a:pt x="21600" y="0"/>
                    <a:pt x="20329" y="0"/>
                    <a:pt x="19059" y="0"/>
                  </a:cubicBezTo>
                  <a:close/>
                  <a:moveTo>
                    <a:pt x="19059" y="0"/>
                  </a:moveTo>
                  <a:cubicBezTo>
                    <a:pt x="19059" y="0"/>
                    <a:pt x="19059" y="0"/>
                    <a:pt x="19059" y="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59" name="Shape">
              <a:extLst>
                <a:ext uri="{FF2B5EF4-FFF2-40B4-BE49-F238E27FC236}">
                  <a16:creationId xmlns:a16="http://schemas.microsoft.com/office/drawing/2014/main" id="{EDA1EF81-8284-C9F1-3E54-3D4A020D2ACC}"/>
                </a:ext>
              </a:extLst>
            </p:cNvPr>
            <p:cNvSpPr/>
            <p:nvPr/>
          </p:nvSpPr>
          <p:spPr>
            <a:xfrm>
              <a:off x="297118" y="94323"/>
              <a:ext cx="471620" cy="471620"/>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00" y="0"/>
                    <a:pt x="0" y="4800"/>
                    <a:pt x="0" y="10800"/>
                  </a:cubicBezTo>
                  <a:cubicBezTo>
                    <a:pt x="0" y="16800"/>
                    <a:pt x="4800" y="21600"/>
                    <a:pt x="10800" y="21600"/>
                  </a:cubicBezTo>
                  <a:cubicBezTo>
                    <a:pt x="16800" y="21600"/>
                    <a:pt x="21600" y="16800"/>
                    <a:pt x="21600" y="10800"/>
                  </a:cubicBezTo>
                  <a:cubicBezTo>
                    <a:pt x="21600" y="4800"/>
                    <a:pt x="16800" y="0"/>
                    <a:pt x="10800" y="0"/>
                  </a:cubicBezTo>
                  <a:close/>
                  <a:moveTo>
                    <a:pt x="10800" y="20000"/>
                  </a:moveTo>
                  <a:cubicBezTo>
                    <a:pt x="5600" y="20000"/>
                    <a:pt x="1600" y="16000"/>
                    <a:pt x="1600" y="10800"/>
                  </a:cubicBezTo>
                  <a:cubicBezTo>
                    <a:pt x="1600" y="5600"/>
                    <a:pt x="5600" y="1600"/>
                    <a:pt x="10800" y="1600"/>
                  </a:cubicBezTo>
                  <a:cubicBezTo>
                    <a:pt x="16000" y="1600"/>
                    <a:pt x="20000" y="5600"/>
                    <a:pt x="20000" y="10800"/>
                  </a:cubicBezTo>
                  <a:cubicBezTo>
                    <a:pt x="20000" y="16000"/>
                    <a:pt x="16000" y="20000"/>
                    <a:pt x="10800" y="20000"/>
                  </a:cubicBezTo>
                  <a:close/>
                  <a:moveTo>
                    <a:pt x="10800" y="20000"/>
                  </a:moveTo>
                  <a:cubicBezTo>
                    <a:pt x="10800" y="20000"/>
                    <a:pt x="10800" y="20000"/>
                    <a:pt x="10800" y="2000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grpSp>
      <p:grpSp>
        <p:nvGrpSpPr>
          <p:cNvPr id="260" name="Group">
            <a:extLst>
              <a:ext uri="{FF2B5EF4-FFF2-40B4-BE49-F238E27FC236}">
                <a16:creationId xmlns:a16="http://schemas.microsoft.com/office/drawing/2014/main" id="{1EFB9F7A-8A3D-D0EB-4273-4BC4B10582A0}"/>
              </a:ext>
            </a:extLst>
          </p:cNvPr>
          <p:cNvGrpSpPr/>
          <p:nvPr/>
        </p:nvGrpSpPr>
        <p:grpSpPr>
          <a:xfrm>
            <a:off x="6052847" y="5333715"/>
            <a:ext cx="518030" cy="399134"/>
            <a:chOff x="0" y="0"/>
            <a:chExt cx="1065858" cy="872495"/>
          </a:xfrm>
          <a:solidFill>
            <a:schemeClr val="tx1"/>
          </a:solidFill>
        </p:grpSpPr>
        <p:sp>
          <p:nvSpPr>
            <p:cNvPr id="261" name="Shape">
              <a:extLst>
                <a:ext uri="{FF2B5EF4-FFF2-40B4-BE49-F238E27FC236}">
                  <a16:creationId xmlns:a16="http://schemas.microsoft.com/office/drawing/2014/main" id="{2BAB99A7-A903-FBE8-42E1-40D1DBBE108A}"/>
                </a:ext>
              </a:extLst>
            </p:cNvPr>
            <p:cNvSpPr/>
            <p:nvPr/>
          </p:nvSpPr>
          <p:spPr>
            <a:xfrm>
              <a:off x="735725" y="273538"/>
              <a:ext cx="202799" cy="268825"/>
            </a:xfrm>
            <a:custGeom>
              <a:avLst/>
              <a:gdLst/>
              <a:ahLst/>
              <a:cxnLst>
                <a:cxn ang="0">
                  <a:pos x="wd2" y="hd2"/>
                </a:cxn>
                <a:cxn ang="5400000">
                  <a:pos x="wd2" y="hd2"/>
                </a:cxn>
                <a:cxn ang="10800000">
                  <a:pos x="wd2" y="hd2"/>
                </a:cxn>
                <a:cxn ang="16200000">
                  <a:pos x="wd2" y="hd2"/>
                </a:cxn>
              </a:cxnLst>
              <a:rect l="0" t="0" r="r" b="b"/>
              <a:pathLst>
                <a:path w="21600" h="21600" extrusionOk="0">
                  <a:moveTo>
                    <a:pt x="10330" y="1394"/>
                  </a:moveTo>
                  <a:cubicBezTo>
                    <a:pt x="9391" y="697"/>
                    <a:pt x="8452" y="0"/>
                    <a:pt x="6574" y="0"/>
                  </a:cubicBezTo>
                  <a:cubicBezTo>
                    <a:pt x="3757" y="0"/>
                    <a:pt x="3757" y="0"/>
                    <a:pt x="3757" y="0"/>
                  </a:cubicBezTo>
                  <a:cubicBezTo>
                    <a:pt x="939" y="0"/>
                    <a:pt x="0" y="1394"/>
                    <a:pt x="0" y="2787"/>
                  </a:cubicBezTo>
                  <a:cubicBezTo>
                    <a:pt x="0" y="18813"/>
                    <a:pt x="0" y="18813"/>
                    <a:pt x="0" y="18813"/>
                  </a:cubicBezTo>
                  <a:cubicBezTo>
                    <a:pt x="0" y="20206"/>
                    <a:pt x="939" y="21600"/>
                    <a:pt x="3757" y="21600"/>
                  </a:cubicBezTo>
                  <a:cubicBezTo>
                    <a:pt x="17843" y="21600"/>
                    <a:pt x="17843" y="21600"/>
                    <a:pt x="17843" y="21600"/>
                  </a:cubicBezTo>
                  <a:cubicBezTo>
                    <a:pt x="19722" y="21600"/>
                    <a:pt x="21600" y="20206"/>
                    <a:pt x="21600" y="18813"/>
                  </a:cubicBezTo>
                  <a:cubicBezTo>
                    <a:pt x="21600" y="14632"/>
                    <a:pt x="21600" y="14632"/>
                    <a:pt x="21600" y="14632"/>
                  </a:cubicBezTo>
                  <a:cubicBezTo>
                    <a:pt x="21600" y="13935"/>
                    <a:pt x="21600" y="13935"/>
                    <a:pt x="20661" y="13239"/>
                  </a:cubicBezTo>
                  <a:lnTo>
                    <a:pt x="10330" y="1394"/>
                  </a:lnTo>
                  <a:close/>
                  <a:moveTo>
                    <a:pt x="17843" y="18813"/>
                  </a:moveTo>
                  <a:cubicBezTo>
                    <a:pt x="3757" y="18813"/>
                    <a:pt x="3757" y="18813"/>
                    <a:pt x="3757" y="18813"/>
                  </a:cubicBezTo>
                  <a:cubicBezTo>
                    <a:pt x="3757" y="2787"/>
                    <a:pt x="3757" y="2787"/>
                    <a:pt x="3757" y="2787"/>
                  </a:cubicBezTo>
                  <a:cubicBezTo>
                    <a:pt x="6574" y="2787"/>
                    <a:pt x="6574" y="2787"/>
                    <a:pt x="6574" y="2787"/>
                  </a:cubicBezTo>
                  <a:cubicBezTo>
                    <a:pt x="17843" y="14632"/>
                    <a:pt x="17843" y="14632"/>
                    <a:pt x="17843" y="14632"/>
                  </a:cubicBezTo>
                  <a:lnTo>
                    <a:pt x="17843" y="18813"/>
                  </a:lnTo>
                  <a:close/>
                  <a:moveTo>
                    <a:pt x="17843" y="18813"/>
                  </a:moveTo>
                  <a:cubicBezTo>
                    <a:pt x="17843" y="18813"/>
                    <a:pt x="17843" y="18813"/>
                    <a:pt x="17843" y="18813"/>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62" name="Shape">
              <a:extLst>
                <a:ext uri="{FF2B5EF4-FFF2-40B4-BE49-F238E27FC236}">
                  <a16:creationId xmlns:a16="http://schemas.microsoft.com/office/drawing/2014/main" id="{D1229C60-DB10-D557-E76D-8AA4C45B465E}"/>
                </a:ext>
              </a:extLst>
            </p:cNvPr>
            <p:cNvSpPr/>
            <p:nvPr/>
          </p:nvSpPr>
          <p:spPr>
            <a:xfrm>
              <a:off x="-1" y="0"/>
              <a:ext cx="1065860" cy="872496"/>
            </a:xfrm>
            <a:custGeom>
              <a:avLst/>
              <a:gdLst/>
              <a:ahLst/>
              <a:cxnLst>
                <a:cxn ang="0">
                  <a:pos x="wd2" y="hd2"/>
                </a:cxn>
                <a:cxn ang="5400000">
                  <a:pos x="wd2" y="hd2"/>
                </a:cxn>
                <a:cxn ang="10800000">
                  <a:pos x="wd2" y="hd2"/>
                </a:cxn>
                <a:cxn ang="16200000">
                  <a:pos x="wd2" y="hd2"/>
                </a:cxn>
              </a:cxnLst>
              <a:rect l="0" t="0" r="r" b="b"/>
              <a:pathLst>
                <a:path w="21600" h="21600" extrusionOk="0">
                  <a:moveTo>
                    <a:pt x="21249" y="10368"/>
                  </a:moveTo>
                  <a:cubicBezTo>
                    <a:pt x="18615" y="5400"/>
                    <a:pt x="18615" y="5400"/>
                    <a:pt x="18615" y="5400"/>
                  </a:cubicBezTo>
                  <a:cubicBezTo>
                    <a:pt x="18263" y="4752"/>
                    <a:pt x="17561" y="4320"/>
                    <a:pt x="16859" y="4320"/>
                  </a:cubicBezTo>
                  <a:cubicBezTo>
                    <a:pt x="14224" y="4320"/>
                    <a:pt x="14224" y="4320"/>
                    <a:pt x="14224" y="4320"/>
                  </a:cubicBezTo>
                  <a:cubicBezTo>
                    <a:pt x="14224" y="2592"/>
                    <a:pt x="14224" y="2592"/>
                    <a:pt x="14224" y="2592"/>
                  </a:cubicBezTo>
                  <a:cubicBezTo>
                    <a:pt x="14224" y="1296"/>
                    <a:pt x="13346" y="0"/>
                    <a:pt x="12117" y="0"/>
                  </a:cubicBezTo>
                  <a:cubicBezTo>
                    <a:pt x="2107" y="0"/>
                    <a:pt x="2107" y="0"/>
                    <a:pt x="2107" y="0"/>
                  </a:cubicBezTo>
                  <a:cubicBezTo>
                    <a:pt x="1054" y="0"/>
                    <a:pt x="0" y="1296"/>
                    <a:pt x="0" y="2592"/>
                  </a:cubicBezTo>
                  <a:cubicBezTo>
                    <a:pt x="0" y="11664"/>
                    <a:pt x="0" y="11664"/>
                    <a:pt x="0" y="11664"/>
                  </a:cubicBezTo>
                  <a:cubicBezTo>
                    <a:pt x="0" y="13176"/>
                    <a:pt x="1054" y="14256"/>
                    <a:pt x="2107" y="14256"/>
                  </a:cubicBezTo>
                  <a:cubicBezTo>
                    <a:pt x="2107" y="16632"/>
                    <a:pt x="2107" y="16632"/>
                    <a:pt x="2107" y="16632"/>
                  </a:cubicBezTo>
                  <a:cubicBezTo>
                    <a:pt x="2107" y="18144"/>
                    <a:pt x="2985" y="19224"/>
                    <a:pt x="4039" y="19224"/>
                  </a:cubicBezTo>
                  <a:cubicBezTo>
                    <a:pt x="4917" y="19224"/>
                    <a:pt x="4917" y="19224"/>
                    <a:pt x="4917" y="19224"/>
                  </a:cubicBezTo>
                  <a:cubicBezTo>
                    <a:pt x="5268" y="20520"/>
                    <a:pt x="6146" y="21600"/>
                    <a:pt x="7551" y="21600"/>
                  </a:cubicBezTo>
                  <a:cubicBezTo>
                    <a:pt x="8780" y="21600"/>
                    <a:pt x="9834" y="20520"/>
                    <a:pt x="10010" y="19224"/>
                  </a:cubicBezTo>
                  <a:cubicBezTo>
                    <a:pt x="13698" y="19224"/>
                    <a:pt x="13698" y="19224"/>
                    <a:pt x="13698" y="19224"/>
                  </a:cubicBezTo>
                  <a:cubicBezTo>
                    <a:pt x="13873" y="20520"/>
                    <a:pt x="14927" y="21600"/>
                    <a:pt x="16156" y="21600"/>
                  </a:cubicBezTo>
                  <a:cubicBezTo>
                    <a:pt x="17561" y="21600"/>
                    <a:pt x="18615" y="20520"/>
                    <a:pt x="18790" y="19224"/>
                  </a:cubicBezTo>
                  <a:cubicBezTo>
                    <a:pt x="19668" y="19224"/>
                    <a:pt x="19668" y="19224"/>
                    <a:pt x="19668" y="19224"/>
                  </a:cubicBezTo>
                  <a:cubicBezTo>
                    <a:pt x="20722" y="19224"/>
                    <a:pt x="21600" y="18144"/>
                    <a:pt x="21600" y="16632"/>
                  </a:cubicBezTo>
                  <a:cubicBezTo>
                    <a:pt x="21600" y="11664"/>
                    <a:pt x="21600" y="11664"/>
                    <a:pt x="21600" y="11664"/>
                  </a:cubicBezTo>
                  <a:cubicBezTo>
                    <a:pt x="21600" y="11232"/>
                    <a:pt x="21424" y="10800"/>
                    <a:pt x="21249" y="10368"/>
                  </a:cubicBezTo>
                  <a:close/>
                  <a:moveTo>
                    <a:pt x="2107" y="12528"/>
                  </a:moveTo>
                  <a:cubicBezTo>
                    <a:pt x="1756" y="12528"/>
                    <a:pt x="1405" y="12096"/>
                    <a:pt x="1405" y="11664"/>
                  </a:cubicBezTo>
                  <a:cubicBezTo>
                    <a:pt x="1405" y="2592"/>
                    <a:pt x="1405" y="2592"/>
                    <a:pt x="1405" y="2592"/>
                  </a:cubicBezTo>
                  <a:cubicBezTo>
                    <a:pt x="1405" y="2160"/>
                    <a:pt x="1756" y="1728"/>
                    <a:pt x="2107" y="1728"/>
                  </a:cubicBezTo>
                  <a:cubicBezTo>
                    <a:pt x="12117" y="1728"/>
                    <a:pt x="12117" y="1728"/>
                    <a:pt x="12117" y="1728"/>
                  </a:cubicBezTo>
                  <a:cubicBezTo>
                    <a:pt x="12644" y="1728"/>
                    <a:pt x="12820" y="2160"/>
                    <a:pt x="12820" y="2592"/>
                  </a:cubicBezTo>
                  <a:cubicBezTo>
                    <a:pt x="12820" y="11664"/>
                    <a:pt x="12820" y="11664"/>
                    <a:pt x="12820" y="11664"/>
                  </a:cubicBezTo>
                  <a:cubicBezTo>
                    <a:pt x="12820" y="12096"/>
                    <a:pt x="12644" y="12528"/>
                    <a:pt x="12117" y="12528"/>
                  </a:cubicBezTo>
                  <a:lnTo>
                    <a:pt x="2107" y="12528"/>
                  </a:lnTo>
                  <a:close/>
                  <a:moveTo>
                    <a:pt x="7551" y="20088"/>
                  </a:moveTo>
                  <a:cubicBezTo>
                    <a:pt x="6673" y="20088"/>
                    <a:pt x="6146" y="19224"/>
                    <a:pt x="6146" y="18360"/>
                  </a:cubicBezTo>
                  <a:cubicBezTo>
                    <a:pt x="6146" y="17496"/>
                    <a:pt x="6673" y="16632"/>
                    <a:pt x="7551" y="16632"/>
                  </a:cubicBezTo>
                  <a:cubicBezTo>
                    <a:pt x="8254" y="16632"/>
                    <a:pt x="8780" y="17496"/>
                    <a:pt x="8780" y="18360"/>
                  </a:cubicBezTo>
                  <a:cubicBezTo>
                    <a:pt x="8780" y="19224"/>
                    <a:pt x="8254" y="20088"/>
                    <a:pt x="7551" y="20088"/>
                  </a:cubicBezTo>
                  <a:close/>
                  <a:moveTo>
                    <a:pt x="16156" y="20088"/>
                  </a:moveTo>
                  <a:cubicBezTo>
                    <a:pt x="15454" y="20088"/>
                    <a:pt x="14927" y="19224"/>
                    <a:pt x="14927" y="18360"/>
                  </a:cubicBezTo>
                  <a:cubicBezTo>
                    <a:pt x="14927" y="17496"/>
                    <a:pt x="15454" y="16632"/>
                    <a:pt x="16156" y="16632"/>
                  </a:cubicBezTo>
                  <a:cubicBezTo>
                    <a:pt x="17034" y="16632"/>
                    <a:pt x="17561" y="17496"/>
                    <a:pt x="17561" y="18360"/>
                  </a:cubicBezTo>
                  <a:cubicBezTo>
                    <a:pt x="17561" y="19224"/>
                    <a:pt x="17034" y="20088"/>
                    <a:pt x="16156" y="20088"/>
                  </a:cubicBezTo>
                  <a:close/>
                  <a:moveTo>
                    <a:pt x="20195" y="16632"/>
                  </a:moveTo>
                  <a:cubicBezTo>
                    <a:pt x="20195" y="17064"/>
                    <a:pt x="20020" y="17496"/>
                    <a:pt x="19668" y="17496"/>
                  </a:cubicBezTo>
                  <a:cubicBezTo>
                    <a:pt x="18790" y="17496"/>
                    <a:pt x="18790" y="17496"/>
                    <a:pt x="18790" y="17496"/>
                  </a:cubicBezTo>
                  <a:cubicBezTo>
                    <a:pt x="18615" y="15984"/>
                    <a:pt x="17561" y="15120"/>
                    <a:pt x="16156" y="15120"/>
                  </a:cubicBezTo>
                  <a:cubicBezTo>
                    <a:pt x="14927" y="15120"/>
                    <a:pt x="13873" y="15984"/>
                    <a:pt x="13698" y="17496"/>
                  </a:cubicBezTo>
                  <a:cubicBezTo>
                    <a:pt x="10010" y="17496"/>
                    <a:pt x="10010" y="17496"/>
                    <a:pt x="10010" y="17496"/>
                  </a:cubicBezTo>
                  <a:cubicBezTo>
                    <a:pt x="9834" y="15984"/>
                    <a:pt x="8780" y="15120"/>
                    <a:pt x="7551" y="15120"/>
                  </a:cubicBezTo>
                  <a:cubicBezTo>
                    <a:pt x="6146" y="15120"/>
                    <a:pt x="5268" y="15984"/>
                    <a:pt x="4917" y="17496"/>
                  </a:cubicBezTo>
                  <a:cubicBezTo>
                    <a:pt x="4039" y="17496"/>
                    <a:pt x="4039" y="17496"/>
                    <a:pt x="4039" y="17496"/>
                  </a:cubicBezTo>
                  <a:cubicBezTo>
                    <a:pt x="3688" y="17496"/>
                    <a:pt x="3512" y="17064"/>
                    <a:pt x="3512" y="16632"/>
                  </a:cubicBezTo>
                  <a:cubicBezTo>
                    <a:pt x="3512" y="14256"/>
                    <a:pt x="3512" y="14256"/>
                    <a:pt x="3512" y="14256"/>
                  </a:cubicBezTo>
                  <a:cubicBezTo>
                    <a:pt x="12117" y="14256"/>
                    <a:pt x="12117" y="14256"/>
                    <a:pt x="12117" y="14256"/>
                  </a:cubicBezTo>
                  <a:cubicBezTo>
                    <a:pt x="13346" y="14256"/>
                    <a:pt x="14224" y="13176"/>
                    <a:pt x="14224" y="11664"/>
                  </a:cubicBezTo>
                  <a:cubicBezTo>
                    <a:pt x="14224" y="5832"/>
                    <a:pt x="14224" y="5832"/>
                    <a:pt x="14224" y="5832"/>
                  </a:cubicBezTo>
                  <a:cubicBezTo>
                    <a:pt x="16859" y="5832"/>
                    <a:pt x="16859" y="5832"/>
                    <a:pt x="16859" y="5832"/>
                  </a:cubicBezTo>
                  <a:cubicBezTo>
                    <a:pt x="17210" y="5832"/>
                    <a:pt x="17385" y="6048"/>
                    <a:pt x="17385" y="6264"/>
                  </a:cubicBezTo>
                  <a:cubicBezTo>
                    <a:pt x="20195" y="11232"/>
                    <a:pt x="20195" y="11232"/>
                    <a:pt x="20195" y="11232"/>
                  </a:cubicBezTo>
                  <a:cubicBezTo>
                    <a:pt x="20195" y="11448"/>
                    <a:pt x="20195" y="11448"/>
                    <a:pt x="20195" y="11664"/>
                  </a:cubicBezTo>
                  <a:lnTo>
                    <a:pt x="20195" y="16632"/>
                  </a:lnTo>
                  <a:close/>
                  <a:moveTo>
                    <a:pt x="20195" y="16632"/>
                  </a:moveTo>
                  <a:cubicBezTo>
                    <a:pt x="20195" y="16632"/>
                    <a:pt x="20195" y="16632"/>
                    <a:pt x="20195" y="16632"/>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grpSp>
      <p:grpSp>
        <p:nvGrpSpPr>
          <p:cNvPr id="263" name="Group">
            <a:extLst>
              <a:ext uri="{FF2B5EF4-FFF2-40B4-BE49-F238E27FC236}">
                <a16:creationId xmlns:a16="http://schemas.microsoft.com/office/drawing/2014/main" id="{494754FA-EA26-DC89-58ED-8401F1D2385C}"/>
              </a:ext>
            </a:extLst>
          </p:cNvPr>
          <p:cNvGrpSpPr/>
          <p:nvPr/>
        </p:nvGrpSpPr>
        <p:grpSpPr>
          <a:xfrm>
            <a:off x="638747" y="5322928"/>
            <a:ext cx="515740" cy="427181"/>
            <a:chOff x="0" y="0"/>
            <a:chExt cx="1061143" cy="933805"/>
          </a:xfrm>
          <a:solidFill>
            <a:schemeClr val="tx1"/>
          </a:solidFill>
        </p:grpSpPr>
        <p:sp>
          <p:nvSpPr>
            <p:cNvPr id="264" name="Shape">
              <a:extLst>
                <a:ext uri="{FF2B5EF4-FFF2-40B4-BE49-F238E27FC236}">
                  <a16:creationId xmlns:a16="http://schemas.microsoft.com/office/drawing/2014/main" id="{6E9B1C93-6B05-DEC2-AA11-D96CD25AC243}"/>
                </a:ext>
              </a:extLst>
            </p:cNvPr>
            <p:cNvSpPr/>
            <p:nvPr/>
          </p:nvSpPr>
          <p:spPr>
            <a:xfrm>
              <a:off x="0" y="0"/>
              <a:ext cx="1061145" cy="933806"/>
            </a:xfrm>
            <a:custGeom>
              <a:avLst/>
              <a:gdLst/>
              <a:ahLst/>
              <a:cxnLst>
                <a:cxn ang="0">
                  <a:pos x="wd2" y="hd2"/>
                </a:cxn>
                <a:cxn ang="5400000">
                  <a:pos x="wd2" y="hd2"/>
                </a:cxn>
                <a:cxn ang="10800000">
                  <a:pos x="wd2" y="hd2"/>
                </a:cxn>
                <a:cxn ang="16200000">
                  <a:pos x="wd2" y="hd2"/>
                </a:cxn>
              </a:cxnLst>
              <a:rect l="0" t="0" r="r" b="b"/>
              <a:pathLst>
                <a:path w="21600" h="21600" extrusionOk="0">
                  <a:moveTo>
                    <a:pt x="21600" y="12718"/>
                  </a:moveTo>
                  <a:cubicBezTo>
                    <a:pt x="18944" y="1009"/>
                    <a:pt x="18944" y="1009"/>
                    <a:pt x="18944" y="1009"/>
                  </a:cubicBezTo>
                  <a:cubicBezTo>
                    <a:pt x="18767" y="404"/>
                    <a:pt x="18236" y="0"/>
                    <a:pt x="17528" y="0"/>
                  </a:cubicBezTo>
                  <a:cubicBezTo>
                    <a:pt x="4072" y="0"/>
                    <a:pt x="4072" y="0"/>
                    <a:pt x="4072" y="0"/>
                  </a:cubicBezTo>
                  <a:cubicBezTo>
                    <a:pt x="3364" y="0"/>
                    <a:pt x="2833" y="404"/>
                    <a:pt x="2656" y="1009"/>
                  </a:cubicBezTo>
                  <a:cubicBezTo>
                    <a:pt x="0" y="12718"/>
                    <a:pt x="0" y="12718"/>
                    <a:pt x="0" y="12718"/>
                  </a:cubicBezTo>
                  <a:cubicBezTo>
                    <a:pt x="0" y="12718"/>
                    <a:pt x="0" y="12920"/>
                    <a:pt x="0" y="13121"/>
                  </a:cubicBezTo>
                  <a:cubicBezTo>
                    <a:pt x="0" y="18572"/>
                    <a:pt x="0" y="18572"/>
                    <a:pt x="0" y="18572"/>
                  </a:cubicBezTo>
                  <a:cubicBezTo>
                    <a:pt x="0" y="20187"/>
                    <a:pt x="1239" y="21600"/>
                    <a:pt x="2656" y="21600"/>
                  </a:cubicBezTo>
                  <a:cubicBezTo>
                    <a:pt x="18944" y="21600"/>
                    <a:pt x="18944" y="21600"/>
                    <a:pt x="18944" y="21600"/>
                  </a:cubicBezTo>
                  <a:cubicBezTo>
                    <a:pt x="20538" y="21600"/>
                    <a:pt x="21600" y="20187"/>
                    <a:pt x="21600" y="18572"/>
                  </a:cubicBezTo>
                  <a:cubicBezTo>
                    <a:pt x="21600" y="13121"/>
                    <a:pt x="21600" y="13121"/>
                    <a:pt x="21600" y="13121"/>
                  </a:cubicBezTo>
                  <a:cubicBezTo>
                    <a:pt x="21600" y="12920"/>
                    <a:pt x="21600" y="12718"/>
                    <a:pt x="21600" y="12718"/>
                  </a:cubicBezTo>
                  <a:close/>
                  <a:moveTo>
                    <a:pt x="20361" y="18572"/>
                  </a:moveTo>
                  <a:cubicBezTo>
                    <a:pt x="20361" y="19379"/>
                    <a:pt x="19652" y="19985"/>
                    <a:pt x="18944" y="19985"/>
                  </a:cubicBezTo>
                  <a:cubicBezTo>
                    <a:pt x="2656" y="19985"/>
                    <a:pt x="2656" y="19985"/>
                    <a:pt x="2656" y="19985"/>
                  </a:cubicBezTo>
                  <a:cubicBezTo>
                    <a:pt x="1948" y="19985"/>
                    <a:pt x="1239" y="19379"/>
                    <a:pt x="1239" y="18572"/>
                  </a:cubicBezTo>
                  <a:cubicBezTo>
                    <a:pt x="1239" y="13121"/>
                    <a:pt x="1239" y="13121"/>
                    <a:pt x="1239" y="13121"/>
                  </a:cubicBezTo>
                  <a:cubicBezTo>
                    <a:pt x="4072" y="1413"/>
                    <a:pt x="4072" y="1413"/>
                    <a:pt x="4072" y="1413"/>
                  </a:cubicBezTo>
                  <a:cubicBezTo>
                    <a:pt x="17528" y="1413"/>
                    <a:pt x="17528" y="1413"/>
                    <a:pt x="17528" y="1413"/>
                  </a:cubicBezTo>
                  <a:cubicBezTo>
                    <a:pt x="20361" y="13121"/>
                    <a:pt x="20361" y="13121"/>
                    <a:pt x="20361" y="13121"/>
                  </a:cubicBezTo>
                  <a:lnTo>
                    <a:pt x="20361" y="18572"/>
                  </a:lnTo>
                  <a:close/>
                  <a:moveTo>
                    <a:pt x="20361" y="18572"/>
                  </a:moveTo>
                  <a:cubicBezTo>
                    <a:pt x="20361" y="18572"/>
                    <a:pt x="20361" y="18572"/>
                    <a:pt x="20361" y="18572"/>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65" name="Shape">
              <a:extLst>
                <a:ext uri="{FF2B5EF4-FFF2-40B4-BE49-F238E27FC236}">
                  <a16:creationId xmlns:a16="http://schemas.microsoft.com/office/drawing/2014/main" id="{AF3425BD-0C57-F8C7-B659-5A869A69A3EF}"/>
                </a:ext>
              </a:extLst>
            </p:cNvPr>
            <p:cNvSpPr/>
            <p:nvPr/>
          </p:nvSpPr>
          <p:spPr>
            <a:xfrm>
              <a:off x="122620" y="132053"/>
              <a:ext cx="815904" cy="598958"/>
            </a:xfrm>
            <a:custGeom>
              <a:avLst/>
              <a:gdLst/>
              <a:ahLst/>
              <a:cxnLst>
                <a:cxn ang="0">
                  <a:pos x="wd2" y="hd2"/>
                </a:cxn>
                <a:cxn ang="5400000">
                  <a:pos x="wd2" y="hd2"/>
                </a:cxn>
                <a:cxn ang="10800000">
                  <a:pos x="wd2" y="hd2"/>
                </a:cxn>
                <a:cxn ang="16200000">
                  <a:pos x="wd2" y="hd2"/>
                </a:cxn>
              </a:cxnLst>
              <a:rect l="0" t="0" r="r" b="b"/>
              <a:pathLst>
                <a:path w="21600" h="21600" extrusionOk="0">
                  <a:moveTo>
                    <a:pt x="17694" y="0"/>
                  </a:moveTo>
                  <a:cubicBezTo>
                    <a:pt x="3906" y="0"/>
                    <a:pt x="3906" y="0"/>
                    <a:pt x="3906" y="0"/>
                  </a:cubicBezTo>
                  <a:cubicBezTo>
                    <a:pt x="3677" y="0"/>
                    <a:pt x="3217" y="313"/>
                    <a:pt x="3217" y="939"/>
                  </a:cubicBezTo>
                  <a:cubicBezTo>
                    <a:pt x="0" y="15339"/>
                    <a:pt x="0" y="15339"/>
                    <a:pt x="0" y="15339"/>
                  </a:cubicBezTo>
                  <a:cubicBezTo>
                    <a:pt x="0" y="15652"/>
                    <a:pt x="0" y="15965"/>
                    <a:pt x="230" y="16278"/>
                  </a:cubicBezTo>
                  <a:cubicBezTo>
                    <a:pt x="460" y="16591"/>
                    <a:pt x="689" y="16904"/>
                    <a:pt x="919" y="16904"/>
                  </a:cubicBezTo>
                  <a:cubicBezTo>
                    <a:pt x="5055" y="16904"/>
                    <a:pt x="5055" y="16904"/>
                    <a:pt x="5055" y="16904"/>
                  </a:cubicBezTo>
                  <a:cubicBezTo>
                    <a:pt x="6204" y="20348"/>
                    <a:pt x="6204" y="20348"/>
                    <a:pt x="6204" y="20348"/>
                  </a:cubicBezTo>
                  <a:cubicBezTo>
                    <a:pt x="6664" y="20974"/>
                    <a:pt x="7123" y="21600"/>
                    <a:pt x="7813" y="21600"/>
                  </a:cubicBezTo>
                  <a:cubicBezTo>
                    <a:pt x="13787" y="21600"/>
                    <a:pt x="13787" y="21600"/>
                    <a:pt x="13787" y="21600"/>
                  </a:cubicBezTo>
                  <a:cubicBezTo>
                    <a:pt x="14477" y="21600"/>
                    <a:pt x="15166" y="20974"/>
                    <a:pt x="15396" y="20348"/>
                  </a:cubicBezTo>
                  <a:cubicBezTo>
                    <a:pt x="16545" y="16904"/>
                    <a:pt x="16545" y="16904"/>
                    <a:pt x="16545" y="16904"/>
                  </a:cubicBezTo>
                  <a:cubicBezTo>
                    <a:pt x="20681" y="16904"/>
                    <a:pt x="20681" y="16904"/>
                    <a:pt x="20681" y="16904"/>
                  </a:cubicBezTo>
                  <a:cubicBezTo>
                    <a:pt x="20911" y="16904"/>
                    <a:pt x="21140" y="16591"/>
                    <a:pt x="21370" y="16278"/>
                  </a:cubicBezTo>
                  <a:cubicBezTo>
                    <a:pt x="21600" y="15965"/>
                    <a:pt x="21600" y="15652"/>
                    <a:pt x="21600" y="15339"/>
                  </a:cubicBezTo>
                  <a:cubicBezTo>
                    <a:pt x="18383" y="939"/>
                    <a:pt x="18383" y="939"/>
                    <a:pt x="18383" y="939"/>
                  </a:cubicBezTo>
                  <a:cubicBezTo>
                    <a:pt x="18383" y="313"/>
                    <a:pt x="17923" y="0"/>
                    <a:pt x="17694" y="0"/>
                  </a:cubicBezTo>
                  <a:close/>
                  <a:moveTo>
                    <a:pt x="18153" y="14400"/>
                  </a:moveTo>
                  <a:cubicBezTo>
                    <a:pt x="16545" y="14400"/>
                    <a:pt x="16545" y="14400"/>
                    <a:pt x="16545" y="14400"/>
                  </a:cubicBezTo>
                  <a:cubicBezTo>
                    <a:pt x="16085" y="14400"/>
                    <a:pt x="15396" y="15026"/>
                    <a:pt x="15166" y="15652"/>
                  </a:cubicBezTo>
                  <a:cubicBezTo>
                    <a:pt x="13787" y="19096"/>
                    <a:pt x="13787" y="19096"/>
                    <a:pt x="13787" y="19096"/>
                  </a:cubicBezTo>
                  <a:cubicBezTo>
                    <a:pt x="7813" y="19096"/>
                    <a:pt x="7813" y="19096"/>
                    <a:pt x="7813" y="19096"/>
                  </a:cubicBezTo>
                  <a:cubicBezTo>
                    <a:pt x="6664" y="15652"/>
                    <a:pt x="6664" y="15652"/>
                    <a:pt x="6664" y="15652"/>
                  </a:cubicBezTo>
                  <a:cubicBezTo>
                    <a:pt x="6204" y="15026"/>
                    <a:pt x="5745" y="14400"/>
                    <a:pt x="5055" y="14400"/>
                  </a:cubicBezTo>
                  <a:cubicBezTo>
                    <a:pt x="1379" y="14400"/>
                    <a:pt x="1379" y="14400"/>
                    <a:pt x="1379" y="14400"/>
                  </a:cubicBezTo>
                  <a:cubicBezTo>
                    <a:pt x="3906" y="1252"/>
                    <a:pt x="3906" y="1252"/>
                    <a:pt x="3906" y="1252"/>
                  </a:cubicBezTo>
                  <a:cubicBezTo>
                    <a:pt x="17694" y="1252"/>
                    <a:pt x="17694" y="1252"/>
                    <a:pt x="17694" y="1252"/>
                  </a:cubicBezTo>
                  <a:cubicBezTo>
                    <a:pt x="20221" y="14400"/>
                    <a:pt x="20221" y="14400"/>
                    <a:pt x="20221" y="14400"/>
                  </a:cubicBezTo>
                  <a:lnTo>
                    <a:pt x="18153" y="14400"/>
                  </a:lnTo>
                  <a:close/>
                  <a:moveTo>
                    <a:pt x="18153" y="14400"/>
                  </a:moveTo>
                  <a:cubicBezTo>
                    <a:pt x="18153" y="14400"/>
                    <a:pt x="18153" y="14400"/>
                    <a:pt x="18153" y="14400"/>
                  </a:cubicBezTo>
                </a:path>
              </a:pathLst>
            </a:custGeom>
            <a:grpFill/>
            <a:ln w="12700" cap="flat">
              <a:noFill/>
              <a:miter lim="400000"/>
            </a:ln>
            <a:effectLst/>
          </p:spPr>
          <p:txBody>
            <a:bodyPr wrap="square" lIns="60960" tIns="60960" rIns="60960" bIns="60960" numCol="1" anchor="t">
              <a:noAutofit/>
            </a:bodyPr>
            <a:lstStyle/>
            <a:p>
              <a:pPr defTabSz="609600" hangingPunct="0">
                <a:defRPr/>
              </a:pPr>
              <a:endParaRPr sz="2400" kern="0">
                <a:solidFill>
                  <a:srgbClr val="000000"/>
                </a:solidFill>
                <a:latin typeface="Garamond" panose="02020404030301010803" pitchFamily="18" charset="0"/>
                <a:cs typeface="Calibri"/>
                <a:sym typeface="Calibri"/>
              </a:endParaRPr>
            </a:p>
          </p:txBody>
        </p:sp>
      </p:grpSp>
      <p:sp>
        <p:nvSpPr>
          <p:cNvPr id="266" name="Shape">
            <a:extLst>
              <a:ext uri="{FF2B5EF4-FFF2-40B4-BE49-F238E27FC236}">
                <a16:creationId xmlns:a16="http://schemas.microsoft.com/office/drawing/2014/main" id="{ADDD4DB3-A0C7-DC0B-8E0A-B524EEBB3298}"/>
              </a:ext>
            </a:extLst>
          </p:cNvPr>
          <p:cNvSpPr/>
          <p:nvPr/>
        </p:nvSpPr>
        <p:spPr>
          <a:xfrm>
            <a:off x="1541987" y="5342644"/>
            <a:ext cx="518195" cy="383445"/>
          </a:xfrm>
          <a:custGeom>
            <a:avLst/>
            <a:gdLst/>
            <a:ahLst/>
            <a:cxnLst>
              <a:cxn ang="0">
                <a:pos x="wd2" y="hd2"/>
              </a:cxn>
              <a:cxn ang="5400000">
                <a:pos x="wd2" y="hd2"/>
              </a:cxn>
              <a:cxn ang="10800000">
                <a:pos x="wd2" y="hd2"/>
              </a:cxn>
              <a:cxn ang="16200000">
                <a:pos x="wd2" y="hd2"/>
              </a:cxn>
            </a:cxnLst>
            <a:rect l="0" t="0" r="r" b="b"/>
            <a:pathLst>
              <a:path w="21086" h="21600" extrusionOk="0">
                <a:moveTo>
                  <a:pt x="20314" y="2025"/>
                </a:moveTo>
                <a:cubicBezTo>
                  <a:pt x="20143" y="1350"/>
                  <a:pt x="19629" y="900"/>
                  <a:pt x="19114" y="675"/>
                </a:cubicBezTo>
                <a:cubicBezTo>
                  <a:pt x="16372" y="225"/>
                  <a:pt x="13457" y="0"/>
                  <a:pt x="10543" y="0"/>
                </a:cubicBezTo>
                <a:cubicBezTo>
                  <a:pt x="7629" y="0"/>
                  <a:pt x="4714" y="225"/>
                  <a:pt x="1800" y="675"/>
                </a:cubicBezTo>
                <a:cubicBezTo>
                  <a:pt x="1286" y="900"/>
                  <a:pt x="943" y="1350"/>
                  <a:pt x="772" y="2025"/>
                </a:cubicBezTo>
                <a:cubicBezTo>
                  <a:pt x="-257" y="7650"/>
                  <a:pt x="-257" y="13275"/>
                  <a:pt x="772" y="18900"/>
                </a:cubicBezTo>
                <a:cubicBezTo>
                  <a:pt x="943" y="19575"/>
                  <a:pt x="1286" y="20025"/>
                  <a:pt x="1800" y="20025"/>
                </a:cubicBezTo>
                <a:cubicBezTo>
                  <a:pt x="3343" y="20250"/>
                  <a:pt x="4714" y="20475"/>
                  <a:pt x="6086" y="20700"/>
                </a:cubicBezTo>
                <a:cubicBezTo>
                  <a:pt x="5914" y="20700"/>
                  <a:pt x="5914" y="20700"/>
                  <a:pt x="5914" y="20700"/>
                </a:cubicBezTo>
                <a:cubicBezTo>
                  <a:pt x="5914" y="21375"/>
                  <a:pt x="7972" y="21600"/>
                  <a:pt x="10543" y="21600"/>
                </a:cubicBezTo>
                <a:cubicBezTo>
                  <a:pt x="13114" y="21600"/>
                  <a:pt x="15172" y="21375"/>
                  <a:pt x="15172" y="20700"/>
                </a:cubicBezTo>
                <a:cubicBezTo>
                  <a:pt x="15172" y="20700"/>
                  <a:pt x="15000" y="20700"/>
                  <a:pt x="15000" y="20700"/>
                </a:cubicBezTo>
                <a:cubicBezTo>
                  <a:pt x="16372" y="20475"/>
                  <a:pt x="17743" y="20250"/>
                  <a:pt x="19114" y="20025"/>
                </a:cubicBezTo>
                <a:cubicBezTo>
                  <a:pt x="19629" y="20025"/>
                  <a:pt x="20143" y="19575"/>
                  <a:pt x="20314" y="18900"/>
                </a:cubicBezTo>
                <a:cubicBezTo>
                  <a:pt x="21343" y="13275"/>
                  <a:pt x="21343" y="7650"/>
                  <a:pt x="20314" y="2025"/>
                </a:cubicBezTo>
                <a:close/>
                <a:moveTo>
                  <a:pt x="18943" y="18450"/>
                </a:moveTo>
                <a:cubicBezTo>
                  <a:pt x="13286" y="19350"/>
                  <a:pt x="7629" y="19350"/>
                  <a:pt x="1972" y="18450"/>
                </a:cubicBezTo>
                <a:cubicBezTo>
                  <a:pt x="1114" y="13050"/>
                  <a:pt x="1114" y="7875"/>
                  <a:pt x="1972" y="2475"/>
                </a:cubicBezTo>
                <a:cubicBezTo>
                  <a:pt x="7629" y="1575"/>
                  <a:pt x="13286" y="1575"/>
                  <a:pt x="18943" y="2475"/>
                </a:cubicBezTo>
                <a:cubicBezTo>
                  <a:pt x="19972" y="7875"/>
                  <a:pt x="19972" y="13050"/>
                  <a:pt x="18943" y="18450"/>
                </a:cubicBezTo>
                <a:close/>
                <a:moveTo>
                  <a:pt x="9172" y="7200"/>
                </a:moveTo>
                <a:cubicBezTo>
                  <a:pt x="9172" y="7425"/>
                  <a:pt x="9000" y="7650"/>
                  <a:pt x="8829" y="7650"/>
                </a:cubicBezTo>
                <a:cubicBezTo>
                  <a:pt x="6429" y="7875"/>
                  <a:pt x="6429" y="7875"/>
                  <a:pt x="6429" y="7875"/>
                </a:cubicBezTo>
                <a:cubicBezTo>
                  <a:pt x="6257" y="7875"/>
                  <a:pt x="6086" y="8100"/>
                  <a:pt x="6086" y="8325"/>
                </a:cubicBezTo>
                <a:cubicBezTo>
                  <a:pt x="5914" y="10125"/>
                  <a:pt x="5914" y="10125"/>
                  <a:pt x="5914" y="10125"/>
                </a:cubicBezTo>
                <a:cubicBezTo>
                  <a:pt x="5914" y="10350"/>
                  <a:pt x="5743" y="10350"/>
                  <a:pt x="5572" y="10350"/>
                </a:cubicBezTo>
                <a:cubicBezTo>
                  <a:pt x="5400" y="10350"/>
                  <a:pt x="5229" y="10350"/>
                  <a:pt x="5229" y="10125"/>
                </a:cubicBezTo>
                <a:cubicBezTo>
                  <a:pt x="5572" y="7650"/>
                  <a:pt x="5572" y="7650"/>
                  <a:pt x="5572" y="7650"/>
                </a:cubicBezTo>
                <a:cubicBezTo>
                  <a:pt x="5572" y="7425"/>
                  <a:pt x="5743" y="7200"/>
                  <a:pt x="5914" y="7200"/>
                </a:cubicBezTo>
                <a:cubicBezTo>
                  <a:pt x="8829" y="6750"/>
                  <a:pt x="8829" y="6750"/>
                  <a:pt x="8829" y="6750"/>
                </a:cubicBezTo>
                <a:cubicBezTo>
                  <a:pt x="9000" y="6750"/>
                  <a:pt x="9172" y="6975"/>
                  <a:pt x="9172" y="7200"/>
                </a:cubicBezTo>
                <a:close/>
                <a:moveTo>
                  <a:pt x="17400" y="6975"/>
                </a:moveTo>
                <a:cubicBezTo>
                  <a:pt x="17914" y="6975"/>
                  <a:pt x="18429" y="6525"/>
                  <a:pt x="18429" y="5625"/>
                </a:cubicBezTo>
                <a:cubicBezTo>
                  <a:pt x="18429" y="4950"/>
                  <a:pt x="17914" y="4500"/>
                  <a:pt x="17400" y="4500"/>
                </a:cubicBezTo>
                <a:cubicBezTo>
                  <a:pt x="16886" y="4500"/>
                  <a:pt x="16372" y="4950"/>
                  <a:pt x="16372" y="5625"/>
                </a:cubicBezTo>
                <a:cubicBezTo>
                  <a:pt x="16372" y="6525"/>
                  <a:pt x="16886" y="6975"/>
                  <a:pt x="17400" y="6975"/>
                </a:cubicBezTo>
                <a:close/>
                <a:moveTo>
                  <a:pt x="17400" y="5175"/>
                </a:moveTo>
                <a:cubicBezTo>
                  <a:pt x="17572" y="5175"/>
                  <a:pt x="17743" y="5400"/>
                  <a:pt x="17743" y="5625"/>
                </a:cubicBezTo>
                <a:cubicBezTo>
                  <a:pt x="17743" y="5850"/>
                  <a:pt x="17572" y="6075"/>
                  <a:pt x="17400" y="6075"/>
                </a:cubicBezTo>
                <a:cubicBezTo>
                  <a:pt x="17229" y="6075"/>
                  <a:pt x="17057" y="5850"/>
                  <a:pt x="17057" y="5625"/>
                </a:cubicBezTo>
                <a:cubicBezTo>
                  <a:pt x="17057" y="5400"/>
                  <a:pt x="17229" y="5175"/>
                  <a:pt x="17400" y="5175"/>
                </a:cubicBezTo>
                <a:close/>
                <a:moveTo>
                  <a:pt x="19114" y="13500"/>
                </a:moveTo>
                <a:cubicBezTo>
                  <a:pt x="19114" y="13725"/>
                  <a:pt x="18943" y="13950"/>
                  <a:pt x="18772" y="13950"/>
                </a:cubicBezTo>
                <a:cubicBezTo>
                  <a:pt x="16714" y="13950"/>
                  <a:pt x="16714" y="13950"/>
                  <a:pt x="16714" y="13950"/>
                </a:cubicBezTo>
                <a:cubicBezTo>
                  <a:pt x="16543" y="13950"/>
                  <a:pt x="16372" y="13725"/>
                  <a:pt x="16372" y="13500"/>
                </a:cubicBezTo>
                <a:cubicBezTo>
                  <a:pt x="16372" y="13275"/>
                  <a:pt x="16543" y="13050"/>
                  <a:pt x="16714" y="13050"/>
                </a:cubicBezTo>
                <a:cubicBezTo>
                  <a:pt x="18772" y="13050"/>
                  <a:pt x="18772" y="13050"/>
                  <a:pt x="18772" y="13050"/>
                </a:cubicBezTo>
                <a:cubicBezTo>
                  <a:pt x="18943" y="13050"/>
                  <a:pt x="19114" y="13275"/>
                  <a:pt x="19114" y="13500"/>
                </a:cubicBezTo>
                <a:close/>
                <a:moveTo>
                  <a:pt x="19114" y="10800"/>
                </a:moveTo>
                <a:cubicBezTo>
                  <a:pt x="19114" y="11025"/>
                  <a:pt x="18943" y="11250"/>
                  <a:pt x="18772" y="11250"/>
                </a:cubicBezTo>
                <a:cubicBezTo>
                  <a:pt x="16714" y="11250"/>
                  <a:pt x="16714" y="11250"/>
                  <a:pt x="16714" y="11250"/>
                </a:cubicBezTo>
                <a:cubicBezTo>
                  <a:pt x="16543" y="11250"/>
                  <a:pt x="16372" y="11025"/>
                  <a:pt x="16372" y="10800"/>
                </a:cubicBezTo>
                <a:cubicBezTo>
                  <a:pt x="16372" y="10575"/>
                  <a:pt x="16543" y="10350"/>
                  <a:pt x="16714" y="10350"/>
                </a:cubicBezTo>
                <a:cubicBezTo>
                  <a:pt x="18772" y="10350"/>
                  <a:pt x="18772" y="10350"/>
                  <a:pt x="18772" y="10350"/>
                </a:cubicBezTo>
                <a:cubicBezTo>
                  <a:pt x="18943" y="10350"/>
                  <a:pt x="19114" y="10575"/>
                  <a:pt x="19114" y="10800"/>
                </a:cubicBezTo>
                <a:close/>
                <a:moveTo>
                  <a:pt x="18429" y="15975"/>
                </a:moveTo>
                <a:cubicBezTo>
                  <a:pt x="18429" y="16200"/>
                  <a:pt x="18257" y="16425"/>
                  <a:pt x="18086" y="16425"/>
                </a:cubicBezTo>
                <a:cubicBezTo>
                  <a:pt x="16200" y="16425"/>
                  <a:pt x="16200" y="16425"/>
                  <a:pt x="16200" y="16425"/>
                </a:cubicBezTo>
                <a:cubicBezTo>
                  <a:pt x="15857" y="16425"/>
                  <a:pt x="15857" y="16200"/>
                  <a:pt x="15857" y="15975"/>
                </a:cubicBezTo>
                <a:cubicBezTo>
                  <a:pt x="15857" y="15750"/>
                  <a:pt x="15857" y="15525"/>
                  <a:pt x="16200" y="15525"/>
                </a:cubicBezTo>
                <a:cubicBezTo>
                  <a:pt x="18086" y="15525"/>
                  <a:pt x="18086" y="15525"/>
                  <a:pt x="18086" y="15525"/>
                </a:cubicBezTo>
                <a:cubicBezTo>
                  <a:pt x="18257" y="15525"/>
                  <a:pt x="18429" y="15750"/>
                  <a:pt x="18429" y="15975"/>
                </a:cubicBezTo>
                <a:close/>
                <a:moveTo>
                  <a:pt x="14657" y="4050"/>
                </a:moveTo>
                <a:cubicBezTo>
                  <a:pt x="12772" y="3600"/>
                  <a:pt x="11057" y="3375"/>
                  <a:pt x="9172" y="3375"/>
                </a:cubicBezTo>
                <a:cubicBezTo>
                  <a:pt x="7457" y="3375"/>
                  <a:pt x="5572" y="3600"/>
                  <a:pt x="3857" y="4050"/>
                </a:cubicBezTo>
                <a:cubicBezTo>
                  <a:pt x="3686" y="4050"/>
                  <a:pt x="3343" y="4275"/>
                  <a:pt x="3343" y="4725"/>
                </a:cubicBezTo>
                <a:cubicBezTo>
                  <a:pt x="2486" y="8325"/>
                  <a:pt x="2486" y="12375"/>
                  <a:pt x="3343" y="15975"/>
                </a:cubicBezTo>
                <a:cubicBezTo>
                  <a:pt x="3343" y="16425"/>
                  <a:pt x="3686" y="16650"/>
                  <a:pt x="3857" y="16650"/>
                </a:cubicBezTo>
                <a:cubicBezTo>
                  <a:pt x="5572" y="17100"/>
                  <a:pt x="7457" y="17325"/>
                  <a:pt x="9172" y="17325"/>
                </a:cubicBezTo>
                <a:cubicBezTo>
                  <a:pt x="11057" y="17325"/>
                  <a:pt x="12772" y="17100"/>
                  <a:pt x="14657" y="16650"/>
                </a:cubicBezTo>
                <a:cubicBezTo>
                  <a:pt x="14829" y="16650"/>
                  <a:pt x="15000" y="16425"/>
                  <a:pt x="15000" y="15975"/>
                </a:cubicBezTo>
                <a:cubicBezTo>
                  <a:pt x="16029" y="12375"/>
                  <a:pt x="16029" y="8325"/>
                  <a:pt x="15000" y="4725"/>
                </a:cubicBezTo>
                <a:cubicBezTo>
                  <a:pt x="15000" y="4275"/>
                  <a:pt x="14829" y="4050"/>
                  <a:pt x="14657" y="4050"/>
                </a:cubicBezTo>
                <a:close/>
                <a:moveTo>
                  <a:pt x="14486" y="15750"/>
                </a:moveTo>
                <a:cubicBezTo>
                  <a:pt x="10886" y="16650"/>
                  <a:pt x="7457" y="16650"/>
                  <a:pt x="4029" y="15750"/>
                </a:cubicBezTo>
                <a:cubicBezTo>
                  <a:pt x="3000" y="12150"/>
                  <a:pt x="3000" y="8550"/>
                  <a:pt x="4029" y="4950"/>
                </a:cubicBezTo>
                <a:cubicBezTo>
                  <a:pt x="7457" y="4050"/>
                  <a:pt x="10886" y="4050"/>
                  <a:pt x="14486" y="4950"/>
                </a:cubicBezTo>
                <a:cubicBezTo>
                  <a:pt x="15343" y="8550"/>
                  <a:pt x="15343" y="12150"/>
                  <a:pt x="14486" y="15750"/>
                </a:cubicBezTo>
                <a:close/>
                <a:moveTo>
                  <a:pt x="14486" y="15750"/>
                </a:moveTo>
                <a:cubicBezTo>
                  <a:pt x="14486" y="15750"/>
                  <a:pt x="14486" y="15750"/>
                  <a:pt x="14486" y="15750"/>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
        <p:nvSpPr>
          <p:cNvPr id="267" name="Shape">
            <a:extLst>
              <a:ext uri="{FF2B5EF4-FFF2-40B4-BE49-F238E27FC236}">
                <a16:creationId xmlns:a16="http://schemas.microsoft.com/office/drawing/2014/main" id="{78E6AF4A-7DA6-CF3E-8C63-344240A09259}"/>
              </a:ext>
            </a:extLst>
          </p:cNvPr>
          <p:cNvSpPr/>
          <p:nvPr/>
        </p:nvSpPr>
        <p:spPr>
          <a:xfrm>
            <a:off x="2447136" y="5300040"/>
            <a:ext cx="497913" cy="47446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759" y="0"/>
                  <a:pt x="0" y="4901"/>
                  <a:pt x="0" y="10709"/>
                </a:cubicBezTo>
                <a:cubicBezTo>
                  <a:pt x="0" y="16699"/>
                  <a:pt x="4759" y="21600"/>
                  <a:pt x="10800" y="21600"/>
                </a:cubicBezTo>
                <a:cubicBezTo>
                  <a:pt x="16841" y="21600"/>
                  <a:pt x="21600" y="16699"/>
                  <a:pt x="21600" y="10709"/>
                </a:cubicBezTo>
                <a:cubicBezTo>
                  <a:pt x="21600" y="4901"/>
                  <a:pt x="16841" y="0"/>
                  <a:pt x="10800" y="0"/>
                </a:cubicBezTo>
                <a:close/>
                <a:moveTo>
                  <a:pt x="20319" y="10346"/>
                </a:moveTo>
                <a:cubicBezTo>
                  <a:pt x="16108" y="10346"/>
                  <a:pt x="16108" y="10346"/>
                  <a:pt x="16108" y="10346"/>
                </a:cubicBezTo>
                <a:cubicBezTo>
                  <a:pt x="15925" y="8894"/>
                  <a:pt x="15742" y="7442"/>
                  <a:pt x="15193" y="5990"/>
                </a:cubicBezTo>
                <a:cubicBezTo>
                  <a:pt x="16108" y="5627"/>
                  <a:pt x="17024" y="5082"/>
                  <a:pt x="17939" y="4538"/>
                </a:cubicBezTo>
                <a:cubicBezTo>
                  <a:pt x="19220" y="6171"/>
                  <a:pt x="20136" y="8168"/>
                  <a:pt x="20319" y="10346"/>
                </a:cubicBezTo>
                <a:close/>
                <a:moveTo>
                  <a:pt x="10434" y="20148"/>
                </a:moveTo>
                <a:cubicBezTo>
                  <a:pt x="9153" y="19240"/>
                  <a:pt x="8237" y="17970"/>
                  <a:pt x="7505" y="16518"/>
                </a:cubicBezTo>
                <a:cubicBezTo>
                  <a:pt x="8420" y="16155"/>
                  <a:pt x="9519" y="15973"/>
                  <a:pt x="10434" y="15973"/>
                </a:cubicBezTo>
                <a:cubicBezTo>
                  <a:pt x="10434" y="20148"/>
                  <a:pt x="10434" y="20148"/>
                  <a:pt x="10434" y="20148"/>
                </a:cubicBezTo>
                <a:cubicBezTo>
                  <a:pt x="10434" y="20148"/>
                  <a:pt x="10434" y="20148"/>
                  <a:pt x="10434" y="20148"/>
                </a:cubicBezTo>
                <a:close/>
                <a:moveTo>
                  <a:pt x="11166" y="1452"/>
                </a:moveTo>
                <a:cubicBezTo>
                  <a:pt x="12447" y="2541"/>
                  <a:pt x="13546" y="3993"/>
                  <a:pt x="14278" y="5627"/>
                </a:cubicBezTo>
                <a:cubicBezTo>
                  <a:pt x="13363" y="5990"/>
                  <a:pt x="12264" y="6171"/>
                  <a:pt x="11166" y="6171"/>
                </a:cubicBezTo>
                <a:cubicBezTo>
                  <a:pt x="11166" y="1452"/>
                  <a:pt x="11166" y="1452"/>
                  <a:pt x="11166" y="1452"/>
                </a:cubicBezTo>
                <a:cubicBezTo>
                  <a:pt x="11166" y="1452"/>
                  <a:pt x="11166" y="1452"/>
                  <a:pt x="11166" y="1452"/>
                </a:cubicBezTo>
                <a:close/>
                <a:moveTo>
                  <a:pt x="12264" y="1452"/>
                </a:moveTo>
                <a:cubicBezTo>
                  <a:pt x="14278" y="1815"/>
                  <a:pt x="16108" y="2723"/>
                  <a:pt x="17390" y="3993"/>
                </a:cubicBezTo>
                <a:cubicBezTo>
                  <a:pt x="16658" y="4538"/>
                  <a:pt x="15925" y="5082"/>
                  <a:pt x="15010" y="5445"/>
                </a:cubicBezTo>
                <a:cubicBezTo>
                  <a:pt x="14278" y="3993"/>
                  <a:pt x="13363" y="2541"/>
                  <a:pt x="12264" y="1452"/>
                </a:cubicBezTo>
                <a:close/>
                <a:moveTo>
                  <a:pt x="10434" y="1452"/>
                </a:moveTo>
                <a:cubicBezTo>
                  <a:pt x="10434" y="6171"/>
                  <a:pt x="10434" y="6171"/>
                  <a:pt x="10434" y="6171"/>
                </a:cubicBezTo>
                <a:cubicBezTo>
                  <a:pt x="9336" y="6171"/>
                  <a:pt x="8237" y="5990"/>
                  <a:pt x="7322" y="5627"/>
                </a:cubicBezTo>
                <a:cubicBezTo>
                  <a:pt x="8054" y="3993"/>
                  <a:pt x="9153" y="2541"/>
                  <a:pt x="10434" y="1452"/>
                </a:cubicBezTo>
                <a:cubicBezTo>
                  <a:pt x="10434" y="1452"/>
                  <a:pt x="10434" y="1452"/>
                  <a:pt x="10434" y="1452"/>
                </a:cubicBezTo>
                <a:close/>
                <a:moveTo>
                  <a:pt x="6590" y="5445"/>
                </a:moveTo>
                <a:cubicBezTo>
                  <a:pt x="5675" y="5082"/>
                  <a:pt x="4942" y="4538"/>
                  <a:pt x="4210" y="3993"/>
                </a:cubicBezTo>
                <a:cubicBezTo>
                  <a:pt x="5492" y="2723"/>
                  <a:pt x="7322" y="1815"/>
                  <a:pt x="9153" y="1452"/>
                </a:cubicBezTo>
                <a:cubicBezTo>
                  <a:pt x="8237" y="2541"/>
                  <a:pt x="7322" y="3993"/>
                  <a:pt x="6590" y="5445"/>
                </a:cubicBezTo>
                <a:close/>
                <a:moveTo>
                  <a:pt x="6956" y="6353"/>
                </a:moveTo>
                <a:cubicBezTo>
                  <a:pt x="8054" y="6716"/>
                  <a:pt x="9153" y="6897"/>
                  <a:pt x="10434" y="6897"/>
                </a:cubicBezTo>
                <a:cubicBezTo>
                  <a:pt x="10434" y="10346"/>
                  <a:pt x="10434" y="10346"/>
                  <a:pt x="10434" y="10346"/>
                </a:cubicBezTo>
                <a:cubicBezTo>
                  <a:pt x="6224" y="10346"/>
                  <a:pt x="6224" y="10346"/>
                  <a:pt x="6224" y="10346"/>
                </a:cubicBezTo>
                <a:cubicBezTo>
                  <a:pt x="6224" y="8894"/>
                  <a:pt x="6590" y="7624"/>
                  <a:pt x="6956" y="6353"/>
                </a:cubicBezTo>
                <a:close/>
                <a:moveTo>
                  <a:pt x="10434" y="11072"/>
                </a:moveTo>
                <a:cubicBezTo>
                  <a:pt x="10434" y="15247"/>
                  <a:pt x="10434" y="15247"/>
                  <a:pt x="10434" y="15247"/>
                </a:cubicBezTo>
                <a:cubicBezTo>
                  <a:pt x="9336" y="15429"/>
                  <a:pt x="8237" y="15610"/>
                  <a:pt x="7322" y="15792"/>
                </a:cubicBezTo>
                <a:cubicBezTo>
                  <a:pt x="6590" y="14339"/>
                  <a:pt x="6224" y="12887"/>
                  <a:pt x="6224" y="11072"/>
                </a:cubicBezTo>
                <a:lnTo>
                  <a:pt x="10434" y="11072"/>
                </a:lnTo>
                <a:close/>
                <a:moveTo>
                  <a:pt x="9153" y="19966"/>
                </a:moveTo>
                <a:cubicBezTo>
                  <a:pt x="7505" y="19785"/>
                  <a:pt x="5858" y="19059"/>
                  <a:pt x="4576" y="17970"/>
                </a:cubicBezTo>
                <a:cubicBezTo>
                  <a:pt x="5308" y="17425"/>
                  <a:pt x="6041" y="17062"/>
                  <a:pt x="6956" y="16699"/>
                </a:cubicBezTo>
                <a:cubicBezTo>
                  <a:pt x="7505" y="17970"/>
                  <a:pt x="8237" y="19059"/>
                  <a:pt x="9153" y="19966"/>
                </a:cubicBezTo>
                <a:close/>
                <a:moveTo>
                  <a:pt x="11166" y="20148"/>
                </a:moveTo>
                <a:cubicBezTo>
                  <a:pt x="11166" y="15973"/>
                  <a:pt x="11166" y="15973"/>
                  <a:pt x="11166" y="15973"/>
                </a:cubicBezTo>
                <a:cubicBezTo>
                  <a:pt x="12081" y="15973"/>
                  <a:pt x="13180" y="16155"/>
                  <a:pt x="14095" y="16518"/>
                </a:cubicBezTo>
                <a:cubicBezTo>
                  <a:pt x="13363" y="17970"/>
                  <a:pt x="12264" y="19240"/>
                  <a:pt x="11166" y="20148"/>
                </a:cubicBezTo>
                <a:cubicBezTo>
                  <a:pt x="11166" y="20148"/>
                  <a:pt x="11166" y="20148"/>
                  <a:pt x="11166" y="20148"/>
                </a:cubicBezTo>
                <a:close/>
                <a:moveTo>
                  <a:pt x="14644" y="16699"/>
                </a:moveTo>
                <a:cubicBezTo>
                  <a:pt x="15559" y="17062"/>
                  <a:pt x="16292" y="17425"/>
                  <a:pt x="17024" y="17970"/>
                </a:cubicBezTo>
                <a:cubicBezTo>
                  <a:pt x="15742" y="19059"/>
                  <a:pt x="14095" y="19785"/>
                  <a:pt x="12264" y="19966"/>
                </a:cubicBezTo>
                <a:cubicBezTo>
                  <a:pt x="13363" y="19059"/>
                  <a:pt x="14095" y="17970"/>
                  <a:pt x="14644" y="16699"/>
                </a:cubicBezTo>
                <a:close/>
                <a:moveTo>
                  <a:pt x="14278" y="15792"/>
                </a:moveTo>
                <a:cubicBezTo>
                  <a:pt x="13363" y="15610"/>
                  <a:pt x="12264" y="15429"/>
                  <a:pt x="11166" y="15247"/>
                </a:cubicBezTo>
                <a:cubicBezTo>
                  <a:pt x="11166" y="11072"/>
                  <a:pt x="11166" y="11072"/>
                  <a:pt x="11166" y="11072"/>
                </a:cubicBezTo>
                <a:cubicBezTo>
                  <a:pt x="15376" y="11072"/>
                  <a:pt x="15376" y="11072"/>
                  <a:pt x="15376" y="11072"/>
                </a:cubicBezTo>
                <a:cubicBezTo>
                  <a:pt x="15376" y="12887"/>
                  <a:pt x="15010" y="14339"/>
                  <a:pt x="14278" y="15792"/>
                </a:cubicBezTo>
                <a:close/>
                <a:moveTo>
                  <a:pt x="11166" y="10346"/>
                </a:moveTo>
                <a:cubicBezTo>
                  <a:pt x="11166" y="6897"/>
                  <a:pt x="11166" y="6897"/>
                  <a:pt x="11166" y="6897"/>
                </a:cubicBezTo>
                <a:cubicBezTo>
                  <a:pt x="12264" y="6897"/>
                  <a:pt x="13546" y="6716"/>
                  <a:pt x="14644" y="6353"/>
                </a:cubicBezTo>
                <a:cubicBezTo>
                  <a:pt x="15010" y="7624"/>
                  <a:pt x="15376" y="8894"/>
                  <a:pt x="15376" y="10346"/>
                </a:cubicBezTo>
                <a:lnTo>
                  <a:pt x="11166" y="10346"/>
                </a:lnTo>
                <a:close/>
                <a:moveTo>
                  <a:pt x="3661" y="4538"/>
                </a:moveTo>
                <a:cubicBezTo>
                  <a:pt x="4576" y="5082"/>
                  <a:pt x="5492" y="5627"/>
                  <a:pt x="6407" y="5990"/>
                </a:cubicBezTo>
                <a:cubicBezTo>
                  <a:pt x="5858" y="7442"/>
                  <a:pt x="5492" y="8894"/>
                  <a:pt x="5492" y="10346"/>
                </a:cubicBezTo>
                <a:cubicBezTo>
                  <a:pt x="1281" y="10346"/>
                  <a:pt x="1281" y="10346"/>
                  <a:pt x="1281" y="10346"/>
                </a:cubicBezTo>
                <a:cubicBezTo>
                  <a:pt x="1464" y="8168"/>
                  <a:pt x="2380" y="6171"/>
                  <a:pt x="3661" y="4538"/>
                </a:cubicBezTo>
                <a:close/>
                <a:moveTo>
                  <a:pt x="1281" y="11072"/>
                </a:moveTo>
                <a:cubicBezTo>
                  <a:pt x="5492" y="11072"/>
                  <a:pt x="5492" y="11072"/>
                  <a:pt x="5492" y="11072"/>
                </a:cubicBezTo>
                <a:cubicBezTo>
                  <a:pt x="5675" y="12887"/>
                  <a:pt x="6041" y="14521"/>
                  <a:pt x="6590" y="16155"/>
                </a:cubicBezTo>
                <a:cubicBezTo>
                  <a:pt x="5675" y="16518"/>
                  <a:pt x="4942" y="16881"/>
                  <a:pt x="4027" y="17425"/>
                </a:cubicBezTo>
                <a:cubicBezTo>
                  <a:pt x="2380" y="15792"/>
                  <a:pt x="1464" y="13613"/>
                  <a:pt x="1281" y="11072"/>
                </a:cubicBezTo>
                <a:close/>
                <a:moveTo>
                  <a:pt x="17390" y="17425"/>
                </a:moveTo>
                <a:cubicBezTo>
                  <a:pt x="16658" y="16881"/>
                  <a:pt x="15925" y="16518"/>
                  <a:pt x="15010" y="16155"/>
                </a:cubicBezTo>
                <a:cubicBezTo>
                  <a:pt x="15559" y="14521"/>
                  <a:pt x="15925" y="12887"/>
                  <a:pt x="16108" y="11072"/>
                </a:cubicBezTo>
                <a:cubicBezTo>
                  <a:pt x="20319" y="11072"/>
                  <a:pt x="20319" y="11072"/>
                  <a:pt x="20319" y="11072"/>
                </a:cubicBezTo>
                <a:cubicBezTo>
                  <a:pt x="20136" y="13613"/>
                  <a:pt x="19037" y="15792"/>
                  <a:pt x="17390" y="17425"/>
                </a:cubicBezTo>
                <a:close/>
                <a:moveTo>
                  <a:pt x="17390" y="17425"/>
                </a:moveTo>
                <a:cubicBezTo>
                  <a:pt x="17390" y="17425"/>
                  <a:pt x="17390" y="17425"/>
                  <a:pt x="17390" y="17425"/>
                </a:cubicBezTo>
              </a:path>
            </a:pathLst>
          </a:custGeom>
          <a:solidFill>
            <a:schemeClr val="tx1"/>
          </a:solidFill>
          <a:ln w="12700">
            <a:miter lim="400000"/>
          </a:ln>
        </p:spPr>
        <p:txBody>
          <a:bodyPr lIns="60960" tIns="60960" rIns="60960" bIns="60960"/>
          <a:lstStyle/>
          <a:p>
            <a:pPr defTabSz="609600" hangingPunct="0">
              <a:defRPr/>
            </a:pPr>
            <a:endParaRPr sz="2400" kern="0">
              <a:solidFill>
                <a:srgbClr val="000000"/>
              </a:solidFill>
              <a:latin typeface="Garamond" panose="02020404030301010803" pitchFamily="18" charset="0"/>
              <a:cs typeface="Calibri"/>
              <a:sym typeface="Calibri"/>
            </a:endParaRPr>
          </a:p>
        </p:txBody>
      </p:sp>
    </p:spTree>
    <p:extLst>
      <p:ext uri="{BB962C8B-B14F-4D97-AF65-F5344CB8AC3E}">
        <p14:creationId xmlns:p14="http://schemas.microsoft.com/office/powerpoint/2010/main" val="36836227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20365-259F-A3FB-7ECD-708341ADDC68}"/>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438BE7D9-7C02-3DEA-9F3D-C6E21A82CC19}"/>
              </a:ext>
            </a:extLst>
          </p:cNvPr>
          <p:cNvGrpSpPr/>
          <p:nvPr/>
        </p:nvGrpSpPr>
        <p:grpSpPr>
          <a:xfrm>
            <a:off x="3342877" y="2724042"/>
            <a:ext cx="6287586" cy="1243417"/>
            <a:chOff x="3415238" y="2577410"/>
            <a:chExt cx="6287586" cy="1243417"/>
          </a:xfrm>
        </p:grpSpPr>
        <p:sp>
          <p:nvSpPr>
            <p:cNvPr id="5" name="TextBox 4">
              <a:extLst>
                <a:ext uri="{FF2B5EF4-FFF2-40B4-BE49-F238E27FC236}">
                  <a16:creationId xmlns:a16="http://schemas.microsoft.com/office/drawing/2014/main" id="{FF1A595C-46F1-3499-9491-0FAFEA8D8D9A}"/>
                </a:ext>
              </a:extLst>
            </p:cNvPr>
            <p:cNvSpPr txBox="1"/>
            <p:nvPr/>
          </p:nvSpPr>
          <p:spPr>
            <a:xfrm>
              <a:off x="3415238" y="2577410"/>
              <a:ext cx="6287586" cy="1243417"/>
            </a:xfrm>
            <a:prstGeom prst="rect">
              <a:avLst/>
            </a:prstGeom>
            <a:noFill/>
          </p:spPr>
          <p:txBody>
            <a:bodyPr wrap="square" rtlCol="0">
              <a:spAutoFit/>
            </a:bodyPr>
            <a:lstStyle/>
            <a:p>
              <a:pPr>
                <a:lnSpc>
                  <a:spcPct val="80000"/>
                </a:lnSpc>
              </a:pPr>
              <a:r>
                <a:rPr lang="id-ID" sz="8800" dirty="0">
                  <a:latin typeface="+mj-lt"/>
                  <a:ea typeface="Dela Gothic One" panose="00000500000000000000" pitchFamily="2" charset="-128"/>
                </a:rPr>
                <a:t>Thank You </a:t>
              </a:r>
              <a:endParaRPr lang="en-ID" sz="8800" dirty="0">
                <a:latin typeface="+mj-lt"/>
                <a:ea typeface="Dela Gothic One" panose="00000500000000000000" pitchFamily="2" charset="-128"/>
              </a:endParaRPr>
            </a:p>
          </p:txBody>
        </p:sp>
        <p:cxnSp>
          <p:nvCxnSpPr>
            <p:cNvPr id="4" name="Straight Connector 3">
              <a:extLst>
                <a:ext uri="{FF2B5EF4-FFF2-40B4-BE49-F238E27FC236}">
                  <a16:creationId xmlns:a16="http://schemas.microsoft.com/office/drawing/2014/main" id="{0EF98366-0F99-FF2A-BA70-A427F7971476}"/>
                </a:ext>
              </a:extLst>
            </p:cNvPr>
            <p:cNvCxnSpPr/>
            <p:nvPr/>
          </p:nvCxnSpPr>
          <p:spPr>
            <a:xfrm>
              <a:off x="3415238" y="3661170"/>
              <a:ext cx="5933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69144289"/>
      </p:ext>
    </p:extLst>
  </p:cSld>
  <p:clrMapOvr>
    <a:masterClrMapping/>
  </p:clrMapOvr>
</p:sld>
</file>

<file path=ppt/theme/theme1.xml><?xml version="1.0" encoding="utf-8"?>
<a:theme xmlns:a="http://schemas.openxmlformats.org/drawingml/2006/main" name="Office Theme">
  <a:themeElements>
    <a:clrScheme name="Ashesi">
      <a:dk1>
        <a:srgbClr val="000000"/>
      </a:dk1>
      <a:lt1>
        <a:srgbClr val="FFFFFF"/>
      </a:lt1>
      <a:dk2>
        <a:srgbClr val="9D4444"/>
      </a:dk2>
      <a:lt2>
        <a:srgbClr val="BBBCBC"/>
      </a:lt2>
      <a:accent1>
        <a:srgbClr val="EFB05C"/>
      </a:accent1>
      <a:accent2>
        <a:srgbClr val="000000"/>
      </a:accent2>
      <a:accent3>
        <a:srgbClr val="85A9D2"/>
      </a:accent3>
      <a:accent4>
        <a:srgbClr val="F6D6C8"/>
      </a:accent4>
      <a:accent5>
        <a:srgbClr val="017597"/>
      </a:accent5>
      <a:accent6>
        <a:srgbClr val="E5DECF"/>
      </a:accent6>
      <a:hlink>
        <a:srgbClr val="FFFFFF"/>
      </a:hlink>
      <a:folHlink>
        <a:srgbClr val="00B0F0"/>
      </a:folHlink>
    </a:clrScheme>
    <a:fontScheme name="Custom 3">
      <a:majorFont>
        <a:latin typeface="Poppins"/>
        <a:ea typeface=""/>
        <a:cs typeface=""/>
      </a:majorFont>
      <a:minorFont>
        <a:latin typeface="Candar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Ashesi Theme 1</Template>
  <TotalTime>7111</TotalTime>
  <Words>687</Words>
  <Application>Microsoft Office PowerPoint</Application>
  <PresentationFormat>Widescreen</PresentationFormat>
  <Paragraphs>81</Paragraphs>
  <Slides>17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Candara</vt:lpstr>
      <vt:lpstr>Dela Gothic One</vt:lpstr>
      <vt:lpstr>Garamond</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Aviva Nawa</dc:creator>
  <cp:lastModifiedBy>Blas</cp:lastModifiedBy>
  <cp:revision>13</cp:revision>
  <dcterms:created xsi:type="dcterms:W3CDTF">2025-03-20T03:44:11Z</dcterms:created>
  <dcterms:modified xsi:type="dcterms:W3CDTF">2026-02-19T14:01:37Z</dcterms:modified>
</cp:coreProperties>
</file>